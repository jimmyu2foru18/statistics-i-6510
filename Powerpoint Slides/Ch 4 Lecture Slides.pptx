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48"/>
  </p:notesMasterIdLst>
  <p:handoutMasterIdLst>
    <p:handoutMasterId r:id="rId49"/>
  </p:handoutMasterIdLst>
  <p:sldIdLst>
    <p:sldId id="372" r:id="rId2"/>
    <p:sldId id="358" r:id="rId3"/>
    <p:sldId id="258" r:id="rId4"/>
    <p:sldId id="316" r:id="rId5"/>
    <p:sldId id="359" r:id="rId6"/>
    <p:sldId id="360" r:id="rId7"/>
    <p:sldId id="318" r:id="rId8"/>
    <p:sldId id="319" r:id="rId9"/>
    <p:sldId id="368" r:id="rId10"/>
    <p:sldId id="321" r:id="rId11"/>
    <p:sldId id="322" r:id="rId12"/>
    <p:sldId id="324" r:id="rId13"/>
    <p:sldId id="323" r:id="rId14"/>
    <p:sldId id="355" r:id="rId15"/>
    <p:sldId id="325" r:id="rId16"/>
    <p:sldId id="356" r:id="rId17"/>
    <p:sldId id="326" r:id="rId18"/>
    <p:sldId id="369" r:id="rId19"/>
    <p:sldId id="328" r:id="rId20"/>
    <p:sldId id="357" r:id="rId21"/>
    <p:sldId id="329" r:id="rId22"/>
    <p:sldId id="330" r:id="rId23"/>
    <p:sldId id="331" r:id="rId24"/>
    <p:sldId id="332" r:id="rId25"/>
    <p:sldId id="333" r:id="rId26"/>
    <p:sldId id="361" r:id="rId27"/>
    <p:sldId id="370" r:id="rId28"/>
    <p:sldId id="363" r:id="rId29"/>
    <p:sldId id="371" r:id="rId30"/>
    <p:sldId id="338" r:id="rId31"/>
    <p:sldId id="339" r:id="rId32"/>
    <p:sldId id="364" r:id="rId33"/>
    <p:sldId id="365" r:id="rId34"/>
    <p:sldId id="342" r:id="rId35"/>
    <p:sldId id="343" r:id="rId36"/>
    <p:sldId id="344" r:id="rId37"/>
    <p:sldId id="345" r:id="rId38"/>
    <p:sldId id="347" r:id="rId39"/>
    <p:sldId id="348" r:id="rId40"/>
    <p:sldId id="349" r:id="rId41"/>
    <p:sldId id="350" r:id="rId42"/>
    <p:sldId id="351" r:id="rId43"/>
    <p:sldId id="352" r:id="rId44"/>
    <p:sldId id="366" r:id="rId45"/>
    <p:sldId id="346" r:id="rId46"/>
    <p:sldId id="367" r:id="rId47"/>
  </p:sldIdLst>
  <p:sldSz cx="9144000" cy="6858000" type="screen4x3"/>
  <p:notesSz cx="6858000" cy="9144000"/>
  <p:defaultTextStyle>
    <a:defPPr>
      <a:defRPr lang="en-US"/>
    </a:defPPr>
    <a:lvl1pPr algn="l" defTabSz="457200" rtl="0" eaLnBrk="0" fontAlgn="base" hangingPunct="0">
      <a:spcBef>
        <a:spcPct val="0"/>
      </a:spcBef>
      <a:spcAft>
        <a:spcPct val="0"/>
      </a:spcAft>
      <a:defRPr kern="1200">
        <a:solidFill>
          <a:schemeClr val="tx1"/>
        </a:solidFill>
        <a:latin typeface="Arial" pitchFamily="34" charset="0"/>
        <a:ea typeface="ＭＳ Ｐゴシック" pitchFamily="34" charset="-128"/>
        <a:cs typeface="+mn-cs"/>
      </a:defRPr>
    </a:lvl1pPr>
    <a:lvl2pPr marL="457200" algn="l" defTabSz="457200" rtl="0" eaLnBrk="0" fontAlgn="base" hangingPunct="0">
      <a:spcBef>
        <a:spcPct val="0"/>
      </a:spcBef>
      <a:spcAft>
        <a:spcPct val="0"/>
      </a:spcAft>
      <a:defRPr kern="1200">
        <a:solidFill>
          <a:schemeClr val="tx1"/>
        </a:solidFill>
        <a:latin typeface="Arial" pitchFamily="34" charset="0"/>
        <a:ea typeface="ＭＳ Ｐゴシック" pitchFamily="34" charset="-128"/>
        <a:cs typeface="+mn-cs"/>
      </a:defRPr>
    </a:lvl2pPr>
    <a:lvl3pPr marL="914400" algn="l" defTabSz="457200" rtl="0" eaLnBrk="0" fontAlgn="base" hangingPunct="0">
      <a:spcBef>
        <a:spcPct val="0"/>
      </a:spcBef>
      <a:spcAft>
        <a:spcPct val="0"/>
      </a:spcAft>
      <a:defRPr kern="1200">
        <a:solidFill>
          <a:schemeClr val="tx1"/>
        </a:solidFill>
        <a:latin typeface="Arial" pitchFamily="34" charset="0"/>
        <a:ea typeface="ＭＳ Ｐゴシック" pitchFamily="34" charset="-128"/>
        <a:cs typeface="+mn-cs"/>
      </a:defRPr>
    </a:lvl3pPr>
    <a:lvl4pPr marL="1371600" algn="l" defTabSz="457200" rtl="0" eaLnBrk="0" fontAlgn="base" hangingPunct="0">
      <a:spcBef>
        <a:spcPct val="0"/>
      </a:spcBef>
      <a:spcAft>
        <a:spcPct val="0"/>
      </a:spcAft>
      <a:defRPr kern="1200">
        <a:solidFill>
          <a:schemeClr val="tx1"/>
        </a:solidFill>
        <a:latin typeface="Arial" pitchFamily="34" charset="0"/>
        <a:ea typeface="ＭＳ Ｐゴシック" pitchFamily="34" charset="-128"/>
        <a:cs typeface="+mn-cs"/>
      </a:defRPr>
    </a:lvl4pPr>
    <a:lvl5pPr marL="1828800" algn="l" defTabSz="457200" rtl="0" eaLnBrk="0" fontAlgn="base" hangingPunct="0">
      <a:spcBef>
        <a:spcPct val="0"/>
      </a:spcBef>
      <a:spcAft>
        <a:spcPct val="0"/>
      </a:spcAft>
      <a:defRPr kern="1200">
        <a:solidFill>
          <a:schemeClr val="tx1"/>
        </a:solidFill>
        <a:latin typeface="Arial" pitchFamily="34" charset="0"/>
        <a:ea typeface="ＭＳ Ｐゴシック" pitchFamily="34" charset="-128"/>
        <a:cs typeface="+mn-cs"/>
      </a:defRPr>
    </a:lvl5pPr>
    <a:lvl6pPr marL="2286000" algn="l" defTabSz="914400" rtl="0" eaLnBrk="1" latinLnBrk="0" hangingPunct="1">
      <a:defRPr kern="1200">
        <a:solidFill>
          <a:schemeClr val="tx1"/>
        </a:solidFill>
        <a:latin typeface="Arial" pitchFamily="34" charset="0"/>
        <a:ea typeface="ＭＳ Ｐゴシック" pitchFamily="34" charset="-128"/>
        <a:cs typeface="+mn-cs"/>
      </a:defRPr>
    </a:lvl6pPr>
    <a:lvl7pPr marL="2743200" algn="l" defTabSz="914400" rtl="0" eaLnBrk="1" latinLnBrk="0" hangingPunct="1">
      <a:defRPr kern="1200">
        <a:solidFill>
          <a:schemeClr val="tx1"/>
        </a:solidFill>
        <a:latin typeface="Arial" pitchFamily="34" charset="0"/>
        <a:ea typeface="ＭＳ Ｐゴシック" pitchFamily="34" charset="-128"/>
        <a:cs typeface="+mn-cs"/>
      </a:defRPr>
    </a:lvl7pPr>
    <a:lvl8pPr marL="3200400" algn="l" defTabSz="914400" rtl="0" eaLnBrk="1" latinLnBrk="0" hangingPunct="1">
      <a:defRPr kern="1200">
        <a:solidFill>
          <a:schemeClr val="tx1"/>
        </a:solidFill>
        <a:latin typeface="Arial" pitchFamily="34" charset="0"/>
        <a:ea typeface="ＭＳ Ｐゴシック" pitchFamily="34" charset="-128"/>
        <a:cs typeface="+mn-cs"/>
      </a:defRPr>
    </a:lvl8pPr>
    <a:lvl9pPr marL="3657600" algn="l" defTabSz="914400" rtl="0" eaLnBrk="1" latinLnBrk="0" hangingPunct="1">
      <a:defRPr kern="1200">
        <a:solidFill>
          <a:schemeClr val="tx1"/>
        </a:solidFill>
        <a:latin typeface="Arial" pitchFamily="34" charset="0"/>
        <a:ea typeface="ＭＳ Ｐゴシック"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cKibben, Mark" initials="MM" lastIdx="1" clrIdx="0">
    <p:extLst>
      <p:ext uri="{19B8F6BF-5375-455C-9EA6-DF929625EA0E}">
        <p15:presenceInfo xmlns:p15="http://schemas.microsoft.com/office/powerpoint/2012/main" userId="S::MMCKIBBEN@wcupa.edu::7757feae-4db0-4e12-a310-74b038de7b89" providerId="AD"/>
      </p:ext>
    </p:extLst>
  </p:cmAuthor>
  <p:cmAuthor id="2" name="Newton, Andy" initials="NA" lastIdx="1" clrIdx="1">
    <p:extLst>
      <p:ext uri="{19B8F6BF-5375-455C-9EA6-DF929625EA0E}">
        <p15:presenceInfo xmlns:p15="http://schemas.microsoft.com/office/powerpoint/2012/main" userId="S-1-5-21-4250845945-3731851581-3800177176-49714" providerId="AD"/>
      </p:ext>
    </p:extLst>
  </p:cmAuthor>
  <p:cmAuthor id="3" name="Connie" initials="C" lastIdx="8" clrIdx="2">
    <p:extLst>
      <p:ext uri="{19B8F6BF-5375-455C-9EA6-DF929625EA0E}">
        <p15:presenceInfo xmlns:p15="http://schemas.microsoft.com/office/powerpoint/2012/main" userId="9ff5298ed15b6415"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D780"/>
    <a:srgbClr val="7A0000"/>
    <a:srgbClr val="800000"/>
    <a:srgbClr val="8590B1"/>
    <a:srgbClr val="EEEFD6"/>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84" autoAdjust="0"/>
    <p:restoredTop sz="94693"/>
  </p:normalViewPr>
  <p:slideViewPr>
    <p:cSldViewPr snapToGrid="0" snapToObjects="1">
      <p:cViewPr varScale="1">
        <p:scale>
          <a:sx n="66" d="100"/>
          <a:sy n="66" d="100"/>
        </p:scale>
        <p:origin x="1276" y="4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notesViewPr>
    <p:cSldViewPr snapToGrid="0" snapToObjects="1">
      <p:cViewPr varScale="1">
        <p:scale>
          <a:sx n="88" d="100"/>
          <a:sy n="88" d="100"/>
        </p:scale>
        <p:origin x="-3870" y="-12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image" Target="../media/image12.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image" Target="../media/image15.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7.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9.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21.wmf"/><Relationship Id="rId1" Type="http://schemas.openxmlformats.org/officeDocument/2006/relationships/image" Target="../media/image20.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24.wmf"/><Relationship Id="rId1" Type="http://schemas.openxmlformats.org/officeDocument/2006/relationships/image" Target="../media/image23.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7.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9.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31.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34.wmf"/><Relationship Id="rId2" Type="http://schemas.openxmlformats.org/officeDocument/2006/relationships/image" Target="../media/image33.wmf"/><Relationship Id="rId1" Type="http://schemas.openxmlformats.org/officeDocument/2006/relationships/image" Target="../media/image32.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Calibri" pitchFamily="34" charset="0"/>
              </a:defRPr>
            </a:lvl1pPr>
          </a:lstStyle>
          <a:p>
            <a:fld id="{94F825E0-0F59-4F1D-9521-4B8F9141D925}" type="datetime1">
              <a:rPr lang="en-US"/>
              <a:pPr/>
              <a:t>12/8/2020</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ea typeface="+mn-ea"/>
                <a:cs typeface="+mn-cs"/>
              </a:defRPr>
            </a:lvl1pPr>
          </a:lstStyle>
          <a:p>
            <a:pPr>
              <a:defRPr/>
            </a:pPr>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itchFamily="34" charset="0"/>
              </a:defRPr>
            </a:lvl1pPr>
          </a:lstStyle>
          <a:p>
            <a:fld id="{BC810D36-624B-4D9F-B56E-CD3AF8EBDE61}" type="slidenum">
              <a:rPr lang="en-US"/>
              <a:pPr/>
              <a:t>‹#›</a:t>
            </a:fld>
            <a:endParaRPr lang="en-US"/>
          </a:p>
        </p:txBody>
      </p:sp>
    </p:spTree>
    <p:extLst>
      <p:ext uri="{BB962C8B-B14F-4D97-AF65-F5344CB8AC3E}">
        <p14:creationId xmlns:p14="http://schemas.microsoft.com/office/powerpoint/2010/main" val="3130963160"/>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Calibri" pitchFamily="34" charset="0"/>
              </a:defRPr>
            </a:lvl1pPr>
          </a:lstStyle>
          <a:p>
            <a:fld id="{F0145E08-869D-42D0-AD48-161B3A2D8D28}" type="datetime1">
              <a:rPr lang="en-US"/>
              <a:pPr/>
              <a:t>12/8/2020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itchFamily="34" charset="0"/>
              </a:defRPr>
            </a:lvl1pPr>
          </a:lstStyle>
          <a:p>
            <a:fld id="{ED386845-C7D2-4F88-9305-F0AC9FD90BD5}" type="slidenum">
              <a:rPr lang="en-US"/>
              <a:pPr/>
              <a:t>‹#›</a:t>
            </a:fld>
            <a:endParaRPr lang="en-US"/>
          </a:p>
        </p:txBody>
      </p:sp>
    </p:spTree>
    <p:extLst>
      <p:ext uri="{BB962C8B-B14F-4D97-AF65-F5344CB8AC3E}">
        <p14:creationId xmlns:p14="http://schemas.microsoft.com/office/powerpoint/2010/main" val="1869697471"/>
      </p:ext>
    </p:extLst>
  </p:cSld>
  <p:clrMap bg1="lt1" tx1="dk1" bg2="lt2" tx2="dk2" accent1="accent1" accent2="accent2" accent3="accent3" accent4="accent4" accent5="accent5" accent6="accent6" hlink="hlink" folHlink="folHlink"/>
  <p:hf hdr="0" ftr="0" dt="0"/>
  <p:notesStyle>
    <a:lvl1pPr algn="l" defTabSz="457200" rtl="0" eaLnBrk="0" fontAlgn="base" hangingPunct="0">
      <a:spcBef>
        <a:spcPct val="30000"/>
      </a:spcBef>
      <a:spcAft>
        <a:spcPct val="0"/>
      </a:spcAft>
      <a:defRPr sz="1200" kern="1200">
        <a:solidFill>
          <a:schemeClr val="tx1"/>
        </a:solidFill>
        <a:latin typeface="+mn-lt"/>
        <a:ea typeface="ＭＳ Ｐゴシック" pitchFamily="-1" charset="-128"/>
        <a:cs typeface="ＭＳ Ｐゴシック" pitchFamily="-1" charset="-128"/>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pitchFamily="-1" charset="-128"/>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pitchFamily="-1" charset="-128"/>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pitchFamily="-1" charset="-128"/>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pitchFamily="-1"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Rot="1" noChangeAspect="1" noChangeArrowheads="1" noTextEdit="1"/>
          </p:cNvSpPr>
          <p:nvPr>
            <p:ph type="sldImg"/>
          </p:nvPr>
        </p:nvSpPr>
        <p:spPr>
          <a:ln/>
        </p:spPr>
      </p:sp>
      <p:sp>
        <p:nvSpPr>
          <p:cNvPr id="5120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ヒラギノ角ゴ Pro W3" pitchFamily="-105" charset="-128"/>
            </a:endParaRPr>
          </a:p>
        </p:txBody>
      </p:sp>
    </p:spTree>
    <p:extLst>
      <p:ext uri="{BB962C8B-B14F-4D97-AF65-F5344CB8AC3E}">
        <p14:creationId xmlns:p14="http://schemas.microsoft.com/office/powerpoint/2010/main" val="37075639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8370"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ea typeface="ＭＳ Ｐゴシック" pitchFamily="34" charset="-128"/>
            </a:endParaRPr>
          </a:p>
        </p:txBody>
      </p:sp>
      <p:sp>
        <p:nvSpPr>
          <p:cNvPr id="58371"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526A2787-66BD-485E-997F-25AE2855A92D}" type="slidenum">
              <a:rPr lang="en-US" sz="1200">
                <a:latin typeface="Calibri" pitchFamily="34" charset="0"/>
              </a:rPr>
              <a:pPr/>
              <a:t>30</a:t>
            </a:fld>
            <a:endParaRPr lang="en-US" sz="1200">
              <a:latin typeface="Calibri" pitchFamily="34" charset="0"/>
            </a:endParaRPr>
          </a:p>
        </p:txBody>
      </p:sp>
    </p:spTree>
    <p:extLst>
      <p:ext uri="{BB962C8B-B14F-4D97-AF65-F5344CB8AC3E}">
        <p14:creationId xmlns:p14="http://schemas.microsoft.com/office/powerpoint/2010/main" val="3595607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0418"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ea typeface="ＭＳ Ｐゴシック" pitchFamily="34" charset="-128"/>
            </a:endParaRPr>
          </a:p>
        </p:txBody>
      </p:sp>
      <p:sp>
        <p:nvSpPr>
          <p:cNvPr id="60419"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7DAA550D-F30F-4A01-A655-C36BE328A733}" type="slidenum">
              <a:rPr lang="en-US" sz="1200">
                <a:latin typeface="Calibri" pitchFamily="34" charset="0"/>
              </a:rPr>
              <a:pPr/>
              <a:t>31</a:t>
            </a:fld>
            <a:endParaRPr lang="en-US" sz="1200">
              <a:latin typeface="Calibri" pitchFamily="34" charset="0"/>
            </a:endParaRPr>
          </a:p>
        </p:txBody>
      </p:sp>
    </p:spTree>
    <p:extLst>
      <p:ext uri="{BB962C8B-B14F-4D97-AF65-F5344CB8AC3E}">
        <p14:creationId xmlns:p14="http://schemas.microsoft.com/office/powerpoint/2010/main" val="12452527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4514"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ea typeface="ＭＳ Ｐゴシック" pitchFamily="34" charset="-128"/>
            </a:endParaRPr>
          </a:p>
        </p:txBody>
      </p:sp>
      <p:sp>
        <p:nvSpPr>
          <p:cNvPr id="64515"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43844EDC-38ED-48E5-8BE3-DBDBB927943C}" type="slidenum">
              <a:rPr lang="en-US" sz="1200">
                <a:latin typeface="Calibri" pitchFamily="34" charset="0"/>
              </a:rPr>
              <a:pPr/>
              <a:t>34</a:t>
            </a:fld>
            <a:endParaRPr lang="en-US" sz="1200">
              <a:latin typeface="Calibri" pitchFamily="34" charset="0"/>
            </a:endParaRPr>
          </a:p>
        </p:txBody>
      </p:sp>
    </p:spTree>
    <p:extLst>
      <p:ext uri="{BB962C8B-B14F-4D97-AF65-F5344CB8AC3E}">
        <p14:creationId xmlns:p14="http://schemas.microsoft.com/office/powerpoint/2010/main" val="17348628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9634"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ea typeface="ＭＳ Ｐゴシック" pitchFamily="34" charset="-128"/>
            </a:endParaRPr>
          </a:p>
        </p:txBody>
      </p:sp>
      <p:sp>
        <p:nvSpPr>
          <p:cNvPr id="69635"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5F61A70E-203A-4F98-A489-16D0C5B5A918}" type="slidenum">
              <a:rPr lang="en-US" sz="1200">
                <a:latin typeface="Calibri" pitchFamily="34" charset="0"/>
              </a:rPr>
              <a:pPr/>
              <a:t>38</a:t>
            </a:fld>
            <a:endParaRPr lang="en-US" sz="1200">
              <a:latin typeface="Calibri" pitchFamily="34" charset="0"/>
            </a:endParaRPr>
          </a:p>
        </p:txBody>
      </p:sp>
    </p:spTree>
    <p:extLst>
      <p:ext uri="{BB962C8B-B14F-4D97-AF65-F5344CB8AC3E}">
        <p14:creationId xmlns:p14="http://schemas.microsoft.com/office/powerpoint/2010/main" val="14544278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577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atin typeface="Arial" pitchFamily="34" charset="0"/>
              <a:ea typeface="ＭＳ Ｐゴシック" pitchFamily="34" charset="-128"/>
            </a:endParaRPr>
          </a:p>
        </p:txBody>
      </p:sp>
    </p:spTree>
    <p:extLst>
      <p:ext uri="{BB962C8B-B14F-4D97-AF65-F5344CB8AC3E}">
        <p14:creationId xmlns:p14="http://schemas.microsoft.com/office/powerpoint/2010/main" val="20297268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title"/>
          </p:nvPr>
        </p:nvSpPr>
        <p:spPr>
          <a:xfrm>
            <a:off x="457200" y="4114800"/>
            <a:ext cx="6508750" cy="1143000"/>
          </a:xfrm>
          <a:noFill/>
        </p:spPr>
        <p:txBody>
          <a:bodyPr/>
          <a:lstStyle/>
          <a:p>
            <a:r>
              <a:rPr lang="en-US" dirty="0"/>
              <a:t>Click to edit Master title style</a:t>
            </a:r>
          </a:p>
        </p:txBody>
      </p:sp>
    </p:spTree>
    <p:extLst>
      <p:ext uri="{BB962C8B-B14F-4D97-AF65-F5344CB8AC3E}">
        <p14:creationId xmlns:p14="http://schemas.microsoft.com/office/powerpoint/2010/main" val="25367757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Slide Number Placeholder 5"/>
          <p:cNvSpPr>
            <a:spLocks noGrp="1"/>
          </p:cNvSpPr>
          <p:nvPr>
            <p:ph type="sldNum" sz="quarter" idx="10"/>
          </p:nvPr>
        </p:nvSpPr>
        <p:spPr>
          <a:xfrm>
            <a:off x="8509000" y="6356350"/>
            <a:ext cx="508000" cy="365125"/>
          </a:xfrm>
        </p:spPr>
        <p:txBody>
          <a:bodyPr/>
          <a:lstStyle>
            <a:lvl1pPr>
              <a:defRPr sz="1400">
                <a:solidFill>
                  <a:schemeClr val="accent1"/>
                </a:solidFill>
              </a:defRPr>
            </a:lvl1pPr>
          </a:lstStyle>
          <a:p>
            <a:fld id="{455A1ED8-04CA-4908-B4EA-CA0DA15D048B}" type="slidenum">
              <a:rPr lang="en-US"/>
              <a:pPr/>
              <a:t>‹#›</a:t>
            </a:fld>
            <a:endParaRPr lang="en-US"/>
          </a:p>
        </p:txBody>
      </p:sp>
    </p:spTree>
    <p:extLst>
      <p:ext uri="{BB962C8B-B14F-4D97-AF65-F5344CB8AC3E}">
        <p14:creationId xmlns:p14="http://schemas.microsoft.com/office/powerpoint/2010/main" val="17246028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with Picture">
    <p:spTree>
      <p:nvGrpSpPr>
        <p:cNvPr id="1" name=""/>
        <p:cNvGrpSpPr/>
        <p:nvPr/>
      </p:nvGrpSpPr>
      <p:grpSpPr>
        <a:xfrm>
          <a:off x="0" y="0"/>
          <a:ext cx="0" cy="0"/>
          <a:chOff x="0" y="0"/>
          <a:chExt cx="0" cy="0"/>
        </a:xfrm>
      </p:grpSpPr>
      <p:sp>
        <p:nvSpPr>
          <p:cNvPr id="4" name="Slide Number Placeholder 5"/>
          <p:cNvSpPr>
            <a:spLocks noGrp="1"/>
          </p:cNvSpPr>
          <p:nvPr>
            <p:ph type="sldNum" sz="quarter" idx="10"/>
          </p:nvPr>
        </p:nvSpPr>
        <p:spPr>
          <a:xfrm>
            <a:off x="8509000" y="6356350"/>
            <a:ext cx="508000" cy="365125"/>
          </a:xfrm>
        </p:spPr>
        <p:txBody>
          <a:bodyPr/>
          <a:lstStyle>
            <a:lvl1pPr>
              <a:defRPr sz="1400">
                <a:solidFill>
                  <a:schemeClr val="accent1"/>
                </a:solidFill>
              </a:defRPr>
            </a:lvl1pPr>
          </a:lstStyle>
          <a:p>
            <a:fld id="{FA16A8B5-BD15-44A1-B51D-8F723FB9F5B8}" type="slidenum">
              <a:rPr lang="en-US"/>
              <a:pPr/>
              <a:t>‹#›</a:t>
            </a:fld>
            <a:endParaRPr lang="en-US"/>
          </a:p>
        </p:txBody>
      </p:sp>
    </p:spTree>
    <p:extLst>
      <p:ext uri="{BB962C8B-B14F-4D97-AF65-F5344CB8AC3E}">
        <p14:creationId xmlns:p14="http://schemas.microsoft.com/office/powerpoint/2010/main" val="35486307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Content, and Picture">
    <p:spTree>
      <p:nvGrpSpPr>
        <p:cNvPr id="1" name=""/>
        <p:cNvGrpSpPr/>
        <p:nvPr/>
      </p:nvGrpSpPr>
      <p:grpSpPr>
        <a:xfrm>
          <a:off x="0" y="0"/>
          <a:ext cx="0" cy="0"/>
          <a:chOff x="0" y="0"/>
          <a:chExt cx="0" cy="0"/>
        </a:xfrm>
      </p:grpSpPr>
      <p:sp>
        <p:nvSpPr>
          <p:cNvPr id="2" name="Title 1"/>
          <p:cNvSpPr>
            <a:spLocks noGrp="1"/>
          </p:cNvSpPr>
          <p:nvPr>
            <p:ph type="title"/>
          </p:nvPr>
        </p:nvSpPr>
        <p:spPr>
          <a:xfrm>
            <a:off x="2178423" y="914400"/>
            <a:ext cx="6508377" cy="1143000"/>
          </a:xfrm>
        </p:spPr>
        <p:txBody>
          <a:bodyPr/>
          <a:lstStyle/>
          <a:p>
            <a:r>
              <a:rPr lang="en-US"/>
              <a:t>Click to edit Master title style</a:t>
            </a:r>
            <a:endParaRPr/>
          </a:p>
        </p:txBody>
      </p:sp>
      <p:sp>
        <p:nvSpPr>
          <p:cNvPr id="3" name="Content Placeholder 2"/>
          <p:cNvSpPr>
            <a:spLocks noGrp="1"/>
          </p:cNvSpPr>
          <p:nvPr>
            <p:ph idx="1"/>
          </p:nvPr>
        </p:nvSpPr>
        <p:spPr>
          <a:xfrm>
            <a:off x="2178423" y="2209800"/>
            <a:ext cx="6508377" cy="3916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9" name="Picture Placeholder 8"/>
          <p:cNvSpPr>
            <a:spLocks noGrp="1"/>
          </p:cNvSpPr>
          <p:nvPr>
            <p:ph type="pic" sz="quarter" idx="13"/>
          </p:nvPr>
        </p:nvSpPr>
        <p:spPr>
          <a:xfrm>
            <a:off x="269875" y="1976718"/>
            <a:ext cx="1645920" cy="4625788"/>
          </a:xfrm>
        </p:spPr>
        <p:txBody>
          <a:bodyPr rtlCol="0">
            <a:normAutofit/>
          </a:bodyPr>
          <a:lstStyle>
            <a:lvl1pPr>
              <a:buNone/>
              <a:defRPr/>
            </a:lvl1pPr>
          </a:lstStyle>
          <a:p>
            <a:pPr lvl="0"/>
            <a:r>
              <a:rPr lang="en-US" noProof="0"/>
              <a:t>Click icon to add picture</a:t>
            </a:r>
            <a:endParaRPr noProof="0"/>
          </a:p>
        </p:txBody>
      </p:sp>
      <p:sp>
        <p:nvSpPr>
          <p:cNvPr id="7" name="Slide Number Placeholder 5"/>
          <p:cNvSpPr>
            <a:spLocks noGrp="1"/>
          </p:cNvSpPr>
          <p:nvPr>
            <p:ph type="sldNum" sz="quarter" idx="14"/>
          </p:nvPr>
        </p:nvSpPr>
        <p:spPr>
          <a:xfrm>
            <a:off x="8509000" y="6356350"/>
            <a:ext cx="508000" cy="365125"/>
          </a:xfrm>
        </p:spPr>
        <p:txBody>
          <a:bodyPr/>
          <a:lstStyle>
            <a:lvl1pPr>
              <a:defRPr sz="1400">
                <a:solidFill>
                  <a:schemeClr val="accent1"/>
                </a:solidFill>
              </a:defRPr>
            </a:lvl1pPr>
          </a:lstStyle>
          <a:p>
            <a:fld id="{3E064B5C-8818-4D6A-A93D-1EA7E7A8642F}" type="slidenum">
              <a:rPr lang="en-US"/>
              <a:pPr/>
              <a:t>‹#›</a:t>
            </a:fld>
            <a:endParaRPr lang="en-US"/>
          </a:p>
        </p:txBody>
      </p:sp>
    </p:spTree>
    <p:extLst>
      <p:ext uri="{BB962C8B-B14F-4D97-AF65-F5344CB8AC3E}">
        <p14:creationId xmlns:p14="http://schemas.microsoft.com/office/powerpoint/2010/main" val="4528111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209801" y="3429000"/>
            <a:ext cx="4966446" cy="1398494"/>
          </a:xfrm>
        </p:spPr>
        <p:txBody>
          <a:bodyPr/>
          <a:lstStyle>
            <a:lvl1pPr algn="r">
              <a:defRPr sz="4600" b="0" cap="none" baseline="0"/>
            </a:lvl1pPr>
          </a:lstStyle>
          <a:p>
            <a:r>
              <a:rPr lang="en-US"/>
              <a:t>Click to edit Master title style</a:t>
            </a:r>
            <a:endParaRPr/>
          </a:p>
        </p:txBody>
      </p:sp>
      <p:sp>
        <p:nvSpPr>
          <p:cNvPr id="3" name="Text Placeholder 2"/>
          <p:cNvSpPr>
            <a:spLocks noGrp="1"/>
          </p:cNvSpPr>
          <p:nvPr>
            <p:ph type="body" idx="1"/>
          </p:nvPr>
        </p:nvSpPr>
        <p:spPr>
          <a:xfrm>
            <a:off x="2209801" y="4824414"/>
            <a:ext cx="4966446" cy="1320800"/>
          </a:xfrm>
        </p:spPr>
        <p:txBody>
          <a:bodyPr>
            <a:normAutofit/>
          </a:bodyPr>
          <a:lstStyle>
            <a:lvl1pPr marL="0" indent="0" algn="r">
              <a:buNone/>
              <a:defRPr sz="16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6" name="Slide Number Placeholder 5"/>
          <p:cNvSpPr>
            <a:spLocks noGrp="1"/>
          </p:cNvSpPr>
          <p:nvPr>
            <p:ph type="sldNum" sz="quarter" idx="10"/>
          </p:nvPr>
        </p:nvSpPr>
        <p:spPr/>
        <p:txBody>
          <a:bodyPr/>
          <a:lstStyle>
            <a:lvl1pPr>
              <a:defRPr sz="1400"/>
            </a:lvl1pPr>
          </a:lstStyle>
          <a:p>
            <a:fld id="{DBA2BC22-22B4-412F-ACF5-AE646E1030A6}" type="slidenum">
              <a:rPr lang="en-US"/>
              <a:pPr/>
              <a:t>‹#›</a:t>
            </a:fld>
            <a:endParaRPr lang="en-US"/>
          </a:p>
        </p:txBody>
      </p:sp>
    </p:spTree>
    <p:extLst>
      <p:ext uri="{BB962C8B-B14F-4D97-AF65-F5344CB8AC3E}">
        <p14:creationId xmlns:p14="http://schemas.microsoft.com/office/powerpoint/2010/main" val="42759299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2" name="Title 1"/>
          <p:cNvSpPr>
            <a:spLocks noGrp="1"/>
          </p:cNvSpPr>
          <p:nvPr>
            <p:ph type="title"/>
          </p:nvPr>
        </p:nvSpPr>
        <p:spPr>
          <a:xfrm>
            <a:off x="3720354" y="3429001"/>
            <a:ext cx="4966446" cy="1398494"/>
          </a:xfrm>
        </p:spPr>
        <p:txBody>
          <a:bodyPr/>
          <a:lstStyle>
            <a:lvl1pPr algn="r">
              <a:defRPr sz="4600" b="0" cap="none" baseline="0"/>
            </a:lvl1pPr>
          </a:lstStyle>
          <a:p>
            <a:r>
              <a:rPr lang="en-US"/>
              <a:t>Click to edit Master title style</a:t>
            </a:r>
            <a:endParaRPr/>
          </a:p>
        </p:txBody>
      </p:sp>
      <p:sp>
        <p:nvSpPr>
          <p:cNvPr id="3" name="Text Placeholder 2"/>
          <p:cNvSpPr>
            <a:spLocks noGrp="1"/>
          </p:cNvSpPr>
          <p:nvPr>
            <p:ph type="body" idx="1"/>
          </p:nvPr>
        </p:nvSpPr>
        <p:spPr>
          <a:xfrm>
            <a:off x="3720354" y="4824414"/>
            <a:ext cx="4966446" cy="1320800"/>
          </a:xfrm>
        </p:spPr>
        <p:txBody>
          <a:bodyPr>
            <a:normAutofit/>
          </a:bodyPr>
          <a:lstStyle>
            <a:lvl1pPr marL="0" indent="0" algn="r">
              <a:buNone/>
              <a:defRPr sz="16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9" name="Picture Placeholder 8"/>
          <p:cNvSpPr>
            <a:spLocks noGrp="1"/>
          </p:cNvSpPr>
          <p:nvPr>
            <p:ph type="pic" sz="quarter" idx="13"/>
          </p:nvPr>
        </p:nvSpPr>
        <p:spPr>
          <a:xfrm>
            <a:off x="269874" y="268288"/>
            <a:ext cx="2971800" cy="4438650"/>
          </a:xfrm>
        </p:spPr>
        <p:txBody>
          <a:bodyPr rtlCol="0">
            <a:normAutofit/>
          </a:bodyPr>
          <a:lstStyle>
            <a:lvl1pPr>
              <a:buNone/>
              <a:defRPr/>
            </a:lvl1pPr>
          </a:lstStyle>
          <a:p>
            <a:pPr lvl="0"/>
            <a:r>
              <a:rPr lang="en-US" noProof="0"/>
              <a:t>Click icon to add picture</a:t>
            </a:r>
            <a:endParaRPr noProof="0"/>
          </a:p>
        </p:txBody>
      </p:sp>
      <p:sp>
        <p:nvSpPr>
          <p:cNvPr id="6" name="Slide Number Placeholder 5"/>
          <p:cNvSpPr>
            <a:spLocks noGrp="1"/>
          </p:cNvSpPr>
          <p:nvPr>
            <p:ph type="sldNum" sz="quarter" idx="14"/>
          </p:nvPr>
        </p:nvSpPr>
        <p:spPr>
          <a:xfrm>
            <a:off x="350838" y="6105525"/>
            <a:ext cx="506412" cy="365125"/>
          </a:xfrm>
        </p:spPr>
        <p:txBody>
          <a:bodyPr/>
          <a:lstStyle>
            <a:lvl1pPr>
              <a:defRPr/>
            </a:lvl1pPr>
          </a:lstStyle>
          <a:p>
            <a:fld id="{CF76020C-E113-42F5-A648-6AB4FB5A8194}" type="slidenum">
              <a:rPr lang="en-US"/>
              <a:pPr/>
              <a:t>‹#›</a:t>
            </a:fld>
            <a:endParaRPr lang="en-US"/>
          </a:p>
        </p:txBody>
      </p:sp>
    </p:spTree>
    <p:extLst>
      <p:ext uri="{BB962C8B-B14F-4D97-AF65-F5344CB8AC3E}">
        <p14:creationId xmlns:p14="http://schemas.microsoft.com/office/powerpoint/2010/main" val="25959541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199" y="914400"/>
            <a:ext cx="7391401" cy="1143000"/>
          </a:xfrm>
        </p:spPr>
        <p:txBody>
          <a:bodyPr/>
          <a:lstStyle/>
          <a:p>
            <a:r>
              <a:rPr lang="en-US"/>
              <a:t>Click to edit Master title style</a:t>
            </a:r>
            <a:endParaRPr/>
          </a:p>
        </p:txBody>
      </p:sp>
      <p:sp>
        <p:nvSpPr>
          <p:cNvPr id="3" name="Content Placeholder 2"/>
          <p:cNvSpPr>
            <a:spLocks noGrp="1"/>
          </p:cNvSpPr>
          <p:nvPr>
            <p:ph sz="half" idx="1"/>
          </p:nvPr>
        </p:nvSpPr>
        <p:spPr>
          <a:xfrm>
            <a:off x="457200" y="2214563"/>
            <a:ext cx="3566160" cy="39116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4282440" y="2214563"/>
            <a:ext cx="3566160" cy="39116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Date Placeholder 4"/>
          <p:cNvSpPr>
            <a:spLocks noGrp="1"/>
          </p:cNvSpPr>
          <p:nvPr>
            <p:ph type="dt" sz="half" idx="10"/>
          </p:nvPr>
        </p:nvSpPr>
        <p:spPr/>
        <p:txBody>
          <a:bodyPr/>
          <a:lstStyle>
            <a:lvl1pPr>
              <a:defRPr/>
            </a:lvl1pPr>
          </a:lstStyle>
          <a:p>
            <a:pPr>
              <a:defRPr/>
            </a:pPr>
            <a:endParaRPr lang="en-US"/>
          </a:p>
        </p:txBody>
      </p:sp>
      <p:sp>
        <p:nvSpPr>
          <p:cNvPr id="7" name="Footer Placeholder 5"/>
          <p:cNvSpPr>
            <a:spLocks noGrp="1"/>
          </p:cNvSpPr>
          <p:nvPr>
            <p:ph type="ftr" sz="quarter" idx="11"/>
          </p:nvPr>
        </p:nvSpPr>
        <p:spPr/>
        <p:txBody>
          <a:bodyPr/>
          <a:lstStyle>
            <a:lvl1pPr>
              <a:defRPr/>
            </a:lvl1pPr>
          </a:lstStyle>
          <a:p>
            <a:pPr>
              <a:defRPr/>
            </a:pPr>
            <a:endParaRPr lang="en-US"/>
          </a:p>
        </p:txBody>
      </p:sp>
      <p:sp>
        <p:nvSpPr>
          <p:cNvPr id="8" name="Slide Number Placeholder 6"/>
          <p:cNvSpPr>
            <a:spLocks noGrp="1"/>
          </p:cNvSpPr>
          <p:nvPr>
            <p:ph type="sldNum" sz="quarter" idx="12"/>
          </p:nvPr>
        </p:nvSpPr>
        <p:spPr/>
        <p:txBody>
          <a:bodyPr/>
          <a:lstStyle>
            <a:lvl1pPr>
              <a:defRPr/>
            </a:lvl1pPr>
          </a:lstStyle>
          <a:p>
            <a:fld id="{59CCA7D6-15BA-4FED-A32C-A6FFB2EC17F1}" type="slidenum">
              <a:rPr lang="en-US"/>
              <a:pPr/>
              <a:t>‹#›</a:t>
            </a:fld>
            <a:endParaRPr lang="en-US"/>
          </a:p>
        </p:txBody>
      </p:sp>
    </p:spTree>
    <p:extLst>
      <p:ext uri="{BB962C8B-B14F-4D97-AF65-F5344CB8AC3E}">
        <p14:creationId xmlns:p14="http://schemas.microsoft.com/office/powerpoint/2010/main" val="14147263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199" y="914400"/>
            <a:ext cx="7388352" cy="1143000"/>
          </a:xfrm>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457200" y="2054132"/>
            <a:ext cx="3566160" cy="639762"/>
          </a:xfrm>
        </p:spPr>
        <p:txBody>
          <a:bodyPr anchor="b">
            <a:noAutofit/>
          </a:bodyPr>
          <a:lstStyle>
            <a:lvl1pPr marL="0" indent="0" algn="ctr">
              <a:spcBef>
                <a:spcPct val="0"/>
              </a:spcBef>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689411"/>
            <a:ext cx="3566160" cy="3436751"/>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4279391" y="2054132"/>
            <a:ext cx="3566160" cy="639762"/>
          </a:xfrm>
        </p:spPr>
        <p:txBody>
          <a:bodyPr anchor="b">
            <a:noAutofit/>
          </a:bodyPr>
          <a:lstStyle>
            <a:lvl1pPr marL="0" indent="0" algn="ctr">
              <a:spcBef>
                <a:spcPct val="0"/>
              </a:spcBef>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279391" y="2689411"/>
            <a:ext cx="3566160" cy="3436751"/>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Date Placeholder 6"/>
          <p:cNvSpPr>
            <a:spLocks noGrp="1"/>
          </p:cNvSpPr>
          <p:nvPr>
            <p:ph type="dt" sz="half" idx="10"/>
          </p:nvPr>
        </p:nvSpPr>
        <p:spPr/>
        <p:txBody>
          <a:bodyPr/>
          <a:lstStyle>
            <a:lvl1pPr>
              <a:defRPr/>
            </a:lvl1pPr>
          </a:lstStyle>
          <a:p>
            <a:pPr>
              <a:defRPr/>
            </a:pPr>
            <a:endParaRPr lang="en-US"/>
          </a:p>
        </p:txBody>
      </p:sp>
      <p:sp>
        <p:nvSpPr>
          <p:cNvPr id="9" name="Footer Placeholder 7"/>
          <p:cNvSpPr>
            <a:spLocks noGrp="1"/>
          </p:cNvSpPr>
          <p:nvPr>
            <p:ph type="ftr" sz="quarter" idx="11"/>
          </p:nvPr>
        </p:nvSpPr>
        <p:spPr/>
        <p:txBody>
          <a:bodyPr/>
          <a:lstStyle>
            <a:lvl1pPr>
              <a:defRPr/>
            </a:lvl1pPr>
          </a:lstStyle>
          <a:p>
            <a:pPr>
              <a:defRPr/>
            </a:pPr>
            <a:endParaRPr lang="en-US"/>
          </a:p>
        </p:txBody>
      </p:sp>
      <p:sp>
        <p:nvSpPr>
          <p:cNvPr id="10" name="Slide Number Placeholder 8"/>
          <p:cNvSpPr>
            <a:spLocks noGrp="1"/>
          </p:cNvSpPr>
          <p:nvPr>
            <p:ph type="sldNum" sz="quarter" idx="12"/>
          </p:nvPr>
        </p:nvSpPr>
        <p:spPr/>
        <p:txBody>
          <a:bodyPr/>
          <a:lstStyle>
            <a:lvl1pPr>
              <a:defRPr/>
            </a:lvl1pPr>
          </a:lstStyle>
          <a:p>
            <a:fld id="{E05F87A7-9D84-47BD-A8FC-A417B1C71F41}" type="slidenum">
              <a:rPr lang="en-US"/>
              <a:pPr/>
              <a:t>‹#›</a:t>
            </a:fld>
            <a:endParaRPr lang="en-US"/>
          </a:p>
        </p:txBody>
      </p:sp>
    </p:spTree>
    <p:extLst>
      <p:ext uri="{BB962C8B-B14F-4D97-AF65-F5344CB8AC3E}">
        <p14:creationId xmlns:p14="http://schemas.microsoft.com/office/powerpoint/2010/main" val="7850003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2 Content, Top and Bottom">
    <p:spTree>
      <p:nvGrpSpPr>
        <p:cNvPr id="1" name=""/>
        <p:cNvGrpSpPr/>
        <p:nvPr/>
      </p:nvGrpSpPr>
      <p:grpSpPr>
        <a:xfrm>
          <a:off x="0" y="0"/>
          <a:ext cx="0" cy="0"/>
          <a:chOff x="0" y="0"/>
          <a:chExt cx="0" cy="0"/>
        </a:xfrm>
      </p:grpSpPr>
      <p:sp>
        <p:nvSpPr>
          <p:cNvPr id="2" name="Title 1"/>
          <p:cNvSpPr>
            <a:spLocks noGrp="1"/>
          </p:cNvSpPr>
          <p:nvPr>
            <p:ph type="title"/>
          </p:nvPr>
        </p:nvSpPr>
        <p:spPr>
          <a:xfrm>
            <a:off x="457199" y="914400"/>
            <a:ext cx="7391401" cy="1143000"/>
          </a:xfrm>
        </p:spPr>
        <p:txBody>
          <a:bodyPr/>
          <a:lstStyle/>
          <a:p>
            <a:r>
              <a:rPr lang="en-US"/>
              <a:t>Click to edit Master title style</a:t>
            </a:r>
            <a:endParaRPr/>
          </a:p>
        </p:txBody>
      </p:sp>
      <p:sp>
        <p:nvSpPr>
          <p:cNvPr id="3" name="Content Placeholder 2"/>
          <p:cNvSpPr>
            <a:spLocks noGrp="1"/>
          </p:cNvSpPr>
          <p:nvPr>
            <p:ph sz="half" idx="1"/>
          </p:nvPr>
        </p:nvSpPr>
        <p:spPr>
          <a:xfrm>
            <a:off x="457199" y="2214562"/>
            <a:ext cx="7396163"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9" name="Content Placeholder 2"/>
          <p:cNvSpPr>
            <a:spLocks noGrp="1"/>
          </p:cNvSpPr>
          <p:nvPr>
            <p:ph sz="half" idx="13"/>
          </p:nvPr>
        </p:nvSpPr>
        <p:spPr>
          <a:xfrm>
            <a:off x="457199" y="4224973"/>
            <a:ext cx="7396163"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Date Placeholder 4"/>
          <p:cNvSpPr>
            <a:spLocks noGrp="1"/>
          </p:cNvSpPr>
          <p:nvPr>
            <p:ph type="dt" sz="half" idx="14"/>
          </p:nvPr>
        </p:nvSpPr>
        <p:spPr/>
        <p:txBody>
          <a:bodyPr/>
          <a:lstStyle>
            <a:lvl1pPr>
              <a:defRPr/>
            </a:lvl1pPr>
          </a:lstStyle>
          <a:p>
            <a:pPr>
              <a:defRPr/>
            </a:pPr>
            <a:endParaRPr lang="en-US"/>
          </a:p>
        </p:txBody>
      </p:sp>
      <p:sp>
        <p:nvSpPr>
          <p:cNvPr id="7" name="Footer Placeholder 5"/>
          <p:cNvSpPr>
            <a:spLocks noGrp="1"/>
          </p:cNvSpPr>
          <p:nvPr>
            <p:ph type="ftr" sz="quarter" idx="15"/>
          </p:nvPr>
        </p:nvSpPr>
        <p:spPr/>
        <p:txBody>
          <a:bodyPr/>
          <a:lstStyle>
            <a:lvl1pPr>
              <a:defRPr/>
            </a:lvl1pPr>
          </a:lstStyle>
          <a:p>
            <a:pPr>
              <a:defRPr/>
            </a:pPr>
            <a:endParaRPr lang="en-US"/>
          </a:p>
        </p:txBody>
      </p:sp>
      <p:sp>
        <p:nvSpPr>
          <p:cNvPr id="8" name="Slide Number Placeholder 6"/>
          <p:cNvSpPr>
            <a:spLocks noGrp="1"/>
          </p:cNvSpPr>
          <p:nvPr>
            <p:ph type="sldNum" sz="quarter" idx="16"/>
          </p:nvPr>
        </p:nvSpPr>
        <p:spPr/>
        <p:txBody>
          <a:bodyPr/>
          <a:lstStyle>
            <a:lvl1pPr>
              <a:defRPr/>
            </a:lvl1pPr>
          </a:lstStyle>
          <a:p>
            <a:fld id="{FE1D1004-4CA4-4ECC-BD50-7A20093EA633}" type="slidenum">
              <a:rPr lang="en-US"/>
              <a:pPr/>
              <a:t>‹#›</a:t>
            </a:fld>
            <a:endParaRPr lang="en-US"/>
          </a:p>
        </p:txBody>
      </p:sp>
    </p:spTree>
    <p:extLst>
      <p:ext uri="{BB962C8B-B14F-4D97-AF65-F5344CB8AC3E}">
        <p14:creationId xmlns:p14="http://schemas.microsoft.com/office/powerpoint/2010/main" val="31711183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3 Content">
    <p:spTree>
      <p:nvGrpSpPr>
        <p:cNvPr id="1" name=""/>
        <p:cNvGrpSpPr/>
        <p:nvPr/>
      </p:nvGrpSpPr>
      <p:grpSpPr>
        <a:xfrm>
          <a:off x="0" y="0"/>
          <a:ext cx="0" cy="0"/>
          <a:chOff x="0" y="0"/>
          <a:chExt cx="0" cy="0"/>
        </a:xfrm>
      </p:grpSpPr>
      <p:sp>
        <p:nvSpPr>
          <p:cNvPr id="2" name="Title 1"/>
          <p:cNvSpPr>
            <a:spLocks noGrp="1"/>
          </p:cNvSpPr>
          <p:nvPr>
            <p:ph type="title"/>
          </p:nvPr>
        </p:nvSpPr>
        <p:spPr>
          <a:xfrm>
            <a:off x="457199" y="914400"/>
            <a:ext cx="7391401" cy="1143000"/>
          </a:xfrm>
        </p:spPr>
        <p:txBody>
          <a:bodyPr/>
          <a:lstStyle/>
          <a:p>
            <a:r>
              <a:rPr lang="en-US"/>
              <a:t>Click to edit Master title style</a:t>
            </a:r>
            <a:endParaRPr/>
          </a:p>
        </p:txBody>
      </p:sp>
      <p:sp>
        <p:nvSpPr>
          <p:cNvPr id="3" name="Content Placeholder 2"/>
          <p:cNvSpPr>
            <a:spLocks noGrp="1"/>
          </p:cNvSpPr>
          <p:nvPr>
            <p:ph sz="half" idx="1"/>
          </p:nvPr>
        </p:nvSpPr>
        <p:spPr>
          <a:xfrm>
            <a:off x="4282440" y="2214562"/>
            <a:ext cx="356616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9" name="Content Placeholder 2"/>
          <p:cNvSpPr>
            <a:spLocks noGrp="1"/>
          </p:cNvSpPr>
          <p:nvPr>
            <p:ph sz="half" idx="13"/>
          </p:nvPr>
        </p:nvSpPr>
        <p:spPr>
          <a:xfrm>
            <a:off x="4282440" y="4224973"/>
            <a:ext cx="356616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0" name="Content Placeholder 2"/>
          <p:cNvSpPr>
            <a:spLocks noGrp="1"/>
          </p:cNvSpPr>
          <p:nvPr>
            <p:ph sz="half" idx="14"/>
          </p:nvPr>
        </p:nvSpPr>
        <p:spPr>
          <a:xfrm>
            <a:off x="457200" y="2214563"/>
            <a:ext cx="3566160" cy="39116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4"/>
          <p:cNvSpPr>
            <a:spLocks noGrp="1"/>
          </p:cNvSpPr>
          <p:nvPr>
            <p:ph type="dt" sz="half" idx="15"/>
          </p:nvPr>
        </p:nvSpPr>
        <p:spPr/>
        <p:txBody>
          <a:bodyPr/>
          <a:lstStyle>
            <a:lvl1pPr>
              <a:defRPr/>
            </a:lvl1pPr>
          </a:lstStyle>
          <a:p>
            <a:pPr>
              <a:defRPr/>
            </a:pPr>
            <a:endParaRPr lang="en-US"/>
          </a:p>
        </p:txBody>
      </p:sp>
      <p:sp>
        <p:nvSpPr>
          <p:cNvPr id="8" name="Footer Placeholder 5"/>
          <p:cNvSpPr>
            <a:spLocks noGrp="1"/>
          </p:cNvSpPr>
          <p:nvPr>
            <p:ph type="ftr" sz="quarter" idx="16"/>
          </p:nvPr>
        </p:nvSpPr>
        <p:spPr/>
        <p:txBody>
          <a:bodyPr/>
          <a:lstStyle>
            <a:lvl1pPr>
              <a:defRPr/>
            </a:lvl1pPr>
          </a:lstStyle>
          <a:p>
            <a:pPr>
              <a:defRPr/>
            </a:pPr>
            <a:endParaRPr lang="en-US"/>
          </a:p>
        </p:txBody>
      </p:sp>
      <p:sp>
        <p:nvSpPr>
          <p:cNvPr id="11" name="Slide Number Placeholder 6"/>
          <p:cNvSpPr>
            <a:spLocks noGrp="1"/>
          </p:cNvSpPr>
          <p:nvPr>
            <p:ph type="sldNum" sz="quarter" idx="17"/>
          </p:nvPr>
        </p:nvSpPr>
        <p:spPr/>
        <p:txBody>
          <a:bodyPr/>
          <a:lstStyle>
            <a:lvl1pPr>
              <a:defRPr/>
            </a:lvl1pPr>
          </a:lstStyle>
          <a:p>
            <a:fld id="{87C28D44-833E-4A06-9FCA-56FF30403566}" type="slidenum">
              <a:rPr lang="en-US"/>
              <a:pPr/>
              <a:t>‹#›</a:t>
            </a:fld>
            <a:endParaRPr lang="en-US"/>
          </a:p>
        </p:txBody>
      </p:sp>
    </p:spTree>
    <p:extLst>
      <p:ext uri="{BB962C8B-B14F-4D97-AF65-F5344CB8AC3E}">
        <p14:creationId xmlns:p14="http://schemas.microsoft.com/office/powerpoint/2010/main" val="24083762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4 Content">
    <p:spTree>
      <p:nvGrpSpPr>
        <p:cNvPr id="1" name=""/>
        <p:cNvGrpSpPr/>
        <p:nvPr/>
      </p:nvGrpSpPr>
      <p:grpSpPr>
        <a:xfrm>
          <a:off x="0" y="0"/>
          <a:ext cx="0" cy="0"/>
          <a:chOff x="0" y="0"/>
          <a:chExt cx="0" cy="0"/>
        </a:xfrm>
      </p:grpSpPr>
      <p:sp>
        <p:nvSpPr>
          <p:cNvPr id="2" name="Title 1"/>
          <p:cNvSpPr>
            <a:spLocks noGrp="1"/>
          </p:cNvSpPr>
          <p:nvPr>
            <p:ph type="title"/>
          </p:nvPr>
        </p:nvSpPr>
        <p:spPr>
          <a:xfrm>
            <a:off x="457199" y="914400"/>
            <a:ext cx="7391401" cy="1143000"/>
          </a:xfrm>
        </p:spPr>
        <p:txBody>
          <a:bodyPr/>
          <a:lstStyle/>
          <a:p>
            <a:r>
              <a:rPr lang="en-US"/>
              <a:t>Click to edit Master title style</a:t>
            </a:r>
            <a:endParaRPr/>
          </a:p>
        </p:txBody>
      </p:sp>
      <p:sp>
        <p:nvSpPr>
          <p:cNvPr id="3" name="Content Placeholder 2"/>
          <p:cNvSpPr>
            <a:spLocks noGrp="1"/>
          </p:cNvSpPr>
          <p:nvPr>
            <p:ph sz="half" idx="1"/>
          </p:nvPr>
        </p:nvSpPr>
        <p:spPr>
          <a:xfrm>
            <a:off x="4282440" y="2214562"/>
            <a:ext cx="356616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9" name="Content Placeholder 2"/>
          <p:cNvSpPr>
            <a:spLocks noGrp="1"/>
          </p:cNvSpPr>
          <p:nvPr>
            <p:ph sz="half" idx="13"/>
          </p:nvPr>
        </p:nvSpPr>
        <p:spPr>
          <a:xfrm>
            <a:off x="4282440" y="4224973"/>
            <a:ext cx="356616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1" name="Content Placeholder 2"/>
          <p:cNvSpPr>
            <a:spLocks noGrp="1"/>
          </p:cNvSpPr>
          <p:nvPr>
            <p:ph sz="half" idx="14"/>
          </p:nvPr>
        </p:nvSpPr>
        <p:spPr>
          <a:xfrm>
            <a:off x="457200" y="2214562"/>
            <a:ext cx="356616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2" name="Content Placeholder 2"/>
          <p:cNvSpPr>
            <a:spLocks noGrp="1"/>
          </p:cNvSpPr>
          <p:nvPr>
            <p:ph sz="half" idx="15"/>
          </p:nvPr>
        </p:nvSpPr>
        <p:spPr>
          <a:xfrm>
            <a:off x="457200" y="4224973"/>
            <a:ext cx="356616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Date Placeholder 4"/>
          <p:cNvSpPr>
            <a:spLocks noGrp="1"/>
          </p:cNvSpPr>
          <p:nvPr>
            <p:ph type="dt" sz="half" idx="16"/>
          </p:nvPr>
        </p:nvSpPr>
        <p:spPr/>
        <p:txBody>
          <a:bodyPr/>
          <a:lstStyle>
            <a:lvl1pPr>
              <a:defRPr/>
            </a:lvl1pPr>
          </a:lstStyle>
          <a:p>
            <a:pPr>
              <a:defRPr/>
            </a:pPr>
            <a:endParaRPr lang="en-US"/>
          </a:p>
        </p:txBody>
      </p:sp>
      <p:sp>
        <p:nvSpPr>
          <p:cNvPr id="10" name="Footer Placeholder 5"/>
          <p:cNvSpPr>
            <a:spLocks noGrp="1"/>
          </p:cNvSpPr>
          <p:nvPr>
            <p:ph type="ftr" sz="quarter" idx="17"/>
          </p:nvPr>
        </p:nvSpPr>
        <p:spPr/>
        <p:txBody>
          <a:bodyPr/>
          <a:lstStyle>
            <a:lvl1pPr>
              <a:defRPr/>
            </a:lvl1pPr>
          </a:lstStyle>
          <a:p>
            <a:pPr>
              <a:defRPr/>
            </a:pPr>
            <a:endParaRPr lang="en-US"/>
          </a:p>
        </p:txBody>
      </p:sp>
      <p:sp>
        <p:nvSpPr>
          <p:cNvPr id="13" name="Slide Number Placeholder 6"/>
          <p:cNvSpPr>
            <a:spLocks noGrp="1"/>
          </p:cNvSpPr>
          <p:nvPr>
            <p:ph type="sldNum" sz="quarter" idx="18"/>
          </p:nvPr>
        </p:nvSpPr>
        <p:spPr/>
        <p:txBody>
          <a:bodyPr/>
          <a:lstStyle>
            <a:lvl1pPr>
              <a:defRPr/>
            </a:lvl1pPr>
          </a:lstStyle>
          <a:p>
            <a:fld id="{27AB178F-9C4B-47B5-8165-EFA530FB2EA0}" type="slidenum">
              <a:rPr lang="en-US"/>
              <a:pPr/>
              <a:t>‹#›</a:t>
            </a:fld>
            <a:endParaRPr lang="en-US"/>
          </a:p>
        </p:txBody>
      </p:sp>
    </p:spTree>
    <p:extLst>
      <p:ext uri="{BB962C8B-B14F-4D97-AF65-F5344CB8AC3E}">
        <p14:creationId xmlns:p14="http://schemas.microsoft.com/office/powerpoint/2010/main" val="32359514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74625" y="154305"/>
            <a:ext cx="7772400" cy="777240"/>
          </a:xfrm>
          <a:solidFill>
            <a:schemeClr val="accent2"/>
          </a:solidFill>
        </p:spPr>
        <p:txBody>
          <a:bodyPr/>
          <a:lstStyle/>
          <a:p>
            <a:r>
              <a:rPr lang="en-US" dirty="0"/>
              <a:t>Click to edit Master title style</a:t>
            </a:r>
            <a:endParaRPr dirty="0"/>
          </a:p>
        </p:txBody>
      </p:sp>
      <p:sp>
        <p:nvSpPr>
          <p:cNvPr id="6" name="Slide Number Placeholder 4"/>
          <p:cNvSpPr>
            <a:spLocks noGrp="1"/>
          </p:cNvSpPr>
          <p:nvPr>
            <p:ph type="sldNum" sz="quarter" idx="12"/>
          </p:nvPr>
        </p:nvSpPr>
        <p:spPr/>
        <p:txBody>
          <a:bodyPr/>
          <a:lstStyle>
            <a:lvl1pPr>
              <a:defRPr sz="1400">
                <a:solidFill>
                  <a:schemeClr val="accent1"/>
                </a:solidFill>
              </a:defRPr>
            </a:lvl1pPr>
          </a:lstStyle>
          <a:p>
            <a:fld id="{1C010071-6A9F-4D3C-AE1D-B89583820A16}" type="slidenum">
              <a:rPr lang="en-US" smtClean="0"/>
              <a:pPr/>
              <a:t>‹#›</a:t>
            </a:fld>
            <a:endParaRPr lang="en-US" dirty="0"/>
          </a:p>
        </p:txBody>
      </p:sp>
    </p:spTree>
    <p:extLst>
      <p:ext uri="{BB962C8B-B14F-4D97-AF65-F5344CB8AC3E}">
        <p14:creationId xmlns:p14="http://schemas.microsoft.com/office/powerpoint/2010/main" val="42372721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Slide Number Placeholder 5"/>
          <p:cNvSpPr>
            <a:spLocks noGrp="1"/>
          </p:cNvSpPr>
          <p:nvPr>
            <p:ph type="sldNum" sz="quarter" idx="10"/>
          </p:nvPr>
        </p:nvSpPr>
        <p:spPr>
          <a:xfrm>
            <a:off x="8509000" y="6356350"/>
            <a:ext cx="508000" cy="365125"/>
          </a:xfrm>
        </p:spPr>
        <p:txBody>
          <a:bodyPr/>
          <a:lstStyle>
            <a:lvl1pPr>
              <a:defRPr sz="1400">
                <a:solidFill>
                  <a:schemeClr val="accent1"/>
                </a:solidFill>
              </a:defRPr>
            </a:lvl1pPr>
          </a:lstStyle>
          <a:p>
            <a:fld id="{EAF2F90D-D93C-48A3-A5C7-95CB65F815F4}" type="slidenum">
              <a:rPr lang="en-US"/>
              <a:pPr/>
              <a:t>‹#›</a:t>
            </a:fld>
            <a:endParaRPr lang="en-US"/>
          </a:p>
        </p:txBody>
      </p:sp>
    </p:spTree>
    <p:extLst>
      <p:ext uri="{BB962C8B-B14F-4D97-AF65-F5344CB8AC3E}">
        <p14:creationId xmlns:p14="http://schemas.microsoft.com/office/powerpoint/2010/main" val="10723899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199" y="995082"/>
            <a:ext cx="3566160" cy="1035424"/>
          </a:xfrm>
        </p:spPr>
        <p:txBody>
          <a:bodyPr/>
          <a:lstStyle>
            <a:lvl1pPr algn="l">
              <a:defRPr sz="2800" b="0"/>
            </a:lvl1pPr>
          </a:lstStyle>
          <a:p>
            <a:r>
              <a:rPr lang="en-US"/>
              <a:t>Click to edit Master title style</a:t>
            </a:r>
            <a:endParaRPr/>
          </a:p>
        </p:txBody>
      </p:sp>
      <p:sp>
        <p:nvSpPr>
          <p:cNvPr id="3" name="Content Placeholder 2"/>
          <p:cNvSpPr>
            <a:spLocks noGrp="1"/>
          </p:cNvSpPr>
          <p:nvPr>
            <p:ph idx="1"/>
          </p:nvPr>
        </p:nvSpPr>
        <p:spPr>
          <a:xfrm>
            <a:off x="4762052" y="990600"/>
            <a:ext cx="3566160" cy="5135563"/>
          </a:xfrm>
        </p:spPr>
        <p:txBody>
          <a:bodyPr>
            <a:normAutofit/>
          </a:bodyPr>
          <a:lstStyle>
            <a:lvl1pPr>
              <a:defRPr sz="1800"/>
            </a:lvl1pPr>
            <a:lvl2pPr>
              <a:defRPr sz="18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457199" y="2057400"/>
            <a:ext cx="3566160" cy="3657601"/>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Date Placeholder 4"/>
          <p:cNvSpPr>
            <a:spLocks noGrp="1"/>
          </p:cNvSpPr>
          <p:nvPr>
            <p:ph type="dt" sz="half" idx="10"/>
          </p:nvPr>
        </p:nvSpPr>
        <p:spPr/>
        <p:txBody>
          <a:bodyPr/>
          <a:lstStyle>
            <a:lvl1pPr>
              <a:defRPr/>
            </a:lvl1pPr>
          </a:lstStyle>
          <a:p>
            <a:pPr>
              <a:defRPr/>
            </a:pPr>
            <a:endParaRPr lang="en-US"/>
          </a:p>
        </p:txBody>
      </p:sp>
      <p:sp>
        <p:nvSpPr>
          <p:cNvPr id="7" name="Footer Placeholder 5"/>
          <p:cNvSpPr>
            <a:spLocks noGrp="1"/>
          </p:cNvSpPr>
          <p:nvPr>
            <p:ph type="ftr" sz="quarter" idx="11"/>
          </p:nvPr>
        </p:nvSpPr>
        <p:spPr/>
        <p:txBody>
          <a:bodyPr/>
          <a:lstStyle>
            <a:lvl1pPr>
              <a:defRPr/>
            </a:lvl1pPr>
          </a:lstStyle>
          <a:p>
            <a:pPr>
              <a:defRPr/>
            </a:pPr>
            <a:endParaRPr lang="en-US"/>
          </a:p>
        </p:txBody>
      </p:sp>
      <p:sp>
        <p:nvSpPr>
          <p:cNvPr id="8" name="Slide Number Placeholder 6"/>
          <p:cNvSpPr>
            <a:spLocks noGrp="1"/>
          </p:cNvSpPr>
          <p:nvPr>
            <p:ph type="sldNum" sz="quarter" idx="12"/>
          </p:nvPr>
        </p:nvSpPr>
        <p:spPr/>
        <p:txBody>
          <a:bodyPr/>
          <a:lstStyle>
            <a:lvl1pPr>
              <a:defRPr/>
            </a:lvl1pPr>
          </a:lstStyle>
          <a:p>
            <a:fld id="{1C987408-95F9-4E73-A6E4-A1C42D938FD0}" type="slidenum">
              <a:rPr lang="en-US"/>
              <a:pPr/>
              <a:t>‹#›</a:t>
            </a:fld>
            <a:endParaRPr lang="en-US" dirty="0"/>
          </a:p>
        </p:txBody>
      </p:sp>
    </p:spTree>
    <p:extLst>
      <p:ext uri="{BB962C8B-B14F-4D97-AF65-F5344CB8AC3E}">
        <p14:creationId xmlns:p14="http://schemas.microsoft.com/office/powerpoint/2010/main" val="4215163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199" y="995082"/>
            <a:ext cx="3566160" cy="1035424"/>
          </a:xfrm>
        </p:spPr>
        <p:txBody>
          <a:bodyPr/>
          <a:lstStyle>
            <a:lvl1pPr algn="l">
              <a:defRPr sz="2800" b="0"/>
            </a:lvl1pPr>
          </a:lstStyle>
          <a:p>
            <a:r>
              <a:rPr lang="en-US"/>
              <a:t>Click to edit Master title style</a:t>
            </a:r>
            <a:endParaRPr/>
          </a:p>
        </p:txBody>
      </p:sp>
      <p:sp>
        <p:nvSpPr>
          <p:cNvPr id="4" name="Text Placeholder 3"/>
          <p:cNvSpPr>
            <a:spLocks noGrp="1"/>
          </p:cNvSpPr>
          <p:nvPr>
            <p:ph type="body" sz="half" idx="2"/>
          </p:nvPr>
        </p:nvSpPr>
        <p:spPr>
          <a:xfrm>
            <a:off x="457199" y="2057400"/>
            <a:ext cx="3566160" cy="3657601"/>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Picture Placeholder 9"/>
          <p:cNvSpPr>
            <a:spLocks noGrp="1"/>
          </p:cNvSpPr>
          <p:nvPr>
            <p:ph type="pic" sz="quarter" idx="13"/>
          </p:nvPr>
        </p:nvSpPr>
        <p:spPr>
          <a:xfrm>
            <a:off x="4760258" y="990600"/>
            <a:ext cx="4096512" cy="5611813"/>
          </a:xfrm>
        </p:spPr>
        <p:txBody>
          <a:bodyPr rtlCol="0">
            <a:normAutofit/>
          </a:bodyPr>
          <a:lstStyle>
            <a:lvl1pPr>
              <a:buNone/>
              <a:defRPr/>
            </a:lvl1pPr>
          </a:lstStyle>
          <a:p>
            <a:pPr lvl="0"/>
            <a:r>
              <a:rPr lang="en-US" noProof="0"/>
              <a:t>Click icon to add picture</a:t>
            </a:r>
            <a:endParaRPr noProof="0"/>
          </a:p>
        </p:txBody>
      </p:sp>
      <p:sp>
        <p:nvSpPr>
          <p:cNvPr id="6" name="Date Placeholder 4"/>
          <p:cNvSpPr>
            <a:spLocks noGrp="1"/>
          </p:cNvSpPr>
          <p:nvPr>
            <p:ph type="dt" sz="half" idx="14"/>
          </p:nvPr>
        </p:nvSpPr>
        <p:spPr>
          <a:xfrm>
            <a:off x="161925" y="6124575"/>
            <a:ext cx="1752600" cy="365125"/>
          </a:xfrm>
        </p:spPr>
        <p:txBody>
          <a:bodyPr/>
          <a:lstStyle>
            <a:lvl1pPr algn="l">
              <a:defRPr/>
            </a:lvl1pPr>
          </a:lstStyle>
          <a:p>
            <a:pPr>
              <a:defRPr/>
            </a:pPr>
            <a:endParaRPr lang="en-US"/>
          </a:p>
        </p:txBody>
      </p:sp>
      <p:sp>
        <p:nvSpPr>
          <p:cNvPr id="7" name="Footer Placeholder 5"/>
          <p:cNvSpPr>
            <a:spLocks noGrp="1"/>
          </p:cNvSpPr>
          <p:nvPr>
            <p:ph type="ftr" sz="quarter" idx="15"/>
          </p:nvPr>
        </p:nvSpPr>
        <p:spPr>
          <a:xfrm>
            <a:off x="174625" y="6356350"/>
            <a:ext cx="3863975" cy="365125"/>
          </a:xfrm>
        </p:spPr>
        <p:txBody>
          <a:bodyPr/>
          <a:lstStyle>
            <a:lvl1pPr>
              <a:defRPr/>
            </a:lvl1pPr>
          </a:lstStyle>
          <a:p>
            <a:pPr>
              <a:defRPr/>
            </a:pPr>
            <a:endParaRPr lang="en-US"/>
          </a:p>
        </p:txBody>
      </p:sp>
      <p:sp>
        <p:nvSpPr>
          <p:cNvPr id="8" name="Slide Number Placeholder 6"/>
          <p:cNvSpPr>
            <a:spLocks noGrp="1"/>
          </p:cNvSpPr>
          <p:nvPr>
            <p:ph type="sldNum" sz="quarter" idx="16"/>
          </p:nvPr>
        </p:nvSpPr>
        <p:spPr/>
        <p:txBody>
          <a:bodyPr/>
          <a:lstStyle>
            <a:lvl1pPr>
              <a:defRPr/>
            </a:lvl1pPr>
          </a:lstStyle>
          <a:p>
            <a:fld id="{B2D6FFE6-2ED9-4BCE-A446-DEA7C949F52F}" type="slidenum">
              <a:rPr lang="en-US"/>
              <a:pPr/>
              <a:t>‹#›</a:t>
            </a:fld>
            <a:endParaRPr lang="en-US"/>
          </a:p>
        </p:txBody>
      </p:sp>
    </p:spTree>
    <p:extLst>
      <p:ext uri="{BB962C8B-B14F-4D97-AF65-F5344CB8AC3E}">
        <p14:creationId xmlns:p14="http://schemas.microsoft.com/office/powerpoint/2010/main" val="300206823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above Caption">
    <p:spTree>
      <p:nvGrpSpPr>
        <p:cNvPr id="1" name=""/>
        <p:cNvGrpSpPr/>
        <p:nvPr/>
      </p:nvGrpSpPr>
      <p:grpSpPr>
        <a:xfrm>
          <a:off x="0" y="0"/>
          <a:ext cx="0" cy="0"/>
          <a:chOff x="0" y="0"/>
          <a:chExt cx="0" cy="0"/>
        </a:xfrm>
      </p:grpSpPr>
      <p:sp>
        <p:nvSpPr>
          <p:cNvPr id="2" name="Title 1"/>
          <p:cNvSpPr>
            <a:spLocks noGrp="1"/>
          </p:cNvSpPr>
          <p:nvPr>
            <p:ph type="title"/>
          </p:nvPr>
        </p:nvSpPr>
        <p:spPr>
          <a:xfrm>
            <a:off x="458788" y="4267200"/>
            <a:ext cx="6477000" cy="566738"/>
          </a:xfrm>
        </p:spPr>
        <p:txBody>
          <a:bodyPr/>
          <a:lstStyle>
            <a:lvl1pPr algn="l">
              <a:defRPr sz="2800" b="0"/>
            </a:lvl1pPr>
          </a:lstStyle>
          <a:p>
            <a:r>
              <a:rPr lang="en-US"/>
              <a:t>Click to edit Master title style</a:t>
            </a:r>
            <a:endParaRPr/>
          </a:p>
        </p:txBody>
      </p:sp>
      <p:sp>
        <p:nvSpPr>
          <p:cNvPr id="3" name="Picture Placeholder 2"/>
          <p:cNvSpPr>
            <a:spLocks noGrp="1"/>
          </p:cNvSpPr>
          <p:nvPr>
            <p:ph type="pic" idx="1"/>
          </p:nvPr>
        </p:nvSpPr>
        <p:spPr>
          <a:xfrm>
            <a:off x="269874" y="268288"/>
            <a:ext cx="6858000" cy="3639312"/>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noProof="0"/>
          </a:p>
        </p:txBody>
      </p:sp>
      <p:sp>
        <p:nvSpPr>
          <p:cNvPr id="4" name="Text Placeholder 3"/>
          <p:cNvSpPr>
            <a:spLocks noGrp="1"/>
          </p:cNvSpPr>
          <p:nvPr>
            <p:ph type="body" sz="half" idx="2"/>
          </p:nvPr>
        </p:nvSpPr>
        <p:spPr>
          <a:xfrm>
            <a:off x="458788" y="4840941"/>
            <a:ext cx="6475412" cy="1304271"/>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Date Placeholder 4"/>
          <p:cNvSpPr>
            <a:spLocks noGrp="1"/>
          </p:cNvSpPr>
          <p:nvPr>
            <p:ph type="dt" sz="half" idx="10"/>
          </p:nvPr>
        </p:nvSpPr>
        <p:spPr/>
        <p:txBody>
          <a:bodyPr/>
          <a:lstStyle>
            <a:lvl1pPr>
              <a:defRPr/>
            </a:lvl1pPr>
          </a:lstStyle>
          <a:p>
            <a:pPr>
              <a:defRPr/>
            </a:pPr>
            <a:endParaRPr lang="en-US"/>
          </a:p>
        </p:txBody>
      </p:sp>
      <p:sp>
        <p:nvSpPr>
          <p:cNvPr id="7" name="Footer Placeholder 5"/>
          <p:cNvSpPr>
            <a:spLocks noGrp="1"/>
          </p:cNvSpPr>
          <p:nvPr>
            <p:ph type="ftr" sz="quarter" idx="11"/>
          </p:nvPr>
        </p:nvSpPr>
        <p:spPr/>
        <p:txBody>
          <a:bodyPr/>
          <a:lstStyle>
            <a:lvl1pPr>
              <a:defRPr/>
            </a:lvl1pPr>
          </a:lstStyle>
          <a:p>
            <a:pPr>
              <a:defRPr/>
            </a:pPr>
            <a:endParaRPr lang="en-US"/>
          </a:p>
        </p:txBody>
      </p:sp>
      <p:sp>
        <p:nvSpPr>
          <p:cNvPr id="8" name="Slide Number Placeholder 6"/>
          <p:cNvSpPr>
            <a:spLocks noGrp="1"/>
          </p:cNvSpPr>
          <p:nvPr>
            <p:ph type="sldNum" sz="quarter" idx="12"/>
          </p:nvPr>
        </p:nvSpPr>
        <p:spPr/>
        <p:txBody>
          <a:bodyPr/>
          <a:lstStyle>
            <a:lvl1pPr>
              <a:defRPr/>
            </a:lvl1pPr>
          </a:lstStyle>
          <a:p>
            <a:fld id="{2CFF447F-5FCC-4293-9E99-259CC2710A27}" type="slidenum">
              <a:rPr lang="en-US"/>
              <a:pPr/>
              <a:t>‹#›</a:t>
            </a:fld>
            <a:endParaRPr lang="en-US"/>
          </a:p>
        </p:txBody>
      </p:sp>
    </p:spTree>
    <p:extLst>
      <p:ext uri="{BB962C8B-B14F-4D97-AF65-F5344CB8AC3E}">
        <p14:creationId xmlns:p14="http://schemas.microsoft.com/office/powerpoint/2010/main" val="68375437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4 Pictures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8788" y="4267200"/>
            <a:ext cx="6477000" cy="566738"/>
          </a:xfrm>
        </p:spPr>
        <p:txBody>
          <a:bodyPr/>
          <a:lstStyle>
            <a:lvl1pPr algn="l">
              <a:defRPr sz="2800" b="0"/>
            </a:lvl1pPr>
          </a:lstStyle>
          <a:p>
            <a:r>
              <a:rPr lang="en-US"/>
              <a:t>Click to edit Master title style</a:t>
            </a:r>
            <a:endParaRPr/>
          </a:p>
        </p:txBody>
      </p:sp>
      <p:sp>
        <p:nvSpPr>
          <p:cNvPr id="3" name="Picture Placeholder 2"/>
          <p:cNvSpPr>
            <a:spLocks noGrp="1"/>
          </p:cNvSpPr>
          <p:nvPr>
            <p:ph type="pic" idx="1"/>
          </p:nvPr>
        </p:nvSpPr>
        <p:spPr>
          <a:xfrm>
            <a:off x="269874" y="268288"/>
            <a:ext cx="3006726" cy="3639312"/>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noProof="0"/>
          </a:p>
        </p:txBody>
      </p:sp>
      <p:sp>
        <p:nvSpPr>
          <p:cNvPr id="4" name="Text Placeholder 3"/>
          <p:cNvSpPr>
            <a:spLocks noGrp="1"/>
          </p:cNvSpPr>
          <p:nvPr>
            <p:ph type="body" sz="half" idx="2"/>
          </p:nvPr>
        </p:nvSpPr>
        <p:spPr>
          <a:xfrm>
            <a:off x="458788" y="4840941"/>
            <a:ext cx="6475412" cy="1304271"/>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Picture Placeholder 2"/>
          <p:cNvSpPr>
            <a:spLocks noGrp="1"/>
          </p:cNvSpPr>
          <p:nvPr>
            <p:ph type="pic" idx="13"/>
          </p:nvPr>
        </p:nvSpPr>
        <p:spPr>
          <a:xfrm>
            <a:off x="3352800" y="268288"/>
            <a:ext cx="4701988" cy="177566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noProof="0"/>
          </a:p>
        </p:txBody>
      </p:sp>
      <p:sp>
        <p:nvSpPr>
          <p:cNvPr id="11" name="Picture Placeholder 2"/>
          <p:cNvSpPr>
            <a:spLocks noGrp="1"/>
          </p:cNvSpPr>
          <p:nvPr>
            <p:ph type="pic" idx="14"/>
          </p:nvPr>
        </p:nvSpPr>
        <p:spPr>
          <a:xfrm>
            <a:off x="3352800" y="2131935"/>
            <a:ext cx="2304288" cy="177566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noProof="0"/>
          </a:p>
        </p:txBody>
      </p:sp>
      <p:sp>
        <p:nvSpPr>
          <p:cNvPr id="12" name="Picture Placeholder 2"/>
          <p:cNvSpPr>
            <a:spLocks noGrp="1"/>
          </p:cNvSpPr>
          <p:nvPr>
            <p:ph type="pic" idx="15"/>
          </p:nvPr>
        </p:nvSpPr>
        <p:spPr>
          <a:xfrm>
            <a:off x="5750500" y="2131935"/>
            <a:ext cx="2304288" cy="177566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noProof="0"/>
          </a:p>
        </p:txBody>
      </p:sp>
      <p:sp>
        <p:nvSpPr>
          <p:cNvPr id="9" name="Date Placeholder 4"/>
          <p:cNvSpPr>
            <a:spLocks noGrp="1"/>
          </p:cNvSpPr>
          <p:nvPr>
            <p:ph type="dt" sz="half" idx="16"/>
          </p:nvPr>
        </p:nvSpPr>
        <p:spPr/>
        <p:txBody>
          <a:bodyPr/>
          <a:lstStyle>
            <a:lvl1pPr>
              <a:defRPr/>
            </a:lvl1pPr>
          </a:lstStyle>
          <a:p>
            <a:pPr>
              <a:defRPr/>
            </a:pPr>
            <a:endParaRPr lang="en-US"/>
          </a:p>
        </p:txBody>
      </p:sp>
      <p:sp>
        <p:nvSpPr>
          <p:cNvPr id="13" name="Footer Placeholder 5"/>
          <p:cNvSpPr>
            <a:spLocks noGrp="1"/>
          </p:cNvSpPr>
          <p:nvPr>
            <p:ph type="ftr" sz="quarter" idx="17"/>
          </p:nvPr>
        </p:nvSpPr>
        <p:spPr/>
        <p:txBody>
          <a:bodyPr/>
          <a:lstStyle>
            <a:lvl1pPr>
              <a:defRPr/>
            </a:lvl1pPr>
          </a:lstStyle>
          <a:p>
            <a:pPr>
              <a:defRPr/>
            </a:pPr>
            <a:endParaRPr lang="en-US"/>
          </a:p>
        </p:txBody>
      </p:sp>
      <p:sp>
        <p:nvSpPr>
          <p:cNvPr id="14" name="Slide Number Placeholder 6"/>
          <p:cNvSpPr>
            <a:spLocks noGrp="1"/>
          </p:cNvSpPr>
          <p:nvPr>
            <p:ph type="sldNum" sz="quarter" idx="18"/>
          </p:nvPr>
        </p:nvSpPr>
        <p:spPr/>
        <p:txBody>
          <a:bodyPr/>
          <a:lstStyle>
            <a:lvl1pPr>
              <a:defRPr/>
            </a:lvl1pPr>
          </a:lstStyle>
          <a:p>
            <a:fld id="{85E6F6DC-7BC2-4BE8-93FE-24F42AC8E8E0}" type="slidenum">
              <a:rPr lang="en-US"/>
              <a:pPr/>
              <a:t>‹#›</a:t>
            </a:fld>
            <a:endParaRPr lang="en-US"/>
          </a:p>
        </p:txBody>
      </p:sp>
    </p:spTree>
    <p:extLst>
      <p:ext uri="{BB962C8B-B14F-4D97-AF65-F5344CB8AC3E}">
        <p14:creationId xmlns:p14="http://schemas.microsoft.com/office/powerpoint/2010/main" val="398888909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FD346F99-34A7-4677-90C2-E215015686B8}" type="slidenum">
              <a:rPr lang="en-US"/>
              <a:pPr/>
              <a:t>‹#›</a:t>
            </a:fld>
            <a:endParaRPr lang="en-US"/>
          </a:p>
        </p:txBody>
      </p:sp>
    </p:spTree>
    <p:extLst>
      <p:ext uri="{BB962C8B-B14F-4D97-AF65-F5344CB8AC3E}">
        <p14:creationId xmlns:p14="http://schemas.microsoft.com/office/powerpoint/2010/main" val="336175689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543799" y="1035424"/>
            <a:ext cx="1322295" cy="5090739"/>
          </a:xfrm>
        </p:spPr>
        <p:txBody>
          <a:bodyPr vert="eaVert" anchor="t"/>
          <a:lstStyle/>
          <a:p>
            <a:r>
              <a:rPr lang="en-US"/>
              <a:t>Click to edit Master title style</a:t>
            </a:r>
            <a:endParaRPr/>
          </a:p>
        </p:txBody>
      </p:sp>
      <p:sp>
        <p:nvSpPr>
          <p:cNvPr id="3" name="Vertical Text Placeholder 2"/>
          <p:cNvSpPr>
            <a:spLocks noGrp="1"/>
          </p:cNvSpPr>
          <p:nvPr>
            <p:ph type="body" orient="vert" idx="1"/>
          </p:nvPr>
        </p:nvSpPr>
        <p:spPr>
          <a:xfrm>
            <a:off x="457200" y="1035424"/>
            <a:ext cx="6019800" cy="51097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508D48D4-B91D-4B2A-8F0C-D2938D7A5D05}" type="slidenum">
              <a:rPr lang="en-US"/>
              <a:pPr/>
              <a:t>‹#›</a:t>
            </a:fld>
            <a:endParaRPr lang="en-US"/>
          </a:p>
        </p:txBody>
      </p:sp>
    </p:spTree>
    <p:extLst>
      <p:ext uri="{BB962C8B-B14F-4D97-AF65-F5344CB8AC3E}">
        <p14:creationId xmlns:p14="http://schemas.microsoft.com/office/powerpoint/2010/main" val="227457558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228600"/>
            <a:ext cx="7772400" cy="1219200"/>
          </a:xfrm>
        </p:spPr>
        <p:txBody>
          <a:bodyPr/>
          <a:lstStyle/>
          <a:p>
            <a:r>
              <a:rPr lang="en-US"/>
              <a:t>Click to edit Master title style</a:t>
            </a:r>
          </a:p>
        </p:txBody>
      </p:sp>
      <p:sp>
        <p:nvSpPr>
          <p:cNvPr id="3" name="Text Placeholder 2"/>
          <p:cNvSpPr>
            <a:spLocks noGrp="1"/>
          </p:cNvSpPr>
          <p:nvPr>
            <p:ph type="body" sz="half" idx="1"/>
          </p:nvPr>
        </p:nvSpPr>
        <p:spPr>
          <a:xfrm>
            <a:off x="685800" y="1714500"/>
            <a:ext cx="3810000" cy="4152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714500"/>
            <a:ext cx="3810000" cy="20002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3867150"/>
            <a:ext cx="3810000" cy="20002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p:cNvSpPr>
            <a:spLocks noGrp="1"/>
          </p:cNvSpPr>
          <p:nvPr>
            <p:ph type="dt" sz="half" idx="10"/>
          </p:nvPr>
        </p:nvSpPr>
        <p:spPr>
          <a:xfrm>
            <a:off x="685800" y="6248400"/>
            <a:ext cx="1905000" cy="457200"/>
          </a:xfrm>
        </p:spPr>
        <p:txBody>
          <a:bodyPr/>
          <a:lstStyle>
            <a:lvl1pPr fontAlgn="auto">
              <a:spcBef>
                <a:spcPts val="0"/>
              </a:spcBef>
              <a:spcAft>
                <a:spcPts val="0"/>
              </a:spcAft>
              <a:defRPr>
                <a:latin typeface="+mn-lt"/>
                <a:ea typeface="+mn-ea"/>
                <a:cs typeface="+mn-cs"/>
              </a:defRPr>
            </a:lvl1pPr>
          </a:lstStyle>
          <a:p>
            <a:pPr>
              <a:defRPr/>
            </a:pPr>
            <a:r>
              <a:rPr lang="en-US"/>
              <a:t>BPS - 5th Ed.</a:t>
            </a:r>
          </a:p>
        </p:txBody>
      </p:sp>
      <p:sp>
        <p:nvSpPr>
          <p:cNvPr id="7" name="Footer Placeholder 6"/>
          <p:cNvSpPr>
            <a:spLocks noGrp="1"/>
          </p:cNvSpPr>
          <p:nvPr>
            <p:ph type="ftr" sz="quarter" idx="11"/>
          </p:nvPr>
        </p:nvSpPr>
        <p:spPr>
          <a:xfrm>
            <a:off x="3124200" y="6248400"/>
            <a:ext cx="2895600" cy="457200"/>
          </a:xfrm>
        </p:spPr>
        <p:txBody>
          <a:bodyPr/>
          <a:lstStyle>
            <a:lvl1pPr>
              <a:defRPr/>
            </a:lvl1pPr>
          </a:lstStyle>
          <a:p>
            <a:pPr>
              <a:defRPr/>
            </a:pPr>
            <a:r>
              <a:rPr lang="en-US"/>
              <a:t>Chapter 5</a:t>
            </a:r>
          </a:p>
        </p:txBody>
      </p:sp>
      <p:sp>
        <p:nvSpPr>
          <p:cNvPr id="8" name="Slide Number Placeholder 7"/>
          <p:cNvSpPr>
            <a:spLocks noGrp="1"/>
          </p:cNvSpPr>
          <p:nvPr>
            <p:ph type="sldNum" sz="quarter" idx="12"/>
          </p:nvPr>
        </p:nvSpPr>
        <p:spPr>
          <a:xfrm>
            <a:off x="6553200" y="6248400"/>
            <a:ext cx="1905000" cy="457200"/>
          </a:xfrm>
        </p:spPr>
        <p:txBody>
          <a:bodyPr/>
          <a:lstStyle>
            <a:lvl1pPr>
              <a:defRPr/>
            </a:lvl1pPr>
          </a:lstStyle>
          <a:p>
            <a:fld id="{5030C6D1-039B-4E8E-83B2-A75097DE7414}" type="slidenum">
              <a:rPr lang="en-US"/>
              <a:pPr/>
              <a:t>‹#›</a:t>
            </a:fld>
            <a:endParaRPr lang="en-US"/>
          </a:p>
        </p:txBody>
      </p:sp>
    </p:spTree>
    <p:extLst>
      <p:ext uri="{BB962C8B-B14F-4D97-AF65-F5344CB8AC3E}">
        <p14:creationId xmlns:p14="http://schemas.microsoft.com/office/powerpoint/2010/main" val="102102016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228600"/>
            <a:ext cx="7772400" cy="1219200"/>
          </a:xfrm>
        </p:spPr>
        <p:txBody>
          <a:bodyPr/>
          <a:lstStyle/>
          <a:p>
            <a:r>
              <a:rPr lang="en-US"/>
              <a:t>Click to edit Master title style</a:t>
            </a:r>
          </a:p>
        </p:txBody>
      </p:sp>
      <p:sp>
        <p:nvSpPr>
          <p:cNvPr id="3" name="Text Placeholder 2"/>
          <p:cNvSpPr>
            <a:spLocks noGrp="1"/>
          </p:cNvSpPr>
          <p:nvPr>
            <p:ph type="body" sz="half" idx="1"/>
          </p:nvPr>
        </p:nvSpPr>
        <p:spPr>
          <a:xfrm>
            <a:off x="685800" y="1714500"/>
            <a:ext cx="3810000" cy="4152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714500"/>
            <a:ext cx="3810000" cy="4152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685800" y="6248400"/>
            <a:ext cx="1905000" cy="457200"/>
          </a:xfrm>
        </p:spPr>
        <p:txBody>
          <a:bodyPr/>
          <a:lstStyle>
            <a:lvl1pPr fontAlgn="auto">
              <a:spcBef>
                <a:spcPts val="0"/>
              </a:spcBef>
              <a:spcAft>
                <a:spcPts val="0"/>
              </a:spcAft>
              <a:defRPr>
                <a:latin typeface="+mn-lt"/>
                <a:ea typeface="+mn-ea"/>
                <a:cs typeface="+mn-cs"/>
              </a:defRPr>
            </a:lvl1pPr>
          </a:lstStyle>
          <a:p>
            <a:pPr>
              <a:defRPr/>
            </a:pPr>
            <a:r>
              <a:rPr lang="en-US"/>
              <a:t>BPS - 5th Ed.</a:t>
            </a:r>
          </a:p>
        </p:txBody>
      </p:sp>
      <p:sp>
        <p:nvSpPr>
          <p:cNvPr id="6" name="Footer Placeholder 5"/>
          <p:cNvSpPr>
            <a:spLocks noGrp="1"/>
          </p:cNvSpPr>
          <p:nvPr>
            <p:ph type="ftr" sz="quarter" idx="11"/>
          </p:nvPr>
        </p:nvSpPr>
        <p:spPr>
          <a:xfrm>
            <a:off x="3124200" y="6248400"/>
            <a:ext cx="2895600" cy="457200"/>
          </a:xfrm>
        </p:spPr>
        <p:txBody>
          <a:bodyPr/>
          <a:lstStyle>
            <a:lvl1pPr>
              <a:defRPr/>
            </a:lvl1pPr>
          </a:lstStyle>
          <a:p>
            <a:pPr>
              <a:defRPr/>
            </a:pPr>
            <a:r>
              <a:rPr lang="en-US"/>
              <a:t>Chapter 5</a:t>
            </a:r>
          </a:p>
        </p:txBody>
      </p:sp>
      <p:sp>
        <p:nvSpPr>
          <p:cNvPr id="7" name="Slide Number Placeholder 6"/>
          <p:cNvSpPr>
            <a:spLocks noGrp="1"/>
          </p:cNvSpPr>
          <p:nvPr>
            <p:ph type="sldNum" sz="quarter" idx="12"/>
          </p:nvPr>
        </p:nvSpPr>
        <p:spPr>
          <a:xfrm>
            <a:off x="6553200" y="6248400"/>
            <a:ext cx="1905000" cy="457200"/>
          </a:xfrm>
        </p:spPr>
        <p:txBody>
          <a:bodyPr/>
          <a:lstStyle>
            <a:lvl1pPr>
              <a:defRPr/>
            </a:lvl1pPr>
          </a:lstStyle>
          <a:p>
            <a:fld id="{7CD9DCD6-23A6-4DC6-875F-EC13051CB9EE}" type="slidenum">
              <a:rPr lang="en-US"/>
              <a:pPr/>
              <a:t>‹#›</a:t>
            </a:fld>
            <a:endParaRPr lang="en-US"/>
          </a:p>
        </p:txBody>
      </p:sp>
    </p:spTree>
    <p:extLst>
      <p:ext uri="{BB962C8B-B14F-4D97-AF65-F5344CB8AC3E}">
        <p14:creationId xmlns:p14="http://schemas.microsoft.com/office/powerpoint/2010/main" val="305924944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AndTwoObj">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762000"/>
          </a:xfrm>
        </p:spPr>
        <p:txBody>
          <a:bodyPr/>
          <a:lstStyle/>
          <a:p>
            <a:r>
              <a:rPr lang="en-US"/>
              <a:t>Click to edit Master title style</a:t>
            </a:r>
          </a:p>
        </p:txBody>
      </p:sp>
      <p:sp>
        <p:nvSpPr>
          <p:cNvPr id="3" name="Content Placeholder 2"/>
          <p:cNvSpPr>
            <a:spLocks noGrp="1"/>
          </p:cNvSpPr>
          <p:nvPr>
            <p:ph sz="half" idx="1"/>
          </p:nvPr>
        </p:nvSpPr>
        <p:spPr>
          <a:xfrm>
            <a:off x="457200" y="1143000"/>
            <a:ext cx="4038600" cy="5486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143000"/>
            <a:ext cx="4038600" cy="2667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3962400"/>
            <a:ext cx="4038600" cy="2667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952726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914400"/>
            <a:ext cx="6508750" cy="1143000"/>
          </a:xfrm>
          <a:prstGeom prst="rect">
            <a:avLst/>
          </a:prstGeom>
          <a:solidFill>
            <a:schemeClr val="accent2"/>
          </a:solidFill>
          <a:ln>
            <a:noFill/>
          </a:ln>
        </p:spPr>
        <p:txBody>
          <a:bodyPr vert="horz" wrap="square" lIns="91440" tIns="45720" rIns="91440" bIns="45720" numCol="1" anchor="b" anchorCtr="0" compatLnSpc="1">
            <a:prstTxWarp prst="textNoShape">
              <a:avLst/>
            </a:prstTxWarp>
          </a:bodyPr>
          <a:lstStyle/>
          <a:p>
            <a:pPr lvl="0"/>
            <a:r>
              <a:rPr lang="en-US" dirty="0"/>
              <a:t>Click to edit Master title style</a:t>
            </a:r>
          </a:p>
        </p:txBody>
      </p:sp>
      <p:sp>
        <p:nvSpPr>
          <p:cNvPr id="1027" name="Text Placeholder 2"/>
          <p:cNvSpPr>
            <a:spLocks noGrp="1"/>
          </p:cNvSpPr>
          <p:nvPr>
            <p:ph type="body" idx="1"/>
          </p:nvPr>
        </p:nvSpPr>
        <p:spPr bwMode="auto">
          <a:xfrm>
            <a:off x="457200" y="2209800"/>
            <a:ext cx="6508750" cy="3916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199313" y="6356350"/>
            <a:ext cx="1752600" cy="365125"/>
          </a:xfrm>
          <a:prstGeom prst="rect">
            <a:avLst/>
          </a:prstGeom>
        </p:spPr>
        <p:txBody>
          <a:bodyPr vert="horz" lIns="91440" tIns="45720" rIns="91440" bIns="45720" rtlCol="0" anchor="ctr"/>
          <a:lstStyle>
            <a:lvl1pPr algn="r" eaLnBrk="1" fontAlgn="auto" hangingPunct="1">
              <a:spcBef>
                <a:spcPts val="0"/>
              </a:spcBef>
              <a:spcAft>
                <a:spcPts val="0"/>
              </a:spcAft>
              <a:defRPr sz="1100" b="1">
                <a:solidFill>
                  <a:schemeClr val="tx2">
                    <a:lumMod val="60000"/>
                    <a:lumOff val="40000"/>
                  </a:schemeClr>
                </a:solidFill>
                <a:latin typeface="+mn-lt"/>
                <a:ea typeface="+mn-ea"/>
                <a:cs typeface="+mn-cs"/>
              </a:defRPr>
            </a:lvl1pPr>
          </a:lstStyle>
          <a:p>
            <a:pPr>
              <a:defRPr/>
            </a:pPr>
            <a:endParaRPr lang="en-US"/>
          </a:p>
        </p:txBody>
      </p:sp>
      <p:sp>
        <p:nvSpPr>
          <p:cNvPr id="5" name="Footer Placeholder 4"/>
          <p:cNvSpPr>
            <a:spLocks noGrp="1"/>
          </p:cNvSpPr>
          <p:nvPr>
            <p:ph type="ftr" sz="quarter" idx="3"/>
          </p:nvPr>
        </p:nvSpPr>
        <p:spPr>
          <a:xfrm>
            <a:off x="174625" y="6356350"/>
            <a:ext cx="6007100" cy="365125"/>
          </a:xfrm>
          <a:prstGeom prst="rect">
            <a:avLst/>
          </a:prstGeom>
        </p:spPr>
        <p:txBody>
          <a:bodyPr vert="horz" lIns="91440" tIns="45720" rIns="91440" bIns="45720" rtlCol="0" anchor="ctr"/>
          <a:lstStyle>
            <a:lvl1pPr algn="l" eaLnBrk="1" fontAlgn="auto" hangingPunct="1">
              <a:spcBef>
                <a:spcPts val="0"/>
              </a:spcBef>
              <a:spcAft>
                <a:spcPts val="0"/>
              </a:spcAft>
              <a:defRPr sz="1100" b="1">
                <a:solidFill>
                  <a:schemeClr val="tx2">
                    <a:lumMod val="60000"/>
                    <a:lumOff val="40000"/>
                  </a:schemeClr>
                </a:solidFill>
                <a:latin typeface="+mn-lt"/>
                <a:ea typeface="+mn-ea"/>
                <a:cs typeface="+mn-cs"/>
              </a:defRPr>
            </a:lvl1pPr>
          </a:lstStyle>
          <a:p>
            <a:pPr>
              <a:defRPr/>
            </a:pPr>
            <a:endParaRPr lang="en-US"/>
          </a:p>
        </p:txBody>
      </p:sp>
      <p:sp>
        <p:nvSpPr>
          <p:cNvPr id="6" name="Slide Number Placeholder 5"/>
          <p:cNvSpPr>
            <a:spLocks noGrp="1"/>
          </p:cNvSpPr>
          <p:nvPr>
            <p:ph type="sldNum" sz="quarter" idx="4"/>
          </p:nvPr>
        </p:nvSpPr>
        <p:spPr>
          <a:xfrm>
            <a:off x="8256588" y="360363"/>
            <a:ext cx="506412"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2200" b="1">
                <a:solidFill>
                  <a:schemeClr val="bg1"/>
                </a:solidFill>
              </a:defRPr>
            </a:lvl1pPr>
          </a:lstStyle>
          <a:p>
            <a:fld id="{15E617FA-20A1-4BDF-86E3-E924994CD1CD}"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4785" r:id="rId1"/>
    <p:sldLayoutId id="2147484786" r:id="rId2"/>
    <p:sldLayoutId id="2147484787" r:id="rId3"/>
    <p:sldLayoutId id="2147484788" r:id="rId4"/>
    <p:sldLayoutId id="2147484789" r:id="rId5"/>
    <p:sldLayoutId id="2147484790" r:id="rId6"/>
    <p:sldLayoutId id="2147484791" r:id="rId7"/>
    <p:sldLayoutId id="2147484792" r:id="rId8"/>
    <p:sldLayoutId id="2147484793" r:id="rId9"/>
    <p:sldLayoutId id="2147484794" r:id="rId10"/>
    <p:sldLayoutId id="2147484795" r:id="rId11"/>
    <p:sldLayoutId id="2147484796" r:id="rId12"/>
    <p:sldLayoutId id="2147484797" r:id="rId13"/>
    <p:sldLayoutId id="2147484798" r:id="rId14"/>
    <p:sldLayoutId id="2147484799" r:id="rId15"/>
    <p:sldLayoutId id="2147484800" r:id="rId16"/>
    <p:sldLayoutId id="2147484801" r:id="rId17"/>
    <p:sldLayoutId id="2147484802" r:id="rId18"/>
    <p:sldLayoutId id="2147484803" r:id="rId19"/>
    <p:sldLayoutId id="2147484804" r:id="rId20"/>
    <p:sldLayoutId id="2147484805" r:id="rId21"/>
    <p:sldLayoutId id="2147484806" r:id="rId22"/>
  </p:sldLayoutIdLst>
  <p:hf hdr="0" ftr="0" dt="0"/>
  <p:txStyles>
    <p:titleStyle>
      <a:lvl1pPr algn="l" rtl="0" eaLnBrk="0" fontAlgn="base" hangingPunct="0">
        <a:spcBef>
          <a:spcPct val="0"/>
        </a:spcBef>
        <a:spcAft>
          <a:spcPct val="0"/>
        </a:spcAft>
        <a:defRPr sz="3600" kern="1200">
          <a:solidFill>
            <a:schemeClr val="accent1"/>
          </a:solidFill>
          <a:latin typeface="+mj-lt"/>
          <a:ea typeface="ＭＳ Ｐゴシック" pitchFamily="-1" charset="-128"/>
          <a:cs typeface="ＭＳ Ｐゴシック" pitchFamily="-1" charset="-128"/>
        </a:defRPr>
      </a:lvl1pPr>
      <a:lvl2pPr algn="l" rtl="0" eaLnBrk="0" fontAlgn="base" hangingPunct="0">
        <a:spcBef>
          <a:spcPct val="0"/>
        </a:spcBef>
        <a:spcAft>
          <a:spcPct val="0"/>
        </a:spcAft>
        <a:defRPr sz="3600">
          <a:solidFill>
            <a:schemeClr val="accent1"/>
          </a:solidFill>
          <a:latin typeface="Arial" pitchFamily="-1" charset="0"/>
          <a:ea typeface="ＭＳ Ｐゴシック" pitchFamily="-1" charset="-128"/>
          <a:cs typeface="ＭＳ Ｐゴシック" pitchFamily="-1" charset="-128"/>
        </a:defRPr>
      </a:lvl2pPr>
      <a:lvl3pPr algn="l" rtl="0" eaLnBrk="0" fontAlgn="base" hangingPunct="0">
        <a:spcBef>
          <a:spcPct val="0"/>
        </a:spcBef>
        <a:spcAft>
          <a:spcPct val="0"/>
        </a:spcAft>
        <a:defRPr sz="3600">
          <a:solidFill>
            <a:schemeClr val="accent1"/>
          </a:solidFill>
          <a:latin typeface="Arial" pitchFamily="-1" charset="0"/>
          <a:ea typeface="ＭＳ Ｐゴシック" pitchFamily="-1" charset="-128"/>
          <a:cs typeface="ＭＳ Ｐゴシック" pitchFamily="-1" charset="-128"/>
        </a:defRPr>
      </a:lvl3pPr>
      <a:lvl4pPr algn="l" rtl="0" eaLnBrk="0" fontAlgn="base" hangingPunct="0">
        <a:spcBef>
          <a:spcPct val="0"/>
        </a:spcBef>
        <a:spcAft>
          <a:spcPct val="0"/>
        </a:spcAft>
        <a:defRPr sz="3600">
          <a:solidFill>
            <a:schemeClr val="accent1"/>
          </a:solidFill>
          <a:latin typeface="Arial" pitchFamily="-1" charset="0"/>
          <a:ea typeface="ＭＳ Ｐゴシック" pitchFamily="-1" charset="-128"/>
          <a:cs typeface="ＭＳ Ｐゴシック" pitchFamily="-1" charset="-128"/>
        </a:defRPr>
      </a:lvl4pPr>
      <a:lvl5pPr algn="l" rtl="0" eaLnBrk="0" fontAlgn="base" hangingPunct="0">
        <a:spcBef>
          <a:spcPct val="0"/>
        </a:spcBef>
        <a:spcAft>
          <a:spcPct val="0"/>
        </a:spcAft>
        <a:defRPr sz="3600">
          <a:solidFill>
            <a:schemeClr val="accent1"/>
          </a:solidFill>
          <a:latin typeface="Arial" pitchFamily="-1" charset="0"/>
          <a:ea typeface="ＭＳ Ｐゴシック" pitchFamily="-1" charset="-128"/>
          <a:cs typeface="ＭＳ Ｐゴシック" pitchFamily="-1" charset="-128"/>
        </a:defRPr>
      </a:lvl5pPr>
      <a:lvl6pPr marL="457200" algn="l" rtl="0" fontAlgn="base">
        <a:spcBef>
          <a:spcPct val="0"/>
        </a:spcBef>
        <a:spcAft>
          <a:spcPct val="0"/>
        </a:spcAft>
        <a:defRPr sz="3600">
          <a:solidFill>
            <a:schemeClr val="accent1"/>
          </a:solidFill>
          <a:latin typeface="Arial" pitchFamily="-1" charset="0"/>
          <a:ea typeface="ＭＳ Ｐゴシック" pitchFamily="-1" charset="-128"/>
          <a:cs typeface="ＭＳ Ｐゴシック" pitchFamily="-1" charset="-128"/>
        </a:defRPr>
      </a:lvl6pPr>
      <a:lvl7pPr marL="914400" algn="l" rtl="0" fontAlgn="base">
        <a:spcBef>
          <a:spcPct val="0"/>
        </a:spcBef>
        <a:spcAft>
          <a:spcPct val="0"/>
        </a:spcAft>
        <a:defRPr sz="3600">
          <a:solidFill>
            <a:schemeClr val="accent1"/>
          </a:solidFill>
          <a:latin typeface="Arial" pitchFamily="-1" charset="0"/>
          <a:ea typeface="ＭＳ Ｐゴシック" pitchFamily="-1" charset="-128"/>
          <a:cs typeface="ＭＳ Ｐゴシック" pitchFamily="-1" charset="-128"/>
        </a:defRPr>
      </a:lvl7pPr>
      <a:lvl8pPr marL="1371600" algn="l" rtl="0" fontAlgn="base">
        <a:spcBef>
          <a:spcPct val="0"/>
        </a:spcBef>
        <a:spcAft>
          <a:spcPct val="0"/>
        </a:spcAft>
        <a:defRPr sz="3600">
          <a:solidFill>
            <a:schemeClr val="accent1"/>
          </a:solidFill>
          <a:latin typeface="Arial" pitchFamily="-1" charset="0"/>
          <a:ea typeface="ＭＳ Ｐゴシック" pitchFamily="-1" charset="-128"/>
          <a:cs typeface="ＭＳ Ｐゴシック" pitchFamily="-1" charset="-128"/>
        </a:defRPr>
      </a:lvl8pPr>
      <a:lvl9pPr marL="1828800" algn="l" rtl="0" fontAlgn="base">
        <a:spcBef>
          <a:spcPct val="0"/>
        </a:spcBef>
        <a:spcAft>
          <a:spcPct val="0"/>
        </a:spcAft>
        <a:defRPr sz="3600">
          <a:solidFill>
            <a:schemeClr val="accent1"/>
          </a:solidFill>
          <a:latin typeface="Arial" pitchFamily="-1" charset="0"/>
          <a:ea typeface="ＭＳ Ｐゴシック" pitchFamily="-1" charset="-128"/>
          <a:cs typeface="ＭＳ Ｐゴシック" pitchFamily="-1" charset="-128"/>
        </a:defRPr>
      </a:lvl9pPr>
    </p:titleStyle>
    <p:bodyStyle>
      <a:lvl1pPr marL="228600" indent="-228600" algn="l" rtl="0" eaLnBrk="0" fontAlgn="base" hangingPunct="0">
        <a:spcBef>
          <a:spcPts val="1800"/>
        </a:spcBef>
        <a:spcAft>
          <a:spcPct val="0"/>
        </a:spcAft>
        <a:buClr>
          <a:schemeClr val="accent1"/>
        </a:buClr>
        <a:buSzPct val="100000"/>
        <a:buFont typeface="Wingdings 2" pitchFamily="18" charset="2"/>
        <a:buChar char="¡"/>
        <a:defRPr sz="2000" kern="1200">
          <a:solidFill>
            <a:schemeClr val="tx2"/>
          </a:solidFill>
          <a:latin typeface="+mn-lt"/>
          <a:ea typeface="ＭＳ Ｐゴシック" pitchFamily="-1" charset="-128"/>
          <a:cs typeface="ＭＳ Ｐゴシック" pitchFamily="-1" charset="-128"/>
        </a:defRPr>
      </a:lvl1pPr>
      <a:lvl2pPr marL="457200" indent="-228600" algn="l" rtl="0" eaLnBrk="0" fontAlgn="base" hangingPunct="0">
        <a:spcBef>
          <a:spcPts val="600"/>
        </a:spcBef>
        <a:spcAft>
          <a:spcPct val="0"/>
        </a:spcAft>
        <a:buClr>
          <a:srgbClr val="031B3C"/>
        </a:buClr>
        <a:buSzPct val="100000"/>
        <a:buFont typeface="Wingdings 2" pitchFamily="18" charset="2"/>
        <a:buChar char="¡"/>
        <a:defRPr kern="1200">
          <a:solidFill>
            <a:schemeClr val="tx2"/>
          </a:solidFill>
          <a:latin typeface="+mn-lt"/>
          <a:ea typeface="ＭＳ Ｐゴシック" pitchFamily="-1" charset="-128"/>
          <a:cs typeface="+mn-cs"/>
        </a:defRPr>
      </a:lvl2pPr>
      <a:lvl3pPr marL="685800" indent="-228600" algn="l" rtl="0" eaLnBrk="0" fontAlgn="base" hangingPunct="0">
        <a:spcBef>
          <a:spcPts val="600"/>
        </a:spcBef>
        <a:spcAft>
          <a:spcPct val="0"/>
        </a:spcAft>
        <a:buClr>
          <a:schemeClr val="accent1"/>
        </a:buClr>
        <a:buSzPct val="100000"/>
        <a:buFont typeface="Wingdings 2" pitchFamily="18" charset="2"/>
        <a:buChar char="¡"/>
        <a:defRPr kern="1200">
          <a:solidFill>
            <a:schemeClr val="tx2"/>
          </a:solidFill>
          <a:latin typeface="+mn-lt"/>
          <a:ea typeface="ＭＳ Ｐゴシック" pitchFamily="-1" charset="-128"/>
          <a:cs typeface="+mn-cs"/>
        </a:defRPr>
      </a:lvl3pPr>
      <a:lvl4pPr marL="914400" indent="-228600" algn="l" rtl="0" eaLnBrk="0" fontAlgn="base" hangingPunct="0">
        <a:spcBef>
          <a:spcPts val="600"/>
        </a:spcBef>
        <a:spcAft>
          <a:spcPct val="0"/>
        </a:spcAft>
        <a:buClr>
          <a:srgbClr val="031B3C"/>
        </a:buClr>
        <a:buSzPct val="100000"/>
        <a:buFont typeface="Wingdings 2" pitchFamily="18" charset="2"/>
        <a:buChar char="¡"/>
        <a:defRPr kern="1200">
          <a:solidFill>
            <a:schemeClr val="tx2"/>
          </a:solidFill>
          <a:latin typeface="+mn-lt"/>
          <a:ea typeface="ＭＳ Ｐゴシック" pitchFamily="-1" charset="-128"/>
          <a:cs typeface="+mn-cs"/>
        </a:defRPr>
      </a:lvl4pPr>
      <a:lvl5pPr marL="1143000" indent="-228600" algn="l" rtl="0" eaLnBrk="0" fontAlgn="base" hangingPunct="0">
        <a:spcBef>
          <a:spcPts val="600"/>
        </a:spcBef>
        <a:spcAft>
          <a:spcPct val="0"/>
        </a:spcAft>
        <a:buClr>
          <a:schemeClr val="accent1"/>
        </a:buClr>
        <a:buSzPct val="100000"/>
        <a:buFont typeface="Wingdings 2" pitchFamily="18" charset="2"/>
        <a:buChar char="¡"/>
        <a:defRPr kern="1200">
          <a:solidFill>
            <a:schemeClr val="tx2"/>
          </a:solidFill>
          <a:latin typeface="+mn-lt"/>
          <a:ea typeface="ＭＳ Ｐゴシック" pitchFamily="-1"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2.xml"/><Relationship Id="rId4" Type="http://schemas.openxmlformats.org/officeDocument/2006/relationships/image" Target="../media/image3.jpeg"/></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2.xml"/><Relationship Id="rId1" Type="http://schemas.openxmlformats.org/officeDocument/2006/relationships/vmlDrawing" Target="../drawings/vmlDrawing1.vml"/><Relationship Id="rId4" Type="http://schemas.openxmlformats.org/officeDocument/2006/relationships/image" Target="../media/image9.wm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14.jpeg"/><Relationship Id="rId7" Type="http://schemas.openxmlformats.org/officeDocument/2006/relationships/image" Target="../media/image13.wmf"/><Relationship Id="rId2" Type="http://schemas.openxmlformats.org/officeDocument/2006/relationships/slideLayout" Target="../slideLayouts/slideLayout12.xml"/><Relationship Id="rId1" Type="http://schemas.openxmlformats.org/officeDocument/2006/relationships/vmlDrawing" Target="../drawings/vmlDrawing2.vml"/><Relationship Id="rId6" Type="http://schemas.openxmlformats.org/officeDocument/2006/relationships/oleObject" Target="../embeddings/oleObject3.bin"/><Relationship Id="rId5" Type="http://schemas.openxmlformats.org/officeDocument/2006/relationships/image" Target="../media/image12.wmf"/><Relationship Id="rId4" Type="http://schemas.openxmlformats.org/officeDocument/2006/relationships/oleObject" Target="../embeddings/oleObject2.bin"/></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12.xml"/><Relationship Id="rId1" Type="http://schemas.openxmlformats.org/officeDocument/2006/relationships/vmlDrawing" Target="../drawings/vmlDrawing3.vml"/><Relationship Id="rId6" Type="http://schemas.openxmlformats.org/officeDocument/2006/relationships/image" Target="../media/image16.wmf"/><Relationship Id="rId5" Type="http://schemas.openxmlformats.org/officeDocument/2006/relationships/oleObject" Target="../embeddings/oleObject5.bin"/><Relationship Id="rId4" Type="http://schemas.openxmlformats.org/officeDocument/2006/relationships/image" Target="../media/image15.wmf"/></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12.xml"/><Relationship Id="rId1" Type="http://schemas.openxmlformats.org/officeDocument/2006/relationships/vmlDrawing" Target="../drawings/vmlDrawing4.vml"/><Relationship Id="rId4" Type="http://schemas.openxmlformats.org/officeDocument/2006/relationships/image" Target="../media/image17.wmf"/></Relationships>
</file>

<file path=ppt/slides/_rels/slide27.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12.xml"/><Relationship Id="rId1" Type="http://schemas.openxmlformats.org/officeDocument/2006/relationships/vmlDrawing" Target="../drawings/vmlDrawing5.vml"/><Relationship Id="rId4" Type="http://schemas.openxmlformats.org/officeDocument/2006/relationships/image" Target="../media/image19.wmf"/></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xml"/><Relationship Id="rId7" Type="http://schemas.openxmlformats.org/officeDocument/2006/relationships/image" Target="../media/image21.wmf"/><Relationship Id="rId2" Type="http://schemas.openxmlformats.org/officeDocument/2006/relationships/slideLayout" Target="../slideLayouts/slideLayout12.xml"/><Relationship Id="rId1" Type="http://schemas.openxmlformats.org/officeDocument/2006/relationships/vmlDrawing" Target="../drawings/vmlDrawing6.vml"/><Relationship Id="rId6" Type="http://schemas.openxmlformats.org/officeDocument/2006/relationships/oleObject" Target="../embeddings/oleObject9.bin"/><Relationship Id="rId5" Type="http://schemas.openxmlformats.org/officeDocument/2006/relationships/image" Target="../media/image20.wmf"/><Relationship Id="rId4" Type="http://schemas.openxmlformats.org/officeDocument/2006/relationships/oleObject" Target="../embeddings/oleObject8.bin"/></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12.xml"/><Relationship Id="rId1" Type="http://schemas.openxmlformats.org/officeDocument/2006/relationships/vmlDrawing" Target="../drawings/vmlDrawing7.vml"/><Relationship Id="rId4" Type="http://schemas.openxmlformats.org/officeDocument/2006/relationships/image" Target="../media/image22.wmf"/></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12.xml"/><Relationship Id="rId1" Type="http://schemas.openxmlformats.org/officeDocument/2006/relationships/vmlDrawing" Target="../drawings/vmlDrawing8.vml"/><Relationship Id="rId6" Type="http://schemas.openxmlformats.org/officeDocument/2006/relationships/image" Target="../media/image24.wmf"/><Relationship Id="rId5" Type="http://schemas.openxmlformats.org/officeDocument/2006/relationships/oleObject" Target="../embeddings/oleObject12.bin"/><Relationship Id="rId4" Type="http://schemas.openxmlformats.org/officeDocument/2006/relationships/image" Target="../media/image23.wmf"/></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26.jpeg"/></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12.xml"/><Relationship Id="rId1" Type="http://schemas.openxmlformats.org/officeDocument/2006/relationships/vmlDrawing" Target="../drawings/vmlDrawing9.vml"/><Relationship Id="rId4" Type="http://schemas.openxmlformats.org/officeDocument/2006/relationships/image" Target="../media/image27.wmf"/></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slideLayout" Target="../slideLayouts/slideLayout12.xml"/><Relationship Id="rId1" Type="http://schemas.openxmlformats.org/officeDocument/2006/relationships/vmlDrawing" Target="../drawings/vmlDrawing10.vml"/><Relationship Id="rId5" Type="http://schemas.openxmlformats.org/officeDocument/2006/relationships/image" Target="../media/image29.wmf"/><Relationship Id="rId4" Type="http://schemas.openxmlformats.org/officeDocument/2006/relationships/oleObject" Target="../embeddings/oleObject14.bin"/></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2.xml"/><Relationship Id="rId1" Type="http://schemas.openxmlformats.org/officeDocument/2006/relationships/vmlDrawing" Target="../drawings/vmlDrawing11.vml"/><Relationship Id="rId5" Type="http://schemas.openxmlformats.org/officeDocument/2006/relationships/image" Target="../media/image31.wmf"/><Relationship Id="rId4" Type="http://schemas.openxmlformats.org/officeDocument/2006/relationships/oleObject" Target="../embeddings/oleObject15.bin"/></Relationships>
</file>

<file path=ppt/slides/_rels/slide44.xml.rels><?xml version="1.0" encoding="UTF-8" standalone="yes"?>
<Relationships xmlns="http://schemas.openxmlformats.org/package/2006/relationships"><Relationship Id="rId8" Type="http://schemas.openxmlformats.org/officeDocument/2006/relationships/oleObject" Target="../embeddings/oleObject18.bin"/><Relationship Id="rId3" Type="http://schemas.openxmlformats.org/officeDocument/2006/relationships/oleObject" Target="../embeddings/oleObject16.bin"/><Relationship Id="rId7" Type="http://schemas.openxmlformats.org/officeDocument/2006/relationships/image" Target="../media/image38.png"/><Relationship Id="rId2" Type="http://schemas.openxmlformats.org/officeDocument/2006/relationships/slideLayout" Target="../slideLayouts/slideLayout12.xml"/><Relationship Id="rId1" Type="http://schemas.openxmlformats.org/officeDocument/2006/relationships/vmlDrawing" Target="../drawings/vmlDrawing12.vml"/><Relationship Id="rId6" Type="http://schemas.openxmlformats.org/officeDocument/2006/relationships/image" Target="../media/image33.wmf"/><Relationship Id="rId5" Type="http://schemas.openxmlformats.org/officeDocument/2006/relationships/oleObject" Target="../embeddings/oleObject17.bin"/><Relationship Id="rId4" Type="http://schemas.openxmlformats.org/officeDocument/2006/relationships/image" Target="../media/image32.wmf"/><Relationship Id="rId9" Type="http://schemas.openxmlformats.org/officeDocument/2006/relationships/image" Target="../media/image34.wmf"/></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727208" y="4298469"/>
            <a:ext cx="7772400" cy="1829761"/>
          </a:xfrm>
        </p:spPr>
        <p:txBody>
          <a:bodyPr>
            <a:normAutofit fontScale="90000"/>
          </a:bodyPr>
          <a:lstStyle/>
          <a:p>
            <a:pPr algn="ctr" eaLnBrk="1" fontAlgn="auto" hangingPunct="1">
              <a:spcAft>
                <a:spcPts val="0"/>
              </a:spcAft>
              <a:defRPr/>
            </a:pPr>
            <a:r>
              <a:rPr lang="en-US" sz="3000" b="0" dirty="0">
                <a:solidFill>
                  <a:schemeClr val="tx1"/>
                </a:solidFill>
                <a:effectLst/>
                <a:latin typeface="Arial" pitchFamily="34" charset="0"/>
                <a:ea typeface="ヒラギノ角ゴ Pro W3" pitchFamily="-84" charset="-128"/>
                <a:cs typeface="Arial" pitchFamily="34" charset="0"/>
              </a:rPr>
              <a:t>Chapter 4</a:t>
            </a:r>
            <a:br>
              <a:rPr lang="en-US" sz="3000" b="0" dirty="0">
                <a:solidFill>
                  <a:schemeClr val="tx1"/>
                </a:solidFill>
                <a:effectLst/>
                <a:latin typeface="Arial" pitchFamily="34" charset="0"/>
                <a:ea typeface="ヒラギノ角ゴ Pro W3" pitchFamily="-84" charset="-128"/>
                <a:cs typeface="Arial" pitchFamily="34" charset="0"/>
              </a:rPr>
            </a:br>
            <a:r>
              <a:rPr lang="en-US" sz="3000" dirty="0">
                <a:solidFill>
                  <a:schemeClr val="tx1"/>
                </a:solidFill>
                <a:latin typeface="Arial" pitchFamily="34" charset="0"/>
                <a:ea typeface="ヒラギノ角ゴ Pro W3" pitchFamily="-84" charset="-128"/>
                <a:cs typeface="Arial" pitchFamily="34" charset="0"/>
              </a:rPr>
              <a:t>Probability: The Study of Randomness </a:t>
            </a:r>
            <a:r>
              <a:rPr lang="en-US" sz="3000" b="0" dirty="0">
                <a:solidFill>
                  <a:schemeClr val="tx1"/>
                </a:solidFill>
                <a:effectLst/>
                <a:latin typeface="Arial" pitchFamily="34" charset="0"/>
                <a:ea typeface="ヒラギノ角ゴ Pro W3" pitchFamily="-84" charset="-128"/>
                <a:cs typeface="Arial" pitchFamily="34" charset="0"/>
              </a:rPr>
              <a:t/>
            </a:r>
            <a:br>
              <a:rPr lang="en-US" sz="3000" b="0" dirty="0">
                <a:solidFill>
                  <a:schemeClr val="tx1"/>
                </a:solidFill>
                <a:effectLst/>
                <a:latin typeface="Arial" pitchFamily="34" charset="0"/>
                <a:ea typeface="ヒラギノ角ゴ Pro W3" pitchFamily="-84" charset="-128"/>
                <a:cs typeface="Arial" pitchFamily="34" charset="0"/>
              </a:rPr>
            </a:br>
            <a:r>
              <a:rPr lang="en-US" sz="3000" b="0" dirty="0">
                <a:effectLst/>
                <a:ea typeface="ヒラギノ角ゴ Pro W3" pitchFamily="-84" charset="-128"/>
              </a:rPr>
              <a:t/>
            </a:r>
            <a:br>
              <a:rPr lang="en-US" sz="3000" b="0" dirty="0">
                <a:effectLst/>
                <a:ea typeface="ヒラギノ角ゴ Pro W3" pitchFamily="-84" charset="-128"/>
              </a:rPr>
            </a:br>
            <a:r>
              <a:rPr lang="en-US" sz="3000" b="0" dirty="0">
                <a:effectLst/>
                <a:ea typeface="ヒラギノ角ゴ Pro W3" pitchFamily="-84" charset="-128"/>
              </a:rPr>
              <a:t>Lecture Slides</a:t>
            </a:r>
            <a:endParaRPr lang="en-US" sz="3000" b="0" dirty="0">
              <a:solidFill>
                <a:schemeClr val="tx1"/>
              </a:solidFill>
              <a:effectLst/>
              <a:latin typeface="Arial" pitchFamily="34" charset="0"/>
              <a:ea typeface="ヒラギノ角ゴ Pro W3" pitchFamily="-84" charset="-128"/>
              <a:cs typeface="Arial" pitchFamily="34" charset="0"/>
            </a:endParaRPr>
          </a:p>
        </p:txBody>
      </p:sp>
      <p:sp>
        <p:nvSpPr>
          <p:cNvPr id="2" name="Footer Placeholder 1"/>
          <p:cNvSpPr>
            <a:spLocks noGrp="1"/>
          </p:cNvSpPr>
          <p:nvPr>
            <p:ph type="ftr" sz="quarter" idx="4294967295"/>
          </p:nvPr>
        </p:nvSpPr>
        <p:spPr>
          <a:xfrm>
            <a:off x="5943600" y="6294120"/>
            <a:ext cx="2807738" cy="365125"/>
          </a:xfrm>
          <a:prstGeom prst="rect">
            <a:avLst/>
          </a:prstGeom>
        </p:spPr>
        <p:txBody>
          <a:bodyPr/>
          <a:lstStyle/>
          <a:p>
            <a:pPr>
              <a:defRPr/>
            </a:pPr>
            <a:r>
              <a:rPr lang="en-US" sz="1200" dirty="0">
                <a:solidFill>
                  <a:prstClr val="black"/>
                </a:solidFill>
              </a:rPr>
              <a:t>© 2021 W.H. Freeman and Company</a:t>
            </a:r>
          </a:p>
        </p:txBody>
      </p:sp>
      <p:sp>
        <p:nvSpPr>
          <p:cNvPr id="6" name="Google Shape;56;p1"/>
          <p:cNvSpPr txBox="1">
            <a:spLocks/>
          </p:cNvSpPr>
          <p:nvPr/>
        </p:nvSpPr>
        <p:spPr>
          <a:xfrm>
            <a:off x="304800" y="457200"/>
            <a:ext cx="8617217" cy="3644900"/>
          </a:xfrm>
          <a:prstGeom prst="rect">
            <a:avLst/>
          </a:prstGeom>
          <a:noFill/>
          <a:ln>
            <a:noFill/>
          </a:ln>
        </p:spPr>
        <p:txBody>
          <a:bodyPr spcFirstLastPara="1" vert="horz" wrap="square" lIns="91425" tIns="45700" rIns="91425" bIns="45700" rtlCol="0" anchor="t" anchorCtr="0">
            <a:no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pPr>
              <a:spcBef>
                <a:spcPts val="0"/>
              </a:spcBef>
              <a:buClrTx/>
              <a:buFontTx/>
            </a:pPr>
            <a:r>
              <a:rPr lang="en-US" sz="5000" dirty="0">
                <a:latin typeface="Garamond"/>
                <a:ea typeface="Garamond"/>
                <a:cs typeface="Garamond"/>
                <a:sym typeface="Garamond"/>
              </a:rPr>
              <a:t>Introduction to the Practice of Statistics</a:t>
            </a:r>
            <a:br>
              <a:rPr lang="en-US" sz="5000" dirty="0">
                <a:latin typeface="Garamond"/>
                <a:ea typeface="Garamond"/>
                <a:cs typeface="Garamond"/>
                <a:sym typeface="Garamond"/>
              </a:rPr>
            </a:br>
            <a:r>
              <a:rPr lang="en-US" sz="5000" dirty="0">
                <a:latin typeface="Garamond"/>
                <a:ea typeface="Garamond"/>
                <a:cs typeface="Garamond"/>
                <a:sym typeface="Garamond"/>
              </a:rPr>
              <a:t>Tenth Edition</a:t>
            </a:r>
            <a:r>
              <a:rPr lang="en-US" sz="4000" dirty="0">
                <a:latin typeface="Garamond"/>
                <a:ea typeface="Garamond"/>
                <a:cs typeface="Garamond"/>
                <a:sym typeface="Garamond"/>
              </a:rPr>
              <a:t/>
            </a:r>
            <a:br>
              <a:rPr lang="en-US" sz="4000" dirty="0">
                <a:latin typeface="Garamond"/>
                <a:ea typeface="Garamond"/>
                <a:cs typeface="Garamond"/>
                <a:sym typeface="Garamond"/>
              </a:rPr>
            </a:br>
            <a:r>
              <a:rPr lang="en-US" sz="4000" dirty="0">
                <a:latin typeface="Garamond"/>
                <a:ea typeface="Garamond"/>
                <a:cs typeface="Garamond"/>
                <a:sym typeface="Garamond"/>
              </a:rPr>
              <a:t/>
            </a:r>
            <a:br>
              <a:rPr lang="en-US" sz="4000" dirty="0">
                <a:latin typeface="Garamond"/>
                <a:ea typeface="Garamond"/>
                <a:cs typeface="Garamond"/>
                <a:sym typeface="Garamond"/>
              </a:rPr>
            </a:br>
            <a:r>
              <a:rPr lang="en-US" sz="3500" dirty="0">
                <a:latin typeface="Garamond"/>
                <a:ea typeface="Garamond"/>
                <a:cs typeface="Garamond"/>
                <a:sym typeface="Garamond"/>
              </a:rPr>
              <a:t>David S. Moore			George P. McCabe</a:t>
            </a:r>
            <a:br>
              <a:rPr lang="en-US" sz="3500" dirty="0">
                <a:latin typeface="Garamond"/>
                <a:ea typeface="Garamond"/>
                <a:cs typeface="Garamond"/>
                <a:sym typeface="Garamond"/>
              </a:rPr>
            </a:br>
            <a:r>
              <a:rPr lang="en-US" sz="3500" dirty="0">
                <a:latin typeface="Garamond"/>
                <a:ea typeface="Garamond"/>
                <a:cs typeface="Garamond"/>
                <a:sym typeface="Garamond"/>
              </a:rPr>
              <a:t>Bruce Craig</a:t>
            </a:r>
          </a:p>
        </p:txBody>
      </p:sp>
    </p:spTree>
    <p:extLst>
      <p:ext uri="{BB962C8B-B14F-4D97-AF65-F5344CB8AC3E}">
        <p14:creationId xmlns:p14="http://schemas.microsoft.com/office/powerpoint/2010/main" val="41592629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65760"/>
            <a:ext cx="6508750" cy="1691640"/>
          </a:xfrm>
        </p:spPr>
        <p:txBody>
          <a:bodyPr/>
          <a:lstStyle/>
          <a:p>
            <a:r>
              <a:rPr lang="en-US" b="1" dirty="0"/>
              <a:t>Chapter 4</a:t>
            </a:r>
            <a:br>
              <a:rPr lang="en-US" b="1" dirty="0"/>
            </a:br>
            <a:r>
              <a:rPr lang="en-US" b="1" dirty="0"/>
              <a:t>Probability: The Study of Randomness</a:t>
            </a:r>
          </a:p>
        </p:txBody>
      </p:sp>
      <p:sp>
        <p:nvSpPr>
          <p:cNvPr id="3" name="Content Placeholder 2"/>
          <p:cNvSpPr>
            <a:spLocks noGrp="1"/>
          </p:cNvSpPr>
          <p:nvPr>
            <p:ph idx="1"/>
          </p:nvPr>
        </p:nvSpPr>
        <p:spPr/>
        <p:txBody>
          <a:bodyPr/>
          <a:lstStyle/>
          <a:p>
            <a:pPr marL="0" lvl="0" indent="0" eaLnBrk="1" hangingPunct="1">
              <a:spcBef>
                <a:spcPct val="0"/>
              </a:spcBef>
              <a:spcAft>
                <a:spcPts val="1800"/>
              </a:spcAft>
              <a:buClrTx/>
              <a:buSzTx/>
              <a:buNone/>
            </a:pPr>
            <a:r>
              <a:rPr lang="en-US" sz="2400" b="1" dirty="0">
                <a:solidFill>
                  <a:srgbClr val="073779"/>
                </a:solidFill>
                <a:latin typeface="Arial" pitchFamily="34" charset="0"/>
                <a:ea typeface="ＭＳ Ｐゴシック" pitchFamily="34" charset="-128"/>
                <a:cs typeface="+mn-cs"/>
              </a:rPr>
              <a:t>4.1 Randomness</a:t>
            </a:r>
          </a:p>
          <a:p>
            <a:pPr marL="0" lvl="0" indent="0" eaLnBrk="1" hangingPunct="1">
              <a:spcBef>
                <a:spcPct val="0"/>
              </a:spcBef>
              <a:spcAft>
                <a:spcPts val="1800"/>
              </a:spcAft>
              <a:buClrTx/>
              <a:buSzTx/>
              <a:buNone/>
            </a:pPr>
            <a:r>
              <a:rPr lang="en-US" sz="2400" b="1" dirty="0">
                <a:solidFill>
                  <a:srgbClr val="073779"/>
                </a:solidFill>
                <a:latin typeface="Arial" pitchFamily="34" charset="0"/>
                <a:ea typeface="ＭＳ Ｐゴシック" pitchFamily="34" charset="-128"/>
                <a:cs typeface="+mn-cs"/>
              </a:rPr>
              <a:t>4.2 Probability Models</a:t>
            </a:r>
          </a:p>
          <a:p>
            <a:pPr marL="0" lvl="0" indent="0" eaLnBrk="1" hangingPunct="1">
              <a:spcBef>
                <a:spcPct val="0"/>
              </a:spcBef>
              <a:spcAft>
                <a:spcPts val="1800"/>
              </a:spcAft>
              <a:buClrTx/>
              <a:buSzTx/>
              <a:buNone/>
            </a:pPr>
            <a:r>
              <a:rPr lang="en-US" sz="2400" b="1" dirty="0">
                <a:solidFill>
                  <a:srgbClr val="073779"/>
                </a:solidFill>
                <a:latin typeface="Arial" pitchFamily="34" charset="0"/>
                <a:ea typeface="ＭＳ Ｐゴシック" pitchFamily="34" charset="-128"/>
                <a:cs typeface="+mn-cs"/>
              </a:rPr>
              <a:t>4.3 Random Variables</a:t>
            </a:r>
          </a:p>
          <a:p>
            <a:pPr marL="0" lvl="0" indent="0" eaLnBrk="1" hangingPunct="1">
              <a:spcBef>
                <a:spcPct val="0"/>
              </a:spcBef>
              <a:spcAft>
                <a:spcPts val="1800"/>
              </a:spcAft>
              <a:buClrTx/>
              <a:buSzTx/>
              <a:buNone/>
            </a:pPr>
            <a:r>
              <a:rPr lang="en-US" sz="2400" b="1" dirty="0">
                <a:solidFill>
                  <a:srgbClr val="073779"/>
                </a:solidFill>
                <a:latin typeface="Arial" pitchFamily="34" charset="0"/>
                <a:ea typeface="ＭＳ Ｐゴシック" pitchFamily="34" charset="-128"/>
                <a:cs typeface="+mn-cs"/>
              </a:rPr>
              <a:t>4.4 Means and Variances of Random Variables</a:t>
            </a:r>
          </a:p>
          <a:p>
            <a:pPr marL="0" lvl="0" indent="0" eaLnBrk="1" hangingPunct="1">
              <a:spcBef>
                <a:spcPct val="0"/>
              </a:spcBef>
              <a:spcAft>
                <a:spcPts val="1800"/>
              </a:spcAft>
              <a:buClrTx/>
              <a:buSzTx/>
              <a:buNone/>
            </a:pPr>
            <a:r>
              <a:rPr lang="en-US" sz="2400" b="1" dirty="0">
                <a:solidFill>
                  <a:srgbClr val="073779"/>
                </a:solidFill>
                <a:latin typeface="Arial" pitchFamily="34" charset="0"/>
                <a:ea typeface="ＭＳ Ｐゴシック" pitchFamily="34" charset="-128"/>
                <a:cs typeface="+mn-cs"/>
              </a:rPr>
              <a:t>4.5 General Probability Rules</a:t>
            </a:r>
          </a:p>
        </p:txBody>
      </p:sp>
      <p:sp>
        <p:nvSpPr>
          <p:cNvPr id="4" name="Slide Number Placeholder 3"/>
          <p:cNvSpPr>
            <a:spLocks noGrp="1"/>
          </p:cNvSpPr>
          <p:nvPr>
            <p:ph type="sldNum" sz="quarter" idx="10"/>
          </p:nvPr>
        </p:nvSpPr>
        <p:spPr/>
        <p:txBody>
          <a:bodyPr/>
          <a:lstStyle/>
          <a:p>
            <a:fld id="{455A1ED8-04CA-4908-B4EA-CA0DA15D048B}" type="slidenum">
              <a:rPr lang="en-US" smtClean="0"/>
              <a:pPr/>
              <a:t>2</a:t>
            </a:fld>
            <a:endParaRPr lang="en-US"/>
          </a:p>
        </p:txBody>
      </p:sp>
    </p:spTree>
    <p:extLst>
      <p:ext uri="{BB962C8B-B14F-4D97-AF65-F5344CB8AC3E}">
        <p14:creationId xmlns:p14="http://schemas.microsoft.com/office/powerpoint/2010/main" val="22084764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Title 2"/>
          <p:cNvSpPr>
            <a:spLocks noGrp="1"/>
          </p:cNvSpPr>
          <p:nvPr>
            <p:ph type="title"/>
          </p:nvPr>
        </p:nvSpPr>
        <p:spPr/>
        <p:txBody>
          <a:bodyPr anchor="t"/>
          <a:lstStyle/>
          <a:p>
            <a:pPr eaLnBrk="1" hangingPunct="1"/>
            <a:r>
              <a:rPr lang="en-US" b="1">
                <a:ea typeface="ＭＳ Ｐゴシック" pitchFamily="34" charset="-128"/>
              </a:rPr>
              <a:t>4.1 Randomness</a:t>
            </a:r>
          </a:p>
        </p:txBody>
      </p:sp>
      <p:sp>
        <p:nvSpPr>
          <p:cNvPr id="27650" name="Text Placeholder 3"/>
          <p:cNvSpPr>
            <a:spLocks noGrp="1"/>
          </p:cNvSpPr>
          <p:nvPr>
            <p:ph idx="1"/>
          </p:nvPr>
        </p:nvSpPr>
        <p:spPr/>
        <p:txBody>
          <a:bodyPr/>
          <a:lstStyle/>
          <a:p>
            <a:pPr eaLnBrk="1" hangingPunct="1">
              <a:buSzPct val="110000"/>
              <a:buFont typeface="Wingdings" pitchFamily="2" charset="2"/>
              <a:buChar char="§"/>
            </a:pPr>
            <a:r>
              <a:rPr lang="en-US" sz="2400">
                <a:solidFill>
                  <a:schemeClr val="accent1"/>
                </a:solidFill>
                <a:ea typeface="ＭＳ Ｐゴシック" pitchFamily="34" charset="-128"/>
              </a:rPr>
              <a:t>The language of probability</a:t>
            </a:r>
          </a:p>
          <a:p>
            <a:pPr eaLnBrk="1" hangingPunct="1">
              <a:buSzPct val="110000"/>
              <a:buFont typeface="Wingdings" pitchFamily="2" charset="2"/>
              <a:buChar char="§"/>
            </a:pPr>
            <a:r>
              <a:rPr lang="en-US" sz="2400">
                <a:solidFill>
                  <a:schemeClr val="accent1"/>
                </a:solidFill>
                <a:ea typeface="ＭＳ Ｐゴシック" pitchFamily="34" charset="-128"/>
              </a:rPr>
              <a:t>Thinking about randomness</a:t>
            </a:r>
          </a:p>
          <a:p>
            <a:pPr eaLnBrk="1" hangingPunct="1">
              <a:buSzPct val="110000"/>
              <a:buFont typeface="Wingdings" pitchFamily="2" charset="2"/>
              <a:buChar char="§"/>
            </a:pPr>
            <a:r>
              <a:rPr lang="en-US" sz="2400">
                <a:solidFill>
                  <a:schemeClr val="accent1"/>
                </a:solidFill>
                <a:ea typeface="ＭＳ Ｐゴシック" pitchFamily="34" charset="-128"/>
              </a:rPr>
              <a:t>The uses of probability</a:t>
            </a:r>
          </a:p>
        </p:txBody>
      </p:sp>
      <p:sp>
        <p:nvSpPr>
          <p:cNvPr id="27651" name="Slide Number Placeholder 1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E9386C15-EC25-497A-A950-7202FF8F21EF}" type="slidenum">
              <a:rPr lang="en-US" sz="1400">
                <a:solidFill>
                  <a:schemeClr val="accent1"/>
                </a:solidFill>
              </a:rPr>
              <a:pPr/>
              <a:t>3</a:t>
            </a:fld>
            <a:endParaRPr lang="en-US" sz="1400">
              <a:solidFill>
                <a:schemeClr val="accent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8675" name="Rectangle 2"/>
          <p:cNvSpPr>
            <a:spLocks noGrp="1" noChangeArrowheads="1"/>
          </p:cNvSpPr>
          <p:nvPr>
            <p:ph type="title"/>
          </p:nvPr>
        </p:nvSpPr>
        <p:spPr/>
        <p:txBody>
          <a:bodyPr/>
          <a:lstStyle/>
          <a:p>
            <a:pPr eaLnBrk="1" hangingPunct="1"/>
            <a:r>
              <a:rPr lang="en-US" dirty="0">
                <a:ea typeface="ＭＳ Ｐゴシック" pitchFamily="34" charset="-128"/>
                <a:cs typeface="Arial" pitchFamily="34" charset="0"/>
              </a:rPr>
              <a:t>The Language of Probability</a:t>
            </a:r>
          </a:p>
        </p:txBody>
      </p:sp>
      <p:sp>
        <p:nvSpPr>
          <p:cNvPr id="28674"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nSpc>
                <a:spcPct val="80000"/>
              </a:lnSpc>
            </a:pPr>
            <a:fld id="{8F975DDE-3DC6-41C0-9BCC-277FD64F2962}" type="slidenum">
              <a:rPr lang="en-US" sz="1200">
                <a:solidFill>
                  <a:schemeClr val="accent1"/>
                </a:solidFill>
              </a:rPr>
              <a:pPr>
                <a:lnSpc>
                  <a:spcPct val="80000"/>
                </a:lnSpc>
              </a:pPr>
              <a:t>4</a:t>
            </a:fld>
            <a:endParaRPr lang="en-US" sz="1200">
              <a:solidFill>
                <a:schemeClr val="accent1"/>
              </a:solidFill>
            </a:endParaRPr>
          </a:p>
        </p:txBody>
      </p:sp>
      <p:sp>
        <p:nvSpPr>
          <p:cNvPr id="28673" name="Rectangle 3"/>
          <p:cNvSpPr txBox="1">
            <a:spLocks noChangeArrowheads="1"/>
          </p:cNvSpPr>
          <p:nvPr/>
        </p:nvSpPr>
        <p:spPr bwMode="auto">
          <a:xfrm>
            <a:off x="174625" y="1087438"/>
            <a:ext cx="8412163" cy="722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1085850" indent="-34290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just">
              <a:buFont typeface="Wingdings" pitchFamily="2" charset="2"/>
              <a:buNone/>
            </a:pPr>
            <a:r>
              <a:rPr lang="en-US" sz="2000" dirty="0">
                <a:solidFill>
                  <a:srgbClr val="000000"/>
                </a:solidFill>
              </a:rPr>
              <a:t>Chance behavior is unpredictable in the short run but has a regular and predictable pattern in the long run.</a:t>
            </a:r>
          </a:p>
          <a:p>
            <a:pPr lvl="1" eaLnBrk="1" hangingPunct="1">
              <a:spcBef>
                <a:spcPts val="700"/>
              </a:spcBef>
              <a:buClr>
                <a:schemeClr val="accent2"/>
              </a:buClr>
              <a:buSzPct val="60000"/>
              <a:buFont typeface="Wingdings" pitchFamily="2" charset="2"/>
              <a:buChar char=""/>
            </a:pPr>
            <a:endParaRPr lang="en-US" sz="2000" dirty="0">
              <a:cs typeface="Arial" pitchFamily="34" charset="0"/>
            </a:endParaRPr>
          </a:p>
          <a:p>
            <a:pPr eaLnBrk="1" hangingPunct="1">
              <a:spcBef>
                <a:spcPts val="700"/>
              </a:spcBef>
              <a:buClr>
                <a:schemeClr val="accent2"/>
              </a:buClr>
              <a:buSzPct val="60000"/>
              <a:buFont typeface="Monotype Sorts" charset="2"/>
              <a:buNone/>
            </a:pPr>
            <a:endParaRPr lang="en-US" sz="2000" dirty="0">
              <a:cs typeface="Arial" pitchFamily="34" charset="0"/>
            </a:endParaRPr>
          </a:p>
        </p:txBody>
      </p:sp>
      <p:sp>
        <p:nvSpPr>
          <p:cNvPr id="6" name="TextBox 5"/>
          <p:cNvSpPr txBox="1">
            <a:spLocks noChangeArrowheads="1"/>
          </p:cNvSpPr>
          <p:nvPr/>
        </p:nvSpPr>
        <p:spPr bwMode="auto">
          <a:xfrm>
            <a:off x="303213" y="1844318"/>
            <a:ext cx="8289925" cy="2339102"/>
          </a:xfrm>
          <a:prstGeom prst="rect">
            <a:avLst/>
          </a:prstGeom>
          <a:solidFill>
            <a:srgbClr val="FFD780"/>
          </a:solidFill>
          <a:ln w="10000">
            <a:solidFill>
              <a:srgbClr val="D2DA7A"/>
            </a:solidFill>
            <a:miter lim="800000"/>
            <a:headEnd/>
            <a:tailEnd/>
          </a:ln>
          <a:effectLst>
            <a:outerShdw blurRad="38100" dist="30000" dir="5400000" rotWithShape="0">
              <a:srgbClr val="808080">
                <a:alpha val="45000"/>
              </a:srgbClr>
            </a:outerShdw>
          </a:effectLst>
        </p:spPr>
        <p:txBody>
          <a:bodyPr wrap="square">
            <a:spAutoFit/>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defRPr/>
            </a:pPr>
            <a:endParaRPr lang="en-US" sz="600" b="1" u="sng" dirty="0">
              <a:solidFill>
                <a:srgbClr val="E81F30"/>
              </a:solidFill>
            </a:endParaRPr>
          </a:p>
          <a:p>
            <a:pPr algn="just" eaLnBrk="1" hangingPunct="1">
              <a:defRPr/>
            </a:pPr>
            <a:r>
              <a:rPr lang="en-US" sz="2000" dirty="0">
                <a:solidFill>
                  <a:srgbClr val="000000"/>
                </a:solidFill>
              </a:rPr>
              <a:t>A </a:t>
            </a:r>
            <a:r>
              <a:rPr lang="en-US" sz="2000" dirty="0"/>
              <a:t>phenomenon is </a:t>
            </a:r>
            <a:r>
              <a:rPr lang="en-US" sz="2000" b="1" dirty="0"/>
              <a:t>random</a:t>
            </a:r>
            <a:r>
              <a:rPr lang="en-US" sz="2000" dirty="0"/>
              <a:t> if individual outcomes are uncertain, but there is nonetheless a regular distribution of outcomes in several repetitions.</a:t>
            </a:r>
          </a:p>
          <a:p>
            <a:pPr algn="just" eaLnBrk="1" hangingPunct="1">
              <a:defRPr/>
            </a:pPr>
            <a:endParaRPr lang="en-US" sz="2000" dirty="0"/>
          </a:p>
          <a:p>
            <a:pPr algn="just" eaLnBrk="1" hangingPunct="1">
              <a:defRPr/>
            </a:pPr>
            <a:r>
              <a:rPr lang="en-US" sz="2000" dirty="0"/>
              <a:t>The </a:t>
            </a:r>
            <a:r>
              <a:rPr lang="en-US" sz="2000" b="1" dirty="0"/>
              <a:t>probability</a:t>
            </a:r>
            <a:r>
              <a:rPr lang="en-US" sz="2000" dirty="0"/>
              <a:t> of any </a:t>
            </a:r>
            <a:r>
              <a:rPr lang="en-US" sz="2000" dirty="0">
                <a:solidFill>
                  <a:srgbClr val="000000"/>
                </a:solidFill>
              </a:rPr>
              <a:t>outcome of a random phenomenon is the proportion of times the outcome would occur in a very long series of repetitions.</a:t>
            </a:r>
          </a:p>
        </p:txBody>
      </p:sp>
      <p:grpSp>
        <p:nvGrpSpPr>
          <p:cNvPr id="2" name="Group 8" descr="images described separately"/>
          <p:cNvGrpSpPr>
            <a:grpSpLocks/>
          </p:cNvGrpSpPr>
          <p:nvPr/>
        </p:nvGrpSpPr>
        <p:grpSpPr bwMode="auto">
          <a:xfrm>
            <a:off x="592138" y="4217988"/>
            <a:ext cx="8001000" cy="2506662"/>
            <a:chOff x="635000" y="4590370"/>
            <a:chExt cx="7500938" cy="2216830"/>
          </a:xfrm>
        </p:grpSpPr>
        <p:pic>
          <p:nvPicPr>
            <p:cNvPr id="28678" name="Picture 7" descr="Person flipping a coin"/>
            <p:cNvPicPr>
              <a:picLocks noChangeAspect="1"/>
            </p:cNvPicPr>
            <p:nvPr/>
          </p:nvPicPr>
          <p:blipFill rotWithShape="1">
            <a:blip r:embed="rId2">
              <a:extLst>
                <a:ext uri="{28A0092B-C50C-407E-A947-70E740481C1C}">
                  <a14:useLocalDpi xmlns:a14="http://schemas.microsoft.com/office/drawing/2010/main" val="0"/>
                </a:ext>
              </a:extLst>
            </a:blip>
            <a:srcRect t="-3011" b="-3011"/>
            <a:stretch/>
          </p:blipFill>
          <p:spPr bwMode="auto">
            <a:xfrm>
              <a:off x="3498260" y="4590370"/>
              <a:ext cx="1339100" cy="20156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79" name="Picture 5" descr="The image shows a graph which depicts a regular distribution of outcomes in a large number of repetitions. The graph shows &quot;Tosses&quot; on the x-axis, and &quot;Proportion of heads&quot; on the y-axis. The x-axis on the graph ranges from 1 to 22 in successive intervals of 3, and the y-axis ranges from 0 to 1.0 in successive intervals of 0.1. Readings or points on the graph depict 0.5 probability as the number of tosses increases, and chance behavior show predictable and regular pattern in the long run. However, the graph also depicts that chance behavior is unpredictable in the short run."/>
            <p:cNvPicPr>
              <a:picLocks noChangeAspect="1"/>
            </p:cNvPicPr>
            <p:nvPr/>
          </p:nvPicPr>
          <p:blipFill rotWithShape="1">
            <a:blip r:embed="rId3">
              <a:extLst>
                <a:ext uri="{28A0092B-C50C-407E-A947-70E740481C1C}">
                  <a14:useLocalDpi xmlns:a14="http://schemas.microsoft.com/office/drawing/2010/main" val="0"/>
                </a:ext>
              </a:extLst>
            </a:blip>
            <a:srcRect t="-2996" b="-2996"/>
            <a:stretch/>
          </p:blipFill>
          <p:spPr bwMode="auto">
            <a:xfrm>
              <a:off x="635000" y="4590370"/>
              <a:ext cx="2781300" cy="2216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80" name="Picture 6" descr="The image shows a graph which depicts a regular distribution of outcomes in a large number of repetitions. The graph shows &quot;Tosses&quot; on the x-axis, and &quot;Proportion of heads&quot; on the y-The x-axis on the graph ranges from 1 to 500 in successive intervals of 50, and the y-axis ranges from 0 to 1.0 in successive intervals of 0.1.  Readings or points on the graph depict 0.5 probability as the number of tosses increases, and chance behavior show predictable and regular pattern in the long run. However, the graph also depicts that chance behavior is unpredictable in the short run."/>
            <p:cNvPicPr>
              <a:picLocks noChangeAspect="1"/>
            </p:cNvPicPr>
            <p:nvPr/>
          </p:nvPicPr>
          <p:blipFill rotWithShape="1">
            <a:blip r:embed="rId4">
              <a:extLst>
                <a:ext uri="{28A0092B-C50C-407E-A947-70E740481C1C}">
                  <a14:useLocalDpi xmlns:a14="http://schemas.microsoft.com/office/drawing/2010/main" val="0"/>
                </a:ext>
              </a:extLst>
            </a:blip>
            <a:srcRect t="-3005" b="-3005"/>
            <a:stretch/>
          </p:blipFill>
          <p:spPr bwMode="auto">
            <a:xfrm>
              <a:off x="4837360" y="4590370"/>
              <a:ext cx="3298578" cy="22007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4625" y="145596"/>
            <a:ext cx="7772400" cy="777240"/>
          </a:xfrm>
        </p:spPr>
        <p:txBody>
          <a:bodyPr/>
          <a:lstStyle/>
          <a:p>
            <a:r>
              <a:rPr lang="en-US" dirty="0">
                <a:cs typeface="Arial" pitchFamily="34" charset="0"/>
              </a:rPr>
              <a:t>Thinking about Randomness</a:t>
            </a:r>
            <a:endParaRPr lang="en-US" dirty="0"/>
          </a:p>
        </p:txBody>
      </p:sp>
      <p:sp>
        <p:nvSpPr>
          <p:cNvPr id="4" name="Slide Number Placeholder 3"/>
          <p:cNvSpPr>
            <a:spLocks noGrp="1"/>
          </p:cNvSpPr>
          <p:nvPr>
            <p:ph type="sldNum" sz="quarter" idx="12"/>
          </p:nvPr>
        </p:nvSpPr>
        <p:spPr/>
        <p:txBody>
          <a:bodyPr/>
          <a:lstStyle/>
          <a:p>
            <a:fld id="{455A1ED8-04CA-4908-B4EA-CA0DA15D048B}" type="slidenum">
              <a:rPr lang="en-US" smtClean="0"/>
              <a:pPr/>
              <a:t>5</a:t>
            </a:fld>
            <a:endParaRPr lang="en-US"/>
          </a:p>
        </p:txBody>
      </p:sp>
      <p:pic>
        <p:nvPicPr>
          <p:cNvPr id="6" name="Picture 3" descr="A graph of proportion of heads for 5000 coin tosses. "/>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31774" y="2544328"/>
            <a:ext cx="4514850" cy="35936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4" descr="Two pennies showing heads and tails."/>
          <p:cNvPicPr>
            <a:picLocks noChangeAspect="1" noChangeArrowheads="1"/>
          </p:cNvPicPr>
          <p:nvPr/>
        </p:nvPicPr>
        <p:blipFill rotWithShape="1">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l="-85" r="-85"/>
          <a:stretch/>
        </p:blipFill>
        <p:spPr bwMode="auto">
          <a:xfrm>
            <a:off x="6138862" y="2667000"/>
            <a:ext cx="1546225"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Box 5"/>
          <p:cNvSpPr txBox="1">
            <a:spLocks noChangeArrowheads="1"/>
          </p:cNvSpPr>
          <p:nvPr/>
        </p:nvSpPr>
        <p:spPr bwMode="auto">
          <a:xfrm>
            <a:off x="563562" y="1021488"/>
            <a:ext cx="8016875" cy="1323975"/>
          </a:xfrm>
          <a:prstGeom prst="rect">
            <a:avLst/>
          </a:prstGeom>
          <a:solidFill>
            <a:srgbClr val="FFD780"/>
          </a:solidFill>
          <a:ln w="9525">
            <a:noFill/>
            <a:miter lim="800000"/>
            <a:headEnd/>
            <a:tailEnd/>
          </a:ln>
          <a:effectLst/>
        </p:spPr>
        <p:txBody>
          <a:bodyPr>
            <a:spAutoFit/>
          </a:bodyPr>
          <a:lstStyle/>
          <a:p>
            <a:pPr algn="just">
              <a:defRPr/>
            </a:pPr>
            <a:r>
              <a:rPr lang="en-US" sz="2000" dirty="0">
                <a:latin typeface="Arial" charset="0"/>
                <a:ea typeface="+mn-ea"/>
              </a:rPr>
              <a:t>The result of any single coin toss is random. But the result over many tosses is predictable, as long as the trials are </a:t>
            </a:r>
            <a:r>
              <a:rPr lang="en-US" sz="2000" b="1" dirty="0">
                <a:latin typeface="Arial" charset="0"/>
                <a:ea typeface="+mn-ea"/>
              </a:rPr>
              <a:t>independent</a:t>
            </a:r>
            <a:r>
              <a:rPr lang="en-US" sz="2000" dirty="0">
                <a:latin typeface="Arial" charset="0"/>
                <a:ea typeface="+mn-ea"/>
              </a:rPr>
              <a:t> (i.e., the outcome of a new coin flip is not influenced by the result of the previous flip).</a:t>
            </a:r>
          </a:p>
        </p:txBody>
      </p:sp>
    </p:spTree>
    <p:extLst>
      <p:ext uri="{BB962C8B-B14F-4D97-AF65-F5344CB8AC3E}">
        <p14:creationId xmlns:p14="http://schemas.microsoft.com/office/powerpoint/2010/main" val="8827384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cs typeface="Arial" pitchFamily="34" charset="0"/>
              </a:rPr>
              <a:t>Uses of Probability</a:t>
            </a:r>
            <a:endParaRPr lang="en-US" dirty="0"/>
          </a:p>
        </p:txBody>
      </p:sp>
      <p:sp>
        <p:nvSpPr>
          <p:cNvPr id="4" name="Slide Number Placeholder 3"/>
          <p:cNvSpPr>
            <a:spLocks noGrp="1"/>
          </p:cNvSpPr>
          <p:nvPr>
            <p:ph type="sldNum" sz="quarter" idx="12"/>
          </p:nvPr>
        </p:nvSpPr>
        <p:spPr/>
        <p:txBody>
          <a:bodyPr/>
          <a:lstStyle/>
          <a:p>
            <a:fld id="{455A1ED8-04CA-4908-B4EA-CA0DA15D048B}" type="slidenum">
              <a:rPr lang="en-US" smtClean="0"/>
              <a:pPr/>
              <a:t>6</a:t>
            </a:fld>
            <a:endParaRPr lang="en-US"/>
          </a:p>
        </p:txBody>
      </p:sp>
      <p:sp>
        <p:nvSpPr>
          <p:cNvPr id="5" name="Text Box 5"/>
          <p:cNvSpPr txBox="1">
            <a:spLocks noChangeArrowheads="1"/>
          </p:cNvSpPr>
          <p:nvPr/>
        </p:nvSpPr>
        <p:spPr bwMode="auto">
          <a:xfrm>
            <a:off x="174625" y="1228397"/>
            <a:ext cx="7772400" cy="4708981"/>
          </a:xfrm>
          <a:prstGeom prst="rect">
            <a:avLst/>
          </a:prstGeom>
          <a:solidFill>
            <a:srgbClr val="FFD780"/>
          </a:solidFill>
          <a:ln w="9525">
            <a:noFill/>
            <a:miter lim="800000"/>
            <a:headEnd/>
            <a:tailEnd/>
          </a:ln>
          <a:effectLst/>
        </p:spPr>
        <p:txBody>
          <a:bodyPr wrap="square">
            <a:spAutoFit/>
          </a:bodyPr>
          <a:lstStyle/>
          <a:p>
            <a:pPr marL="342900" indent="-342900" algn="just">
              <a:buFont typeface="Wingdings" charset="2"/>
              <a:buChar char="q"/>
              <a:defRPr/>
            </a:pPr>
            <a:r>
              <a:rPr lang="en-US" sz="2000" dirty="0">
                <a:latin typeface="Arial" charset="0"/>
                <a:ea typeface="+mn-ea"/>
              </a:rPr>
              <a:t>The origins of probability were seventeenth-century games of chance.</a:t>
            </a:r>
          </a:p>
          <a:p>
            <a:pPr marL="342900" indent="-342900" algn="just">
              <a:buFont typeface="Wingdings" charset="2"/>
              <a:buChar char="q"/>
              <a:defRPr/>
            </a:pPr>
            <a:endParaRPr lang="en-US" sz="2000" dirty="0">
              <a:latin typeface="Arial" charset="0"/>
              <a:ea typeface="+mn-ea"/>
            </a:endParaRPr>
          </a:p>
          <a:p>
            <a:pPr marL="342900" indent="-342900" algn="just">
              <a:buFont typeface="Wingdings" charset="2"/>
              <a:buChar char="q"/>
              <a:defRPr/>
            </a:pPr>
            <a:r>
              <a:rPr lang="en-US" sz="2000" dirty="0">
                <a:latin typeface="Arial" charset="0"/>
                <a:ea typeface="+mn-ea"/>
              </a:rPr>
              <a:t>In the eighteenth century and the nineteenth century, careful measurements in astronomy and surveying led to further advances in probability due to distributions that arise from random sampling.</a:t>
            </a:r>
          </a:p>
          <a:p>
            <a:pPr marL="342900" indent="-342900" algn="just">
              <a:buFont typeface="Wingdings" charset="2"/>
              <a:buChar char="q"/>
              <a:defRPr/>
            </a:pPr>
            <a:endParaRPr lang="en-US" sz="2000" dirty="0">
              <a:latin typeface="Arial" charset="0"/>
              <a:ea typeface="+mn-ea"/>
            </a:endParaRPr>
          </a:p>
          <a:p>
            <a:pPr marL="342900" indent="-342900" algn="just">
              <a:buFont typeface="Wingdings" charset="2"/>
              <a:buChar char="q"/>
              <a:defRPr/>
            </a:pPr>
            <a:r>
              <a:rPr lang="en-US" sz="2000" dirty="0">
                <a:latin typeface="Arial" charset="0"/>
                <a:ea typeface="+mn-ea"/>
              </a:rPr>
              <a:t>Modern applications of probability apply in such diverse fields as</a:t>
            </a:r>
          </a:p>
          <a:p>
            <a:pPr marL="342900" indent="-342900" algn="just">
              <a:buFont typeface="Wingdings" charset="2"/>
              <a:buChar char="q"/>
              <a:defRPr/>
            </a:pPr>
            <a:endParaRPr lang="en-US" sz="2000" dirty="0">
              <a:latin typeface="Arial" charset="0"/>
              <a:ea typeface="+mn-ea"/>
            </a:endParaRPr>
          </a:p>
          <a:p>
            <a:pPr marL="800100" lvl="1" indent="-342900" algn="just">
              <a:buFont typeface="Wingdings" charset="2"/>
              <a:buChar char="§"/>
              <a:defRPr/>
            </a:pPr>
            <a:r>
              <a:rPr lang="en-US" sz="2000" dirty="0">
                <a:latin typeface="Arial" charset="0"/>
                <a:ea typeface="+mn-ea"/>
              </a:rPr>
              <a:t>Traffic flows</a:t>
            </a:r>
          </a:p>
          <a:p>
            <a:pPr marL="800100" lvl="1" indent="-342900" algn="just">
              <a:buFont typeface="Wingdings" charset="2"/>
              <a:buChar char="§"/>
              <a:defRPr/>
            </a:pPr>
            <a:r>
              <a:rPr lang="en-US" sz="2000" dirty="0">
                <a:latin typeface="Arial" charset="0"/>
                <a:ea typeface="+mn-ea"/>
              </a:rPr>
              <a:t>Genetic makeups of a population</a:t>
            </a:r>
          </a:p>
          <a:p>
            <a:pPr marL="800100" lvl="1" indent="-342900">
              <a:buFont typeface="Wingdings" charset="2"/>
              <a:buChar char="§"/>
              <a:defRPr/>
            </a:pPr>
            <a:r>
              <a:rPr lang="en-US" sz="2000" dirty="0">
                <a:latin typeface="Arial" charset="0"/>
                <a:ea typeface="+mn-ea"/>
              </a:rPr>
              <a:t>Energy states of subatomic particles</a:t>
            </a:r>
          </a:p>
          <a:p>
            <a:pPr marL="800100" lvl="1" indent="-342900">
              <a:buFont typeface="Wingdings" charset="2"/>
              <a:buChar char="§"/>
              <a:defRPr/>
            </a:pPr>
            <a:r>
              <a:rPr lang="en-US" sz="2000" dirty="0">
                <a:latin typeface="Arial" charset="0"/>
                <a:ea typeface="+mn-ea"/>
              </a:rPr>
              <a:t>Spread of epidemics or tweets</a:t>
            </a:r>
          </a:p>
          <a:p>
            <a:pPr marL="800100" lvl="1" indent="-342900">
              <a:buFont typeface="Wingdings" charset="2"/>
              <a:buChar char="§"/>
              <a:defRPr/>
            </a:pPr>
            <a:r>
              <a:rPr lang="en-US" sz="2000" dirty="0">
                <a:latin typeface="Arial" charset="0"/>
                <a:ea typeface="+mn-ea"/>
              </a:rPr>
              <a:t>Returns on risky investments</a:t>
            </a:r>
          </a:p>
        </p:txBody>
      </p:sp>
    </p:spTree>
    <p:extLst>
      <p:ext uri="{BB962C8B-B14F-4D97-AF65-F5344CB8AC3E}">
        <p14:creationId xmlns:p14="http://schemas.microsoft.com/office/powerpoint/2010/main" val="16225482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childTnLst>
                                </p:cTn>
                              </p:par>
                              <p:par>
                                <p:cTn id="19" presetID="1" presetClass="entr" presetSubtype="0" fill="hold" nodeType="withEffect">
                                  <p:stCondLst>
                                    <p:cond delay="2000"/>
                                  </p:stCondLst>
                                  <p:childTnLst>
                                    <p:set>
                                      <p:cBhvr>
                                        <p:cTn id="20" dur="1" fill="hold">
                                          <p:stCondLst>
                                            <p:cond delay="0"/>
                                          </p:stCondLst>
                                        </p:cTn>
                                        <p:tgtEl>
                                          <p:spTgt spid="5">
                                            <p:txEl>
                                              <p:pRg st="7" end="7"/>
                                            </p:txEl>
                                          </p:spTgt>
                                        </p:tgtEl>
                                        <p:attrNameLst>
                                          <p:attrName>style.visibility</p:attrName>
                                        </p:attrNameLst>
                                      </p:cBhvr>
                                      <p:to>
                                        <p:strVal val="visible"/>
                                      </p:to>
                                    </p:set>
                                  </p:childTnLst>
                                </p:cTn>
                              </p:par>
                              <p:par>
                                <p:cTn id="21" presetID="1" presetClass="entr" presetSubtype="0" fill="hold" nodeType="withEffect">
                                  <p:stCondLst>
                                    <p:cond delay="4000"/>
                                  </p:stCondLst>
                                  <p:childTnLst>
                                    <p:set>
                                      <p:cBhvr>
                                        <p:cTn id="22" dur="1" fill="hold">
                                          <p:stCondLst>
                                            <p:cond delay="0"/>
                                          </p:stCondLst>
                                        </p:cTn>
                                        <p:tgtEl>
                                          <p:spTgt spid="5">
                                            <p:txEl>
                                              <p:pRg st="8" end="8"/>
                                            </p:txEl>
                                          </p:spTgt>
                                        </p:tgtEl>
                                        <p:attrNameLst>
                                          <p:attrName>style.visibility</p:attrName>
                                        </p:attrNameLst>
                                      </p:cBhvr>
                                      <p:to>
                                        <p:strVal val="visible"/>
                                      </p:to>
                                    </p:set>
                                  </p:childTnLst>
                                </p:cTn>
                              </p:par>
                              <p:par>
                                <p:cTn id="23" presetID="1" presetClass="entr" presetSubtype="0" fill="hold" nodeType="withEffect">
                                  <p:stCondLst>
                                    <p:cond delay="6000"/>
                                  </p:stCondLst>
                                  <p:childTnLst>
                                    <p:set>
                                      <p:cBhvr>
                                        <p:cTn id="24" dur="1" fill="hold">
                                          <p:stCondLst>
                                            <p:cond delay="0"/>
                                          </p:stCondLst>
                                        </p:cTn>
                                        <p:tgtEl>
                                          <p:spTgt spid="5">
                                            <p:txEl>
                                              <p:pRg st="9" end="9"/>
                                            </p:txEl>
                                          </p:spTgt>
                                        </p:tgtEl>
                                        <p:attrNameLst>
                                          <p:attrName>style.visibility</p:attrName>
                                        </p:attrNameLst>
                                      </p:cBhvr>
                                      <p:to>
                                        <p:strVal val="visible"/>
                                      </p:to>
                                    </p:set>
                                  </p:childTnLst>
                                </p:cTn>
                              </p:par>
                              <p:par>
                                <p:cTn id="25" presetID="1" presetClass="entr" presetSubtype="0" fill="hold" nodeType="withEffect">
                                  <p:stCondLst>
                                    <p:cond delay="8000"/>
                                  </p:stCondLst>
                                  <p:childTnLst>
                                    <p:set>
                                      <p:cBhvr>
                                        <p:cTn id="26"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Title 2"/>
          <p:cNvSpPr>
            <a:spLocks noGrp="1"/>
          </p:cNvSpPr>
          <p:nvPr>
            <p:ph type="title"/>
          </p:nvPr>
        </p:nvSpPr>
        <p:spPr/>
        <p:txBody>
          <a:bodyPr anchor="t"/>
          <a:lstStyle/>
          <a:p>
            <a:pPr eaLnBrk="1" hangingPunct="1"/>
            <a:r>
              <a:rPr lang="en-US" b="1">
                <a:ea typeface="ＭＳ Ｐゴシック" pitchFamily="34" charset="-128"/>
              </a:rPr>
              <a:t>4.2 Probability Models</a:t>
            </a:r>
          </a:p>
        </p:txBody>
      </p:sp>
      <p:sp>
        <p:nvSpPr>
          <p:cNvPr id="33794" name="Text Placeholder 3"/>
          <p:cNvSpPr>
            <a:spLocks noGrp="1"/>
          </p:cNvSpPr>
          <p:nvPr>
            <p:ph idx="1"/>
          </p:nvPr>
        </p:nvSpPr>
        <p:spPr>
          <a:xfrm>
            <a:off x="457200" y="2209800"/>
            <a:ext cx="7239000" cy="3916363"/>
          </a:xfrm>
        </p:spPr>
        <p:txBody>
          <a:bodyPr/>
          <a:lstStyle/>
          <a:p>
            <a:pPr eaLnBrk="1" hangingPunct="1">
              <a:buSzPct val="110000"/>
              <a:buFont typeface="Wingdings" pitchFamily="2" charset="2"/>
              <a:buChar char="§"/>
            </a:pPr>
            <a:r>
              <a:rPr lang="en-US" sz="2400" dirty="0">
                <a:solidFill>
                  <a:schemeClr val="accent1"/>
                </a:solidFill>
                <a:ea typeface="ＭＳ Ｐゴシック" pitchFamily="34" charset="-128"/>
              </a:rPr>
              <a:t>Sample spaces</a:t>
            </a:r>
          </a:p>
          <a:p>
            <a:pPr eaLnBrk="1" hangingPunct="1">
              <a:buSzPct val="110000"/>
              <a:buFont typeface="Wingdings" pitchFamily="2" charset="2"/>
              <a:buChar char="§"/>
            </a:pPr>
            <a:r>
              <a:rPr lang="en-US" sz="2400" dirty="0">
                <a:solidFill>
                  <a:schemeClr val="accent1"/>
                </a:solidFill>
                <a:ea typeface="ＭＳ Ｐゴシック" pitchFamily="34" charset="-128"/>
              </a:rPr>
              <a:t>Probability rules</a:t>
            </a:r>
          </a:p>
          <a:p>
            <a:pPr eaLnBrk="1" hangingPunct="1">
              <a:buSzPct val="110000"/>
              <a:buFont typeface="Wingdings" pitchFamily="2" charset="2"/>
              <a:buChar char="§"/>
            </a:pPr>
            <a:r>
              <a:rPr lang="en-US" sz="2400" dirty="0">
                <a:solidFill>
                  <a:schemeClr val="accent1"/>
                </a:solidFill>
                <a:ea typeface="ＭＳ Ｐゴシック" pitchFamily="34" charset="-128"/>
              </a:rPr>
              <a:t>Assigning probabilities: Finite number of outcomes</a:t>
            </a:r>
          </a:p>
          <a:p>
            <a:pPr eaLnBrk="1" hangingPunct="1">
              <a:buSzPct val="110000"/>
              <a:buFont typeface="Wingdings" pitchFamily="2" charset="2"/>
              <a:buChar char="§"/>
            </a:pPr>
            <a:r>
              <a:rPr lang="en-US" sz="2400" dirty="0">
                <a:solidFill>
                  <a:schemeClr val="accent1"/>
                </a:solidFill>
                <a:ea typeface="ＭＳ Ｐゴシック" pitchFamily="34" charset="-128"/>
              </a:rPr>
              <a:t>Assigning probabilities: Equally likely outcomes</a:t>
            </a:r>
          </a:p>
          <a:p>
            <a:pPr eaLnBrk="1" hangingPunct="1">
              <a:buSzPct val="110000"/>
              <a:buFont typeface="Wingdings" pitchFamily="2" charset="2"/>
              <a:buChar char="§"/>
            </a:pPr>
            <a:r>
              <a:rPr lang="en-US" sz="2400" dirty="0">
                <a:solidFill>
                  <a:schemeClr val="accent1"/>
                </a:solidFill>
                <a:ea typeface="ＭＳ Ｐゴシック" pitchFamily="34" charset="-128"/>
              </a:rPr>
              <a:t>Independence and the multiplication rule</a:t>
            </a:r>
          </a:p>
          <a:p>
            <a:pPr eaLnBrk="1" hangingPunct="1">
              <a:buSzPct val="110000"/>
              <a:buFont typeface="Wingdings" pitchFamily="2" charset="2"/>
              <a:buChar char="§"/>
            </a:pPr>
            <a:r>
              <a:rPr lang="en-US" sz="2400" dirty="0">
                <a:solidFill>
                  <a:schemeClr val="accent1"/>
                </a:solidFill>
                <a:ea typeface="ＭＳ Ｐゴシック" pitchFamily="34" charset="-128"/>
              </a:rPr>
              <a:t>Applying the probability rules</a:t>
            </a:r>
          </a:p>
        </p:txBody>
      </p:sp>
      <p:sp>
        <p:nvSpPr>
          <p:cNvPr id="33795" name="Slide Number Placeholder 1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93920000-C410-4D9D-BBBD-CEDD03CAC6E7}" type="slidenum">
              <a:rPr lang="en-US" sz="1400">
                <a:solidFill>
                  <a:schemeClr val="accent1"/>
                </a:solidFill>
              </a:rPr>
              <a:pPr/>
              <a:t>7</a:t>
            </a:fld>
            <a:endParaRPr lang="en-US" sz="1400">
              <a:solidFill>
                <a:schemeClr val="accent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pPr eaLnBrk="1" hangingPunct="1"/>
            <a:r>
              <a:rPr lang="en-US" dirty="0">
                <a:ea typeface="ＭＳ Ｐゴシック" pitchFamily="34" charset="-128"/>
                <a:cs typeface="Arial" pitchFamily="34" charset="0"/>
              </a:rPr>
              <a:t>Probability Models 1</a:t>
            </a:r>
          </a:p>
        </p:txBody>
      </p:sp>
      <p:sp>
        <p:nvSpPr>
          <p:cNvPr id="34817"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nSpc>
                <a:spcPct val="80000"/>
              </a:lnSpc>
            </a:pPr>
            <a:fld id="{22CC2BFA-DF49-446D-AACC-078B60B7251C}" type="slidenum">
              <a:rPr lang="en-US" sz="1200">
                <a:solidFill>
                  <a:schemeClr val="accent1"/>
                </a:solidFill>
              </a:rPr>
              <a:pPr>
                <a:lnSpc>
                  <a:spcPct val="80000"/>
                </a:lnSpc>
              </a:pPr>
              <a:t>8</a:t>
            </a:fld>
            <a:endParaRPr lang="en-US" sz="1200">
              <a:solidFill>
                <a:schemeClr val="accent1"/>
              </a:solidFill>
            </a:endParaRPr>
          </a:p>
        </p:txBody>
      </p:sp>
      <p:sp>
        <p:nvSpPr>
          <p:cNvPr id="34819" name="Rectangle 1"/>
          <p:cNvSpPr>
            <a:spLocks noChangeArrowheads="1"/>
          </p:cNvSpPr>
          <p:nvPr/>
        </p:nvSpPr>
        <p:spPr bwMode="auto">
          <a:xfrm>
            <a:off x="152399" y="1295717"/>
            <a:ext cx="8477249"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buFont typeface="Wingdings" pitchFamily="2" charset="2"/>
              <a:buNone/>
            </a:pPr>
            <a:r>
              <a:rPr lang="en-US" sz="2000" dirty="0">
                <a:solidFill>
                  <a:srgbClr val="000000"/>
                </a:solidFill>
              </a:rPr>
              <a:t>Descriptions of chance behavior contain two parts: </a:t>
            </a:r>
          </a:p>
          <a:p>
            <a:pPr marL="342900" indent="-342900" eaLnBrk="1" hangingPunct="1">
              <a:buFont typeface="Arial" panose="020B0604020202020204" pitchFamily="34" charset="0"/>
              <a:buChar char="•"/>
            </a:pPr>
            <a:r>
              <a:rPr lang="en-US" sz="2000" dirty="0">
                <a:solidFill>
                  <a:srgbClr val="000000"/>
                </a:solidFill>
              </a:rPr>
              <a:t>a list of possible outcomes, and </a:t>
            </a:r>
          </a:p>
          <a:p>
            <a:pPr marL="342900" indent="-342900" eaLnBrk="1" hangingPunct="1">
              <a:buFont typeface="Arial" panose="020B0604020202020204" pitchFamily="34" charset="0"/>
              <a:buChar char="•"/>
            </a:pPr>
            <a:r>
              <a:rPr lang="en-US" sz="2000" dirty="0">
                <a:solidFill>
                  <a:srgbClr val="000000"/>
                </a:solidFill>
              </a:rPr>
              <a:t>a probability for each outcome.</a:t>
            </a:r>
          </a:p>
        </p:txBody>
      </p:sp>
      <p:sp>
        <p:nvSpPr>
          <p:cNvPr id="6" name="TextBox 5"/>
          <p:cNvSpPr txBox="1">
            <a:spLocks noChangeArrowheads="1"/>
          </p:cNvSpPr>
          <p:nvPr/>
        </p:nvSpPr>
        <p:spPr bwMode="auto">
          <a:xfrm>
            <a:off x="152399" y="2881609"/>
            <a:ext cx="8348663" cy="2954338"/>
          </a:xfrm>
          <a:prstGeom prst="rect">
            <a:avLst/>
          </a:prstGeom>
          <a:solidFill>
            <a:srgbClr val="FFD780"/>
          </a:solidFill>
          <a:ln w="10000">
            <a:solidFill>
              <a:srgbClr val="D2DA7A"/>
            </a:solidFill>
            <a:miter lim="800000"/>
            <a:headEnd/>
            <a:tailEnd/>
          </a:ln>
          <a:effectLst>
            <a:outerShdw blurRad="38100" dist="30000" dir="5400000" rotWithShape="0">
              <a:srgbClr val="808080">
                <a:alpha val="45000"/>
              </a:srgbClr>
            </a:outerShdw>
          </a:effectLst>
        </p:spPr>
        <p:txBody>
          <a:bodyPr wrap="square">
            <a:spAutoFit/>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defRPr/>
            </a:pPr>
            <a:endParaRPr lang="en-US" sz="600" b="1" u="sng" dirty="0">
              <a:solidFill>
                <a:srgbClr val="E81F30"/>
              </a:solidFill>
            </a:endParaRPr>
          </a:p>
          <a:p>
            <a:pPr eaLnBrk="1" hangingPunct="1">
              <a:defRPr/>
            </a:pPr>
            <a:r>
              <a:rPr lang="en-US" sz="2000" dirty="0"/>
              <a:t>The </a:t>
            </a:r>
            <a:r>
              <a:rPr lang="en-US" sz="2000" b="1" dirty="0"/>
              <a:t>sample space </a:t>
            </a:r>
            <a:r>
              <a:rPr lang="en-US" sz="2000" b="1" i="1" dirty="0"/>
              <a:t>S</a:t>
            </a:r>
            <a:r>
              <a:rPr lang="en-US" sz="2000" dirty="0"/>
              <a:t> of a random phenomenon is the set of all possible outcomes.</a:t>
            </a:r>
          </a:p>
          <a:p>
            <a:pPr eaLnBrk="1" hangingPunct="1">
              <a:defRPr/>
            </a:pPr>
            <a:endParaRPr lang="en-US" sz="2000" dirty="0"/>
          </a:p>
          <a:p>
            <a:pPr eaLnBrk="1" hangingPunct="1">
              <a:defRPr/>
            </a:pPr>
            <a:r>
              <a:rPr lang="en-US" sz="2000" dirty="0"/>
              <a:t>An </a:t>
            </a:r>
            <a:r>
              <a:rPr lang="en-US" sz="2000" b="1" dirty="0"/>
              <a:t>event</a:t>
            </a:r>
            <a:r>
              <a:rPr lang="en-US" sz="2000" dirty="0"/>
              <a:t> is an outcome or a set of outcomes of a random phenomenon. That is, an event is a subset of the sample space.</a:t>
            </a:r>
          </a:p>
          <a:p>
            <a:pPr eaLnBrk="1" hangingPunct="1">
              <a:defRPr/>
            </a:pPr>
            <a:endParaRPr lang="en-US" sz="2000" dirty="0"/>
          </a:p>
          <a:p>
            <a:pPr eaLnBrk="1" hangingPunct="1">
              <a:defRPr/>
            </a:pPr>
            <a:r>
              <a:rPr lang="en-US" sz="2000" dirty="0"/>
              <a:t>A </a:t>
            </a:r>
            <a:r>
              <a:rPr lang="en-US" sz="2000" b="1" dirty="0"/>
              <a:t>probability model</a:t>
            </a:r>
            <a:r>
              <a:rPr lang="en-US" sz="2000" dirty="0"/>
              <a:t> is a description of some random phenomenon that consists of two parts: a sample </a:t>
            </a:r>
            <a:r>
              <a:rPr lang="en-US" sz="2000" dirty="0">
                <a:solidFill>
                  <a:srgbClr val="000000"/>
                </a:solidFill>
              </a:rPr>
              <a:t>space </a:t>
            </a:r>
            <a:r>
              <a:rPr lang="en-US" sz="2000" i="1" dirty="0">
                <a:solidFill>
                  <a:srgbClr val="000000"/>
                </a:solidFill>
              </a:rPr>
              <a:t>S</a:t>
            </a:r>
            <a:r>
              <a:rPr lang="en-US" sz="2000" dirty="0">
                <a:solidFill>
                  <a:srgbClr val="000000"/>
                </a:solidFill>
              </a:rPr>
              <a:t> and a probability for each outcome.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pPr eaLnBrk="1" hangingPunct="1"/>
            <a:r>
              <a:rPr lang="en-US" dirty="0">
                <a:ea typeface="ＭＳ Ｐゴシック" pitchFamily="34" charset="-128"/>
                <a:cs typeface="Arial" pitchFamily="34" charset="0"/>
              </a:rPr>
              <a:t>Probability Models 2</a:t>
            </a:r>
          </a:p>
        </p:txBody>
      </p:sp>
      <p:sp>
        <p:nvSpPr>
          <p:cNvPr id="35841"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nSpc>
                <a:spcPct val="80000"/>
              </a:lnSpc>
            </a:pPr>
            <a:fld id="{E3EB53C2-3823-46ED-BB1F-8004114C4948}" type="slidenum">
              <a:rPr lang="en-US" sz="1200">
                <a:solidFill>
                  <a:srgbClr val="073779"/>
                </a:solidFill>
              </a:rPr>
              <a:pPr>
                <a:lnSpc>
                  <a:spcPct val="80000"/>
                </a:lnSpc>
              </a:pPr>
              <a:t>9</a:t>
            </a:fld>
            <a:endParaRPr lang="en-US" sz="1200">
              <a:solidFill>
                <a:srgbClr val="073779"/>
              </a:solidFill>
            </a:endParaRPr>
          </a:p>
        </p:txBody>
      </p:sp>
      <p:sp>
        <p:nvSpPr>
          <p:cNvPr id="35846" name="TextBox 1"/>
          <p:cNvSpPr txBox="1">
            <a:spLocks noChangeArrowheads="1"/>
          </p:cNvSpPr>
          <p:nvPr/>
        </p:nvSpPr>
        <p:spPr bwMode="auto">
          <a:xfrm>
            <a:off x="165100" y="1209516"/>
            <a:ext cx="841216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just" defTabSz="457200" fontAlgn="base">
              <a:spcBef>
                <a:spcPct val="0"/>
              </a:spcBef>
              <a:spcAft>
                <a:spcPct val="0"/>
              </a:spcAft>
            </a:pPr>
            <a:r>
              <a:rPr lang="en-US" sz="1800" b="1" u="sng" dirty="0">
                <a:solidFill>
                  <a:srgbClr val="073779"/>
                </a:solidFill>
              </a:rPr>
              <a:t>Example</a:t>
            </a:r>
            <a:r>
              <a:rPr lang="en-US" sz="1800" b="1" dirty="0">
                <a:solidFill>
                  <a:srgbClr val="073779"/>
                </a:solidFill>
              </a:rPr>
              <a:t>: </a:t>
            </a:r>
            <a:r>
              <a:rPr lang="en-US" sz="1800" dirty="0">
                <a:solidFill>
                  <a:srgbClr val="000000"/>
                </a:solidFill>
              </a:rPr>
              <a:t>Give a probability model for the chance process of rolling two fair, six-sided dice―one that</a:t>
            </a:r>
            <a:r>
              <a:rPr lang="en-US" altLang="en-US" sz="1800" dirty="0">
                <a:solidFill>
                  <a:srgbClr val="000000"/>
                </a:solidFill>
              </a:rPr>
              <a:t>’</a:t>
            </a:r>
            <a:r>
              <a:rPr lang="en-US" altLang="ja-JP" sz="1800" dirty="0">
                <a:solidFill>
                  <a:srgbClr val="000000"/>
                </a:solidFill>
              </a:rPr>
              <a:t>s red and one that’s green.</a:t>
            </a:r>
            <a:endParaRPr lang="en-US" altLang="ja-JP" sz="1800" b="1" dirty="0">
              <a:solidFill>
                <a:srgbClr val="000000"/>
              </a:solidFill>
            </a:endParaRPr>
          </a:p>
        </p:txBody>
      </p:sp>
      <p:pic>
        <p:nvPicPr>
          <p:cNvPr id="6" name="Picture 5" descr="already described"/>
          <p:cNvPicPr>
            <a:picLocks noChangeAspect="1"/>
          </p:cNvPicPr>
          <p:nvPr/>
        </p:nvPicPr>
        <p:blipFill rotWithShape="1">
          <a:blip r:embed="rId2">
            <a:extLst>
              <a:ext uri="{28A0092B-C50C-407E-A947-70E740481C1C}">
                <a14:useLocalDpi xmlns:a14="http://schemas.microsoft.com/office/drawing/2010/main" val="0"/>
              </a:ext>
            </a:extLst>
          </a:blip>
          <a:srcRect l="-3" r="-3"/>
          <a:stretch/>
        </p:blipFill>
        <p:spPr bwMode="auto">
          <a:xfrm>
            <a:off x="685800" y="2206625"/>
            <a:ext cx="7632700" cy="309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Group 18" descr="Arrow pointing from dice to a label that says &quot;Sample Space: 36 Outcomes.&quot;"/>
          <p:cNvGrpSpPr>
            <a:grpSpLocks/>
          </p:cNvGrpSpPr>
          <p:nvPr/>
        </p:nvGrpSpPr>
        <p:grpSpPr bwMode="auto">
          <a:xfrm>
            <a:off x="165100" y="3068638"/>
            <a:ext cx="2654300" cy="3530600"/>
            <a:chOff x="165100" y="3136900"/>
            <a:chExt cx="2654300" cy="3530600"/>
          </a:xfrm>
        </p:grpSpPr>
        <p:sp>
          <p:nvSpPr>
            <p:cNvPr id="10" name="Curved Right Arrow 9"/>
            <p:cNvSpPr>
              <a:spLocks noChangeArrowheads="1"/>
            </p:cNvSpPr>
            <p:nvPr/>
          </p:nvSpPr>
          <p:spPr bwMode="auto">
            <a:xfrm>
              <a:off x="165100" y="3136900"/>
              <a:ext cx="520700" cy="2390053"/>
            </a:xfrm>
            <a:prstGeom prst="curvedRightArrow">
              <a:avLst>
                <a:gd name="adj1" fmla="val 25004"/>
                <a:gd name="adj2" fmla="val 50008"/>
                <a:gd name="adj3" fmla="val 25000"/>
              </a:avLst>
            </a:prstGeom>
            <a:solidFill>
              <a:srgbClr val="B88472"/>
            </a:solidFill>
            <a:ln w="10000">
              <a:solidFill>
                <a:srgbClr val="B88472"/>
              </a:solidFill>
              <a:miter lim="800000"/>
              <a:headEnd/>
              <a:tailEnd/>
            </a:ln>
            <a:effectLst>
              <a:outerShdw blurRad="38100" dist="30000" dir="5400000" rotWithShape="0">
                <a:srgbClr val="808080">
                  <a:alpha val="45000"/>
                </a:srgbClr>
              </a:outerShdw>
            </a:effectLst>
          </p:spPr>
          <p:txBody>
            <a:bodyPr anchor="ctr"/>
            <a:lstStyle/>
            <a:p>
              <a:pPr algn="ctr" defTabSz="457200" fontAlgn="base">
                <a:spcBef>
                  <a:spcPct val="0"/>
                </a:spcBef>
                <a:spcAft>
                  <a:spcPct val="0"/>
                </a:spcAft>
                <a:defRPr/>
              </a:pPr>
              <a:endParaRPr lang="en-US">
                <a:solidFill>
                  <a:prstClr val="black"/>
                </a:solidFill>
                <a:ea typeface="ＭＳ Ｐゴシック" pitchFamily="34" charset="-128"/>
              </a:endParaRPr>
            </a:p>
          </p:txBody>
        </p:sp>
        <p:sp>
          <p:nvSpPr>
            <p:cNvPr id="8" name="Cloud 7"/>
            <p:cNvSpPr>
              <a:spLocks/>
            </p:cNvSpPr>
            <p:nvPr/>
          </p:nvSpPr>
          <p:spPr bwMode="auto">
            <a:xfrm>
              <a:off x="330200" y="5202237"/>
              <a:ext cx="2489200" cy="1465263"/>
            </a:xfrm>
            <a:custGeom>
              <a:avLst/>
              <a:gdLst>
                <a:gd name="T0" fmla="*/ 2147483647 w 43200"/>
                <a:gd name="T1" fmla="*/ 2147483647 h 43200"/>
                <a:gd name="T2" fmla="*/ 2147483647 w 43200"/>
                <a:gd name="T3" fmla="*/ 2147483647 h 43200"/>
                <a:gd name="T4" fmla="*/ 2147483647 w 43200"/>
                <a:gd name="T5" fmla="*/ 2147483647 h 43200"/>
                <a:gd name="T6" fmla="*/ 2147483647 w 43200"/>
                <a:gd name="T7" fmla="*/ 2147483647 h 43200"/>
                <a:gd name="T8" fmla="*/ 2147483647 w 43200"/>
                <a:gd name="T9" fmla="*/ 2147483647 h 43200"/>
                <a:gd name="T10" fmla="*/ 2147483647 w 43200"/>
                <a:gd name="T11" fmla="*/ 2147483647 h 43200"/>
                <a:gd name="T12" fmla="*/ 2147483647 w 43200"/>
                <a:gd name="T13" fmla="*/ 2147483647 h 43200"/>
                <a:gd name="T14" fmla="*/ 2147483647 w 43200"/>
                <a:gd name="T15" fmla="*/ 2147483647 h 43200"/>
                <a:gd name="T16" fmla="*/ 2147483647 w 43200"/>
                <a:gd name="T17" fmla="*/ 2147483647 h 43200"/>
                <a:gd name="T18" fmla="*/ 2147483647 w 43200"/>
                <a:gd name="T19" fmla="*/ 2147483647 h 43200"/>
                <a:gd name="T20" fmla="*/ 2147483647 w 43200"/>
                <a:gd name="T21" fmla="*/ 2147483647 h 43200"/>
                <a:gd name="T22" fmla="*/ 2147483647 w 43200"/>
                <a:gd name="T23" fmla="*/ 2147483647 h 43200"/>
                <a:gd name="T24" fmla="*/ 2147483647 w 43200"/>
                <a:gd name="T25" fmla="*/ 2147483647 h 43200"/>
                <a:gd name="T26" fmla="*/ 2147483647 w 43200"/>
                <a:gd name="T27" fmla="*/ 2147483647 h 43200"/>
                <a:gd name="T28" fmla="*/ 2147483647 w 43200"/>
                <a:gd name="T29" fmla="*/ 2147483647 h 43200"/>
                <a:gd name="T30" fmla="*/ 2147483647 w 43200"/>
                <a:gd name="T31" fmla="*/ 2147483647 h 43200"/>
                <a:gd name="T32" fmla="*/ 2147483647 w 43200"/>
                <a:gd name="T33" fmla="*/ 2147483647 h 43200"/>
                <a:gd name="T34" fmla="*/ 2147483647 w 43200"/>
                <a:gd name="T35" fmla="*/ 2147483647 h 43200"/>
                <a:gd name="T36" fmla="*/ 2147483647 w 43200"/>
                <a:gd name="T37" fmla="*/ 2147483647 h 43200"/>
                <a:gd name="T38" fmla="*/ 2147483647 w 43200"/>
                <a:gd name="T39" fmla="*/ 2147483647 h 43200"/>
                <a:gd name="T40" fmla="*/ 2147483647 w 43200"/>
                <a:gd name="T41" fmla="*/ 2147483647 h 43200"/>
                <a:gd name="T42" fmla="*/ 2147483647 w 43200"/>
                <a:gd name="T43" fmla="*/ 2147483647 h 4320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3200"/>
                <a:gd name="T67" fmla="*/ 0 h 43200"/>
                <a:gd name="T68" fmla="*/ 43200 w 43200"/>
                <a:gd name="T69" fmla="*/ 43200 h 43200"/>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3200" h="43200">
                  <a:moveTo>
                    <a:pt x="3900" y="14370"/>
                  </a:moveTo>
                  <a:cubicBezTo>
                    <a:pt x="3629" y="11657"/>
                    <a:pt x="4261" y="8921"/>
                    <a:pt x="5623" y="6907"/>
                  </a:cubicBezTo>
                  <a:cubicBezTo>
                    <a:pt x="7775" y="3726"/>
                    <a:pt x="11264" y="3017"/>
                    <a:pt x="14005" y="5202"/>
                  </a:cubicBezTo>
                  <a:cubicBezTo>
                    <a:pt x="15678" y="909"/>
                    <a:pt x="19914" y="22"/>
                    <a:pt x="22456" y="3432"/>
                  </a:cubicBezTo>
                  <a:cubicBezTo>
                    <a:pt x="23097" y="1683"/>
                    <a:pt x="24328" y="474"/>
                    <a:pt x="25749" y="200"/>
                  </a:cubicBezTo>
                  <a:cubicBezTo>
                    <a:pt x="27313" y="-102"/>
                    <a:pt x="28875" y="770"/>
                    <a:pt x="29833" y="2481"/>
                  </a:cubicBezTo>
                  <a:cubicBezTo>
                    <a:pt x="31215" y="267"/>
                    <a:pt x="33501" y="-460"/>
                    <a:pt x="35463" y="690"/>
                  </a:cubicBezTo>
                  <a:cubicBezTo>
                    <a:pt x="36958" y="1566"/>
                    <a:pt x="38030" y="3400"/>
                    <a:pt x="38318" y="5576"/>
                  </a:cubicBezTo>
                  <a:cubicBezTo>
                    <a:pt x="40046" y="6218"/>
                    <a:pt x="41422" y="7998"/>
                    <a:pt x="41982" y="10318"/>
                  </a:cubicBezTo>
                  <a:cubicBezTo>
                    <a:pt x="42389" y="12002"/>
                    <a:pt x="42331" y="13831"/>
                    <a:pt x="41818" y="15460"/>
                  </a:cubicBezTo>
                  <a:cubicBezTo>
                    <a:pt x="43079" y="17694"/>
                    <a:pt x="43520" y="20590"/>
                    <a:pt x="43016" y="23322"/>
                  </a:cubicBezTo>
                  <a:cubicBezTo>
                    <a:pt x="42346" y="26954"/>
                    <a:pt x="40128" y="29674"/>
                    <a:pt x="37404" y="30204"/>
                  </a:cubicBezTo>
                  <a:cubicBezTo>
                    <a:pt x="37391" y="32471"/>
                    <a:pt x="36658" y="34621"/>
                    <a:pt x="35395" y="36101"/>
                  </a:cubicBezTo>
                  <a:cubicBezTo>
                    <a:pt x="33476" y="38350"/>
                    <a:pt x="30704" y="38639"/>
                    <a:pt x="28555" y="36815"/>
                  </a:cubicBezTo>
                  <a:cubicBezTo>
                    <a:pt x="27860" y="39948"/>
                    <a:pt x="25999" y="42343"/>
                    <a:pt x="23667" y="43106"/>
                  </a:cubicBezTo>
                  <a:cubicBezTo>
                    <a:pt x="20919" y="44005"/>
                    <a:pt x="18051" y="42473"/>
                    <a:pt x="16480" y="39266"/>
                  </a:cubicBezTo>
                  <a:cubicBezTo>
                    <a:pt x="12772" y="42310"/>
                    <a:pt x="7956" y="40599"/>
                    <a:pt x="5804" y="35472"/>
                  </a:cubicBezTo>
                  <a:cubicBezTo>
                    <a:pt x="3690" y="35809"/>
                    <a:pt x="1705" y="34024"/>
                    <a:pt x="1110" y="31250"/>
                  </a:cubicBezTo>
                  <a:cubicBezTo>
                    <a:pt x="679" y="29243"/>
                    <a:pt x="1060" y="27077"/>
                    <a:pt x="2113" y="25551"/>
                  </a:cubicBezTo>
                  <a:cubicBezTo>
                    <a:pt x="619" y="24354"/>
                    <a:pt x="-213" y="22057"/>
                    <a:pt x="-5" y="19704"/>
                  </a:cubicBezTo>
                  <a:cubicBezTo>
                    <a:pt x="239" y="16949"/>
                    <a:pt x="1845" y="14791"/>
                    <a:pt x="3863" y="14507"/>
                  </a:cubicBezTo>
                  <a:cubicBezTo>
                    <a:pt x="3875" y="14461"/>
                    <a:pt x="3888" y="14416"/>
                    <a:pt x="3900" y="14370"/>
                  </a:cubicBezTo>
                  <a:close/>
                </a:path>
                <a:path w="43200" h="43200" fill="none">
                  <a:moveTo>
                    <a:pt x="4693" y="26177"/>
                  </a:moveTo>
                  <a:cubicBezTo>
                    <a:pt x="3809" y="26271"/>
                    <a:pt x="2925" y="25993"/>
                    <a:pt x="2160" y="25380"/>
                  </a:cubicBezTo>
                  <a:moveTo>
                    <a:pt x="6928" y="34899"/>
                  </a:moveTo>
                  <a:cubicBezTo>
                    <a:pt x="6573" y="35092"/>
                    <a:pt x="6200" y="35220"/>
                    <a:pt x="5820" y="35280"/>
                  </a:cubicBezTo>
                  <a:moveTo>
                    <a:pt x="16478" y="39090"/>
                  </a:moveTo>
                  <a:cubicBezTo>
                    <a:pt x="16211" y="38544"/>
                    <a:pt x="15987" y="37961"/>
                    <a:pt x="15810" y="37350"/>
                  </a:cubicBezTo>
                  <a:moveTo>
                    <a:pt x="28827" y="34751"/>
                  </a:moveTo>
                  <a:cubicBezTo>
                    <a:pt x="28788" y="35398"/>
                    <a:pt x="28698" y="36038"/>
                    <a:pt x="28560" y="36660"/>
                  </a:cubicBezTo>
                  <a:moveTo>
                    <a:pt x="34129" y="22954"/>
                  </a:moveTo>
                  <a:cubicBezTo>
                    <a:pt x="36133" y="24282"/>
                    <a:pt x="37398" y="27058"/>
                    <a:pt x="37380" y="30090"/>
                  </a:cubicBezTo>
                  <a:moveTo>
                    <a:pt x="41798" y="15354"/>
                  </a:moveTo>
                  <a:cubicBezTo>
                    <a:pt x="41473" y="16386"/>
                    <a:pt x="40978" y="17302"/>
                    <a:pt x="40350" y="18030"/>
                  </a:cubicBezTo>
                  <a:moveTo>
                    <a:pt x="38324" y="5426"/>
                  </a:moveTo>
                  <a:cubicBezTo>
                    <a:pt x="38379" y="5843"/>
                    <a:pt x="38405" y="6266"/>
                    <a:pt x="38400" y="6690"/>
                  </a:cubicBezTo>
                  <a:moveTo>
                    <a:pt x="29078" y="3952"/>
                  </a:moveTo>
                  <a:cubicBezTo>
                    <a:pt x="29267" y="3369"/>
                    <a:pt x="29516" y="2826"/>
                    <a:pt x="29820" y="2340"/>
                  </a:cubicBezTo>
                  <a:moveTo>
                    <a:pt x="22141" y="4720"/>
                  </a:moveTo>
                  <a:cubicBezTo>
                    <a:pt x="22218" y="4238"/>
                    <a:pt x="22339" y="3771"/>
                    <a:pt x="22500" y="3330"/>
                  </a:cubicBezTo>
                  <a:moveTo>
                    <a:pt x="14000" y="5192"/>
                  </a:moveTo>
                  <a:cubicBezTo>
                    <a:pt x="14472" y="5568"/>
                    <a:pt x="14908" y="6021"/>
                    <a:pt x="15300" y="6540"/>
                  </a:cubicBezTo>
                  <a:moveTo>
                    <a:pt x="4127" y="15789"/>
                  </a:moveTo>
                  <a:cubicBezTo>
                    <a:pt x="4024" y="15325"/>
                    <a:pt x="3948" y="14851"/>
                    <a:pt x="3900" y="14370"/>
                  </a:cubicBezTo>
                </a:path>
              </a:pathLst>
            </a:custGeom>
            <a:solidFill>
              <a:srgbClr val="D2DA7A"/>
            </a:solidFill>
            <a:ln w="10000">
              <a:solidFill>
                <a:srgbClr val="D2DA7A"/>
              </a:solidFill>
              <a:miter lim="800000"/>
              <a:headEnd/>
              <a:tailEnd/>
            </a:ln>
            <a:effectLst>
              <a:outerShdw blurRad="38100" dist="30000" dir="5400000" rotWithShape="0">
                <a:srgbClr val="808080">
                  <a:alpha val="45000"/>
                </a:srgbClr>
              </a:outerShdw>
            </a:effectLst>
          </p:spPr>
          <p:txBody>
            <a:bodyPr anchor="ctr"/>
            <a:lstStyle/>
            <a:p>
              <a:pPr algn="ctr" defTabSz="457200" fontAlgn="base">
                <a:spcBef>
                  <a:spcPct val="0"/>
                </a:spcBef>
                <a:spcAft>
                  <a:spcPct val="0"/>
                </a:spcAft>
                <a:defRPr/>
              </a:pPr>
              <a:r>
                <a:rPr lang="en-US" sz="1600" b="1" dirty="0">
                  <a:solidFill>
                    <a:prstClr val="black"/>
                  </a:solidFill>
                  <a:ea typeface="ＭＳ Ｐゴシック" pitchFamily="34" charset="-128"/>
                </a:rPr>
                <a:t>Sample Space</a:t>
              </a:r>
            </a:p>
            <a:p>
              <a:pPr algn="ctr" defTabSz="457200" fontAlgn="base">
                <a:spcBef>
                  <a:spcPct val="0"/>
                </a:spcBef>
                <a:spcAft>
                  <a:spcPct val="0"/>
                </a:spcAft>
                <a:defRPr/>
              </a:pPr>
              <a:r>
                <a:rPr lang="en-US" sz="1600" b="1" dirty="0">
                  <a:solidFill>
                    <a:prstClr val="black"/>
                  </a:solidFill>
                  <a:ea typeface="ＭＳ Ｐゴシック" pitchFamily="34" charset="-128"/>
                </a:rPr>
                <a:t>36 Outcomes</a:t>
              </a:r>
            </a:p>
          </p:txBody>
        </p:sp>
      </p:grpSp>
      <p:sp>
        <p:nvSpPr>
          <p:cNvPr id="11" name="Cloud 10"/>
          <p:cNvSpPr>
            <a:spLocks/>
          </p:cNvSpPr>
          <p:nvPr/>
        </p:nvSpPr>
        <p:spPr bwMode="auto">
          <a:xfrm>
            <a:off x="2819400" y="5226050"/>
            <a:ext cx="4689475" cy="1465263"/>
          </a:xfrm>
          <a:custGeom>
            <a:avLst/>
            <a:gdLst>
              <a:gd name="T0" fmla="*/ 2147483647 w 43200"/>
              <a:gd name="T1" fmla="*/ 2147483647 h 43200"/>
              <a:gd name="T2" fmla="*/ 2147483647 w 43200"/>
              <a:gd name="T3" fmla="*/ 2147483647 h 43200"/>
              <a:gd name="T4" fmla="*/ 2147483647 w 43200"/>
              <a:gd name="T5" fmla="*/ 2147483647 h 43200"/>
              <a:gd name="T6" fmla="*/ 2147483647 w 43200"/>
              <a:gd name="T7" fmla="*/ 2147483647 h 43200"/>
              <a:gd name="T8" fmla="*/ 2147483647 w 43200"/>
              <a:gd name="T9" fmla="*/ 2147483647 h 43200"/>
              <a:gd name="T10" fmla="*/ 2147483647 w 43200"/>
              <a:gd name="T11" fmla="*/ 2147483647 h 43200"/>
              <a:gd name="T12" fmla="*/ 2147483647 w 43200"/>
              <a:gd name="T13" fmla="*/ 2147483647 h 43200"/>
              <a:gd name="T14" fmla="*/ 2147483647 w 43200"/>
              <a:gd name="T15" fmla="*/ 2147483647 h 43200"/>
              <a:gd name="T16" fmla="*/ 2147483647 w 43200"/>
              <a:gd name="T17" fmla="*/ 2147483647 h 43200"/>
              <a:gd name="T18" fmla="*/ 2147483647 w 43200"/>
              <a:gd name="T19" fmla="*/ 2147483647 h 43200"/>
              <a:gd name="T20" fmla="*/ 2147483647 w 43200"/>
              <a:gd name="T21" fmla="*/ 2147483647 h 43200"/>
              <a:gd name="T22" fmla="*/ 2147483647 w 43200"/>
              <a:gd name="T23" fmla="*/ 2147483647 h 43200"/>
              <a:gd name="T24" fmla="*/ 2147483647 w 43200"/>
              <a:gd name="T25" fmla="*/ 2147483647 h 43200"/>
              <a:gd name="T26" fmla="*/ 2147483647 w 43200"/>
              <a:gd name="T27" fmla="*/ 2147483647 h 43200"/>
              <a:gd name="T28" fmla="*/ 2147483647 w 43200"/>
              <a:gd name="T29" fmla="*/ 2147483647 h 43200"/>
              <a:gd name="T30" fmla="*/ 2147483647 w 43200"/>
              <a:gd name="T31" fmla="*/ 2147483647 h 43200"/>
              <a:gd name="T32" fmla="*/ 2147483647 w 43200"/>
              <a:gd name="T33" fmla="*/ 2147483647 h 43200"/>
              <a:gd name="T34" fmla="*/ 2147483647 w 43200"/>
              <a:gd name="T35" fmla="*/ 2147483647 h 43200"/>
              <a:gd name="T36" fmla="*/ 2147483647 w 43200"/>
              <a:gd name="T37" fmla="*/ 2147483647 h 43200"/>
              <a:gd name="T38" fmla="*/ 2147483647 w 43200"/>
              <a:gd name="T39" fmla="*/ 2147483647 h 43200"/>
              <a:gd name="T40" fmla="*/ 2147483647 w 43200"/>
              <a:gd name="T41" fmla="*/ 2147483647 h 43200"/>
              <a:gd name="T42" fmla="*/ 2147483647 w 43200"/>
              <a:gd name="T43" fmla="*/ 2147483647 h 4320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3200"/>
              <a:gd name="T67" fmla="*/ 0 h 43200"/>
              <a:gd name="T68" fmla="*/ 43200 w 43200"/>
              <a:gd name="T69" fmla="*/ 43200 h 43200"/>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3200" h="43200">
                <a:moveTo>
                  <a:pt x="3900" y="14370"/>
                </a:moveTo>
                <a:cubicBezTo>
                  <a:pt x="3629" y="11657"/>
                  <a:pt x="4261" y="8921"/>
                  <a:pt x="5623" y="6907"/>
                </a:cubicBezTo>
                <a:cubicBezTo>
                  <a:pt x="7775" y="3726"/>
                  <a:pt x="11264" y="3017"/>
                  <a:pt x="14005" y="5202"/>
                </a:cubicBezTo>
                <a:cubicBezTo>
                  <a:pt x="15678" y="909"/>
                  <a:pt x="19914" y="22"/>
                  <a:pt x="22456" y="3432"/>
                </a:cubicBezTo>
                <a:cubicBezTo>
                  <a:pt x="23097" y="1683"/>
                  <a:pt x="24328" y="474"/>
                  <a:pt x="25749" y="200"/>
                </a:cubicBezTo>
                <a:cubicBezTo>
                  <a:pt x="27313" y="-102"/>
                  <a:pt x="28875" y="770"/>
                  <a:pt x="29833" y="2481"/>
                </a:cubicBezTo>
                <a:cubicBezTo>
                  <a:pt x="31215" y="267"/>
                  <a:pt x="33501" y="-460"/>
                  <a:pt x="35463" y="690"/>
                </a:cubicBezTo>
                <a:cubicBezTo>
                  <a:pt x="36958" y="1566"/>
                  <a:pt x="38030" y="3400"/>
                  <a:pt x="38318" y="5576"/>
                </a:cubicBezTo>
                <a:cubicBezTo>
                  <a:pt x="40046" y="6218"/>
                  <a:pt x="41422" y="7998"/>
                  <a:pt x="41982" y="10318"/>
                </a:cubicBezTo>
                <a:cubicBezTo>
                  <a:pt x="42389" y="12002"/>
                  <a:pt x="42331" y="13831"/>
                  <a:pt x="41818" y="15460"/>
                </a:cubicBezTo>
                <a:cubicBezTo>
                  <a:pt x="43079" y="17694"/>
                  <a:pt x="43520" y="20590"/>
                  <a:pt x="43016" y="23322"/>
                </a:cubicBezTo>
                <a:cubicBezTo>
                  <a:pt x="42346" y="26954"/>
                  <a:pt x="40128" y="29674"/>
                  <a:pt x="37404" y="30204"/>
                </a:cubicBezTo>
                <a:cubicBezTo>
                  <a:pt x="37391" y="32471"/>
                  <a:pt x="36658" y="34621"/>
                  <a:pt x="35395" y="36101"/>
                </a:cubicBezTo>
                <a:cubicBezTo>
                  <a:pt x="33476" y="38350"/>
                  <a:pt x="30704" y="38639"/>
                  <a:pt x="28555" y="36815"/>
                </a:cubicBezTo>
                <a:cubicBezTo>
                  <a:pt x="27860" y="39948"/>
                  <a:pt x="25999" y="42343"/>
                  <a:pt x="23667" y="43106"/>
                </a:cubicBezTo>
                <a:cubicBezTo>
                  <a:pt x="20919" y="44005"/>
                  <a:pt x="18051" y="42473"/>
                  <a:pt x="16480" y="39266"/>
                </a:cubicBezTo>
                <a:cubicBezTo>
                  <a:pt x="12772" y="42310"/>
                  <a:pt x="7956" y="40599"/>
                  <a:pt x="5804" y="35472"/>
                </a:cubicBezTo>
                <a:cubicBezTo>
                  <a:pt x="3690" y="35809"/>
                  <a:pt x="1705" y="34024"/>
                  <a:pt x="1110" y="31250"/>
                </a:cubicBezTo>
                <a:cubicBezTo>
                  <a:pt x="679" y="29243"/>
                  <a:pt x="1060" y="27077"/>
                  <a:pt x="2113" y="25551"/>
                </a:cubicBezTo>
                <a:cubicBezTo>
                  <a:pt x="619" y="24354"/>
                  <a:pt x="-213" y="22057"/>
                  <a:pt x="-5" y="19704"/>
                </a:cubicBezTo>
                <a:cubicBezTo>
                  <a:pt x="239" y="16949"/>
                  <a:pt x="1845" y="14791"/>
                  <a:pt x="3863" y="14507"/>
                </a:cubicBezTo>
                <a:cubicBezTo>
                  <a:pt x="3875" y="14461"/>
                  <a:pt x="3888" y="14416"/>
                  <a:pt x="3900" y="14370"/>
                </a:cubicBezTo>
                <a:close/>
              </a:path>
              <a:path w="43200" h="43200" fill="none">
                <a:moveTo>
                  <a:pt x="4693" y="26177"/>
                </a:moveTo>
                <a:cubicBezTo>
                  <a:pt x="3809" y="26271"/>
                  <a:pt x="2925" y="25993"/>
                  <a:pt x="2160" y="25380"/>
                </a:cubicBezTo>
                <a:moveTo>
                  <a:pt x="6928" y="34899"/>
                </a:moveTo>
                <a:cubicBezTo>
                  <a:pt x="6573" y="35092"/>
                  <a:pt x="6200" y="35220"/>
                  <a:pt x="5820" y="35280"/>
                </a:cubicBezTo>
                <a:moveTo>
                  <a:pt x="16478" y="39090"/>
                </a:moveTo>
                <a:cubicBezTo>
                  <a:pt x="16211" y="38544"/>
                  <a:pt x="15987" y="37961"/>
                  <a:pt x="15810" y="37350"/>
                </a:cubicBezTo>
                <a:moveTo>
                  <a:pt x="28827" y="34751"/>
                </a:moveTo>
                <a:cubicBezTo>
                  <a:pt x="28788" y="35398"/>
                  <a:pt x="28698" y="36038"/>
                  <a:pt x="28560" y="36660"/>
                </a:cubicBezTo>
                <a:moveTo>
                  <a:pt x="34129" y="22954"/>
                </a:moveTo>
                <a:cubicBezTo>
                  <a:pt x="36133" y="24282"/>
                  <a:pt x="37398" y="27058"/>
                  <a:pt x="37380" y="30090"/>
                </a:cubicBezTo>
                <a:moveTo>
                  <a:pt x="41798" y="15354"/>
                </a:moveTo>
                <a:cubicBezTo>
                  <a:pt x="41473" y="16386"/>
                  <a:pt x="40978" y="17302"/>
                  <a:pt x="40350" y="18030"/>
                </a:cubicBezTo>
                <a:moveTo>
                  <a:pt x="38324" y="5426"/>
                </a:moveTo>
                <a:cubicBezTo>
                  <a:pt x="38379" y="5843"/>
                  <a:pt x="38405" y="6266"/>
                  <a:pt x="38400" y="6690"/>
                </a:cubicBezTo>
                <a:moveTo>
                  <a:pt x="29078" y="3952"/>
                </a:moveTo>
                <a:cubicBezTo>
                  <a:pt x="29267" y="3369"/>
                  <a:pt x="29516" y="2826"/>
                  <a:pt x="29820" y="2340"/>
                </a:cubicBezTo>
                <a:moveTo>
                  <a:pt x="22141" y="4720"/>
                </a:moveTo>
                <a:cubicBezTo>
                  <a:pt x="22218" y="4238"/>
                  <a:pt x="22339" y="3771"/>
                  <a:pt x="22500" y="3330"/>
                </a:cubicBezTo>
                <a:moveTo>
                  <a:pt x="14000" y="5192"/>
                </a:moveTo>
                <a:cubicBezTo>
                  <a:pt x="14472" y="5568"/>
                  <a:pt x="14908" y="6021"/>
                  <a:pt x="15300" y="6540"/>
                </a:cubicBezTo>
                <a:moveTo>
                  <a:pt x="4127" y="15789"/>
                </a:moveTo>
                <a:cubicBezTo>
                  <a:pt x="4024" y="15325"/>
                  <a:pt x="3948" y="14851"/>
                  <a:pt x="3900" y="14370"/>
                </a:cubicBezTo>
              </a:path>
            </a:pathLst>
          </a:custGeom>
          <a:solidFill>
            <a:schemeClr val="accent2"/>
          </a:solidFill>
          <a:ln w="10000">
            <a:solidFill>
              <a:schemeClr val="accent2"/>
            </a:solidFill>
            <a:miter lim="800000"/>
            <a:headEnd/>
            <a:tailEnd/>
          </a:ln>
          <a:effectLst>
            <a:outerShdw blurRad="38100" dist="30000" dir="5400000" rotWithShape="0">
              <a:srgbClr val="808080">
                <a:alpha val="45000"/>
              </a:srgbClr>
            </a:outerShdw>
          </a:effectLst>
        </p:spPr>
        <p:txBody>
          <a:bodyPr anchor="ctr"/>
          <a:lstStyle/>
          <a:p>
            <a:pPr algn="ctr" defTabSz="457200" fontAlgn="base">
              <a:spcBef>
                <a:spcPct val="0"/>
              </a:spcBef>
              <a:spcAft>
                <a:spcPct val="0"/>
              </a:spcAft>
              <a:defRPr/>
            </a:pPr>
            <a:r>
              <a:rPr lang="en-US" sz="1600" b="1" dirty="0">
                <a:solidFill>
                  <a:prstClr val="black"/>
                </a:solidFill>
                <a:ea typeface="ＭＳ Ｐゴシック" pitchFamily="34" charset="-128"/>
              </a:rPr>
              <a:t>Because the dice are fair, each </a:t>
            </a:r>
          </a:p>
          <a:p>
            <a:pPr algn="ctr" defTabSz="457200" fontAlgn="base">
              <a:spcBef>
                <a:spcPct val="0"/>
              </a:spcBef>
              <a:spcAft>
                <a:spcPct val="0"/>
              </a:spcAft>
              <a:defRPr/>
            </a:pPr>
            <a:r>
              <a:rPr lang="en-US" sz="1600" b="1" dirty="0">
                <a:solidFill>
                  <a:prstClr val="black"/>
                </a:solidFill>
                <a:ea typeface="ＭＳ Ｐゴシック" pitchFamily="34" charset="-128"/>
              </a:rPr>
              <a:t>outcome is equally likely.</a:t>
            </a:r>
          </a:p>
          <a:p>
            <a:pPr algn="ctr" defTabSz="457200" fontAlgn="base">
              <a:spcBef>
                <a:spcPct val="0"/>
              </a:spcBef>
              <a:spcAft>
                <a:spcPct val="0"/>
              </a:spcAft>
              <a:defRPr/>
            </a:pPr>
            <a:r>
              <a:rPr lang="en-US" sz="1600" b="1" dirty="0">
                <a:solidFill>
                  <a:prstClr val="black"/>
                </a:solidFill>
                <a:ea typeface="ＭＳ Ｐゴシック" pitchFamily="34" charset="-128"/>
              </a:rPr>
              <a:t>Each outcome has probability 1/36.</a:t>
            </a:r>
          </a:p>
        </p:txBody>
      </p:sp>
    </p:spTree>
    <p:extLst>
      <p:ext uri="{BB962C8B-B14F-4D97-AF65-F5344CB8AC3E}">
        <p14:creationId xmlns:p14="http://schemas.microsoft.com/office/powerpoint/2010/main" val="1543175315"/>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edge">
                                      <p:cBhvr>
                                        <p:cTn id="7" dur="1000"/>
                                        <p:tgtEl>
                                          <p:spTgt spid="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10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6866" name="Rectangle 19"/>
          <p:cNvSpPr>
            <a:spLocks noGrp="1" noChangeArrowheads="1"/>
          </p:cNvSpPr>
          <p:nvPr>
            <p:ph type="title"/>
          </p:nvPr>
        </p:nvSpPr>
        <p:spPr/>
        <p:txBody>
          <a:bodyPr/>
          <a:lstStyle/>
          <a:p>
            <a:pPr eaLnBrk="1" hangingPunct="1"/>
            <a:r>
              <a:rPr lang="en-US" dirty="0">
                <a:ea typeface="ＭＳ Ｐゴシック" pitchFamily="34" charset="-128"/>
                <a:cs typeface="Arial" pitchFamily="34" charset="0"/>
              </a:rPr>
              <a:t>Probability Rules 1</a:t>
            </a:r>
          </a:p>
        </p:txBody>
      </p:sp>
      <p:sp>
        <p:nvSpPr>
          <p:cNvPr id="36865"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nSpc>
                <a:spcPct val="80000"/>
              </a:lnSpc>
            </a:pPr>
            <a:fld id="{1D5FA479-842B-4393-B9E7-F0056AFAE83B}" type="slidenum">
              <a:rPr lang="en-US" sz="1200">
                <a:solidFill>
                  <a:schemeClr val="accent1"/>
                </a:solidFill>
              </a:rPr>
              <a:pPr>
                <a:lnSpc>
                  <a:spcPct val="80000"/>
                </a:lnSpc>
              </a:pPr>
              <a:t>10</a:t>
            </a:fld>
            <a:endParaRPr lang="en-US" sz="1200">
              <a:solidFill>
                <a:schemeClr val="accent1"/>
              </a:solidFill>
            </a:endParaRPr>
          </a:p>
        </p:txBody>
      </p:sp>
      <p:sp>
        <p:nvSpPr>
          <p:cNvPr id="12" name="TextBox 11"/>
          <p:cNvSpPr txBox="1">
            <a:spLocks noChangeArrowheads="1"/>
          </p:cNvSpPr>
          <p:nvPr/>
        </p:nvSpPr>
        <p:spPr bwMode="auto">
          <a:xfrm>
            <a:off x="179388" y="1227138"/>
            <a:ext cx="8583612" cy="2400300"/>
          </a:xfrm>
          <a:prstGeom prst="rect">
            <a:avLst/>
          </a:prstGeom>
          <a:solidFill>
            <a:srgbClr val="EEEFD6"/>
          </a:solidFill>
          <a:ln w="47625" cmpd="dbl">
            <a:solidFill>
              <a:schemeClr val="bg1"/>
            </a:solidFill>
            <a:miter lim="800000"/>
            <a:headEnd/>
            <a:tailEnd/>
          </a:ln>
          <a:effectLst>
            <a:outerShdw blurRad="38100" dist="30000" dir="5400000" rotWithShape="0">
              <a:srgbClr val="808080">
                <a:alpha val="45000"/>
              </a:srgbClr>
            </a:outerShdw>
          </a:effectLst>
        </p:spPr>
        <p:txBody>
          <a:bodyPr wrap="square">
            <a:spAutoFit/>
          </a:bodyPr>
          <a:lstStyle>
            <a:lvl1pPr marL="457200" indent="-457200" eaLnBrk="0" hangingPunct="0">
              <a:defRPr sz="2400">
                <a:solidFill>
                  <a:schemeClr val="tx1"/>
                </a:solidFill>
                <a:latin typeface="Arial" charset="0"/>
                <a:ea typeface="ＭＳ Ｐゴシック" pitchFamily="-65" charset="-128"/>
              </a:defRPr>
            </a:lvl1pPr>
            <a:lvl2pPr marL="37931725" indent="-37474525" eaLnBrk="0" hangingPunct="0">
              <a:defRPr sz="2400">
                <a:solidFill>
                  <a:schemeClr val="tx1"/>
                </a:solidFill>
                <a:latin typeface="Arial" charset="0"/>
                <a:ea typeface="ＭＳ Ｐゴシック" pitchFamily="-65" charset="-128"/>
              </a:defRPr>
            </a:lvl2pPr>
            <a:lvl3pPr eaLnBrk="0" hangingPunct="0">
              <a:defRPr sz="2400">
                <a:solidFill>
                  <a:schemeClr val="tx1"/>
                </a:solidFill>
                <a:latin typeface="Arial" charset="0"/>
                <a:ea typeface="ＭＳ Ｐゴシック" pitchFamily="-65" charset="-128"/>
              </a:defRPr>
            </a:lvl3pPr>
            <a:lvl4pPr eaLnBrk="0" hangingPunct="0">
              <a:defRPr sz="2400">
                <a:solidFill>
                  <a:schemeClr val="tx1"/>
                </a:solidFill>
                <a:latin typeface="Arial" charset="0"/>
                <a:ea typeface="ＭＳ Ｐゴシック" pitchFamily="-65" charset="-128"/>
              </a:defRPr>
            </a:lvl4pPr>
            <a:lvl5pPr eaLnBrk="0" hangingPunct="0">
              <a:defRPr sz="2400">
                <a:solidFill>
                  <a:schemeClr val="tx1"/>
                </a:solidFill>
                <a:latin typeface="Arial" charset="0"/>
                <a:ea typeface="ＭＳ Ｐゴシック" pitchFamily="-65" charset="-128"/>
              </a:defRPr>
            </a:lvl5pPr>
            <a:lvl6pPr marL="457200" eaLnBrk="0" fontAlgn="base" hangingPunct="0">
              <a:spcBef>
                <a:spcPct val="0"/>
              </a:spcBef>
              <a:spcAft>
                <a:spcPct val="0"/>
              </a:spcAft>
              <a:defRPr sz="2400">
                <a:solidFill>
                  <a:schemeClr val="tx1"/>
                </a:solidFill>
                <a:latin typeface="Arial" charset="0"/>
                <a:ea typeface="ＭＳ Ｐゴシック" pitchFamily="-65" charset="-128"/>
              </a:defRPr>
            </a:lvl6pPr>
            <a:lvl7pPr marL="914400" eaLnBrk="0" fontAlgn="base" hangingPunct="0">
              <a:spcBef>
                <a:spcPct val="0"/>
              </a:spcBef>
              <a:spcAft>
                <a:spcPct val="0"/>
              </a:spcAft>
              <a:defRPr sz="2400">
                <a:solidFill>
                  <a:schemeClr val="tx1"/>
                </a:solidFill>
                <a:latin typeface="Arial" charset="0"/>
                <a:ea typeface="ＭＳ Ｐゴシック" pitchFamily="-65" charset="-128"/>
              </a:defRPr>
            </a:lvl7pPr>
            <a:lvl8pPr marL="1371600" eaLnBrk="0" fontAlgn="base" hangingPunct="0">
              <a:spcBef>
                <a:spcPct val="0"/>
              </a:spcBef>
              <a:spcAft>
                <a:spcPct val="0"/>
              </a:spcAft>
              <a:defRPr sz="2400">
                <a:solidFill>
                  <a:schemeClr val="tx1"/>
                </a:solidFill>
                <a:latin typeface="Arial" charset="0"/>
                <a:ea typeface="ＭＳ Ｐゴシック" pitchFamily="-65" charset="-128"/>
              </a:defRPr>
            </a:lvl8pPr>
            <a:lvl9pPr marL="1828800" eaLnBrk="0" fontAlgn="base" hangingPunct="0">
              <a:spcBef>
                <a:spcPct val="0"/>
              </a:spcBef>
              <a:spcAft>
                <a:spcPct val="0"/>
              </a:spcAft>
              <a:defRPr sz="2400">
                <a:solidFill>
                  <a:schemeClr val="tx1"/>
                </a:solidFill>
                <a:latin typeface="Arial" charset="0"/>
                <a:ea typeface="ＭＳ Ｐゴシック" pitchFamily="-65" charset="-128"/>
              </a:defRPr>
            </a:lvl9pPr>
          </a:lstStyle>
          <a:p>
            <a:pPr eaLnBrk="1" hangingPunct="1">
              <a:spcAft>
                <a:spcPts val="1200"/>
              </a:spcAft>
              <a:buFont typeface="Tw Cen MT" pitchFamily="-65" charset="0"/>
              <a:buAutoNum type="arabicPeriod"/>
              <a:defRPr/>
            </a:pPr>
            <a:r>
              <a:rPr lang="en-US" altLang="en-US" sz="2000" dirty="0">
                <a:solidFill>
                  <a:srgbClr val="000000"/>
                </a:solidFill>
              </a:rPr>
              <a:t>Any probability is a number between 0 and 1.</a:t>
            </a:r>
          </a:p>
          <a:p>
            <a:pPr eaLnBrk="1" hangingPunct="1">
              <a:spcAft>
                <a:spcPts val="1200"/>
              </a:spcAft>
              <a:buFont typeface="Tw Cen MT" pitchFamily="-65" charset="0"/>
              <a:buAutoNum type="arabicPeriod"/>
              <a:defRPr/>
            </a:pPr>
            <a:r>
              <a:rPr lang="en-US" altLang="en-US" sz="2000" dirty="0">
                <a:solidFill>
                  <a:srgbClr val="000000"/>
                </a:solidFill>
              </a:rPr>
              <a:t>All possible outcomes together must have probability 1.</a:t>
            </a:r>
          </a:p>
          <a:p>
            <a:pPr algn="just" eaLnBrk="1" hangingPunct="1">
              <a:spcAft>
                <a:spcPts val="1200"/>
              </a:spcAft>
              <a:buFont typeface="Tw Cen MT" pitchFamily="-65" charset="0"/>
              <a:buAutoNum type="arabicPeriod"/>
              <a:defRPr/>
            </a:pPr>
            <a:r>
              <a:rPr lang="en-US" altLang="en-US" sz="2000" dirty="0">
                <a:solidFill>
                  <a:srgbClr val="000000"/>
                </a:solidFill>
              </a:rPr>
              <a:t>If two events have no outcomes in common, the probability that one or the other occurs is the sum of their individual probabilities.</a:t>
            </a:r>
          </a:p>
          <a:p>
            <a:pPr algn="just" eaLnBrk="1" hangingPunct="1">
              <a:spcAft>
                <a:spcPts val="1200"/>
              </a:spcAft>
              <a:buFont typeface="Tw Cen MT" pitchFamily="-65" charset="0"/>
              <a:buAutoNum type="arabicPeriod"/>
              <a:defRPr/>
            </a:pPr>
            <a:r>
              <a:rPr lang="en-US" altLang="en-US" sz="2000" dirty="0">
                <a:solidFill>
                  <a:srgbClr val="000000"/>
                </a:solidFill>
              </a:rPr>
              <a:t>The probability that an event does not occur is 1 minus the probability that the event does occur.</a:t>
            </a:r>
          </a:p>
        </p:txBody>
      </p:sp>
      <p:sp>
        <p:nvSpPr>
          <p:cNvPr id="15" name="TextBox 6"/>
          <p:cNvSpPr txBox="1">
            <a:spLocks noChangeArrowheads="1"/>
          </p:cNvSpPr>
          <p:nvPr/>
        </p:nvSpPr>
        <p:spPr bwMode="auto">
          <a:xfrm>
            <a:off x="179387" y="4149408"/>
            <a:ext cx="8583611" cy="2554287"/>
          </a:xfrm>
          <a:prstGeom prst="rect">
            <a:avLst/>
          </a:prstGeom>
          <a:solidFill>
            <a:srgbClr val="FFD780"/>
          </a:solidFill>
          <a:ln w="47625" cmpd="dbl">
            <a:solidFill>
              <a:schemeClr val="bg1"/>
            </a:solidFill>
            <a:miter lim="800000"/>
            <a:headEnd/>
            <a:tailEnd/>
          </a:ln>
          <a:effectLst>
            <a:outerShdw blurRad="38100" dist="30000" dir="5400000" rotWithShape="0">
              <a:srgbClr val="808080">
                <a:alpha val="45000"/>
              </a:srgbClr>
            </a:outerShdw>
          </a:effectLst>
        </p:spPr>
        <p:txBody>
          <a:bodyPr wrap="square">
            <a:spAutoFit/>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Aft>
                <a:spcPts val="1200"/>
              </a:spcAft>
            </a:pPr>
            <a:r>
              <a:rPr lang="en-US" sz="2000" b="1" dirty="0"/>
              <a:t>Rule 1.</a:t>
            </a:r>
            <a:r>
              <a:rPr lang="en-US" sz="2000" dirty="0"/>
              <a:t> The probability </a:t>
            </a:r>
            <a:r>
              <a:rPr lang="en-US" sz="2000" i="1" dirty="0"/>
              <a:t>P</a:t>
            </a:r>
            <a:r>
              <a:rPr lang="en-US" sz="2000" dirty="0"/>
              <a:t>(</a:t>
            </a:r>
            <a:r>
              <a:rPr lang="en-US" sz="2000" i="1" dirty="0"/>
              <a:t>A</a:t>
            </a:r>
            <a:r>
              <a:rPr lang="en-US" sz="2000" dirty="0"/>
              <a:t>) of any event </a:t>
            </a:r>
            <a:r>
              <a:rPr lang="en-US" sz="2000" i="1" dirty="0"/>
              <a:t>A</a:t>
            </a:r>
            <a:r>
              <a:rPr lang="en-US" sz="2000" dirty="0"/>
              <a:t> satisfies  </a:t>
            </a:r>
            <a:r>
              <a:rPr lang="en-US" sz="2000" b="1" dirty="0"/>
              <a:t>0 ≤ </a:t>
            </a:r>
            <a:r>
              <a:rPr lang="en-US" sz="2000" b="1" i="1" dirty="0"/>
              <a:t>P</a:t>
            </a:r>
            <a:r>
              <a:rPr lang="en-US" sz="2000" b="1" dirty="0"/>
              <a:t>(</a:t>
            </a:r>
            <a:r>
              <a:rPr lang="en-US" sz="2000" b="1" i="1" dirty="0"/>
              <a:t>A</a:t>
            </a:r>
            <a:r>
              <a:rPr lang="en-US" sz="2000" b="1" dirty="0"/>
              <a:t>) ≤ 1.</a:t>
            </a:r>
          </a:p>
          <a:p>
            <a:pPr eaLnBrk="1" hangingPunct="1">
              <a:spcAft>
                <a:spcPts val="1200"/>
              </a:spcAft>
            </a:pPr>
            <a:r>
              <a:rPr lang="en-US" sz="2000" b="1" dirty="0"/>
              <a:t>Rule 2.</a:t>
            </a:r>
            <a:r>
              <a:rPr lang="en-US" sz="2000" dirty="0"/>
              <a:t> If </a:t>
            </a:r>
            <a:r>
              <a:rPr lang="en-US" sz="2000" i="1" dirty="0"/>
              <a:t>S</a:t>
            </a:r>
            <a:r>
              <a:rPr lang="en-US" sz="2000" dirty="0"/>
              <a:t> is the sample space in a probability model, then </a:t>
            </a:r>
            <a:r>
              <a:rPr lang="en-US" sz="2000" b="1" i="1" dirty="0"/>
              <a:t>P</a:t>
            </a:r>
            <a:r>
              <a:rPr lang="en-US" sz="2000" b="1" dirty="0"/>
              <a:t>(</a:t>
            </a:r>
            <a:r>
              <a:rPr lang="en-US" sz="2000" b="1" i="1" dirty="0"/>
              <a:t>S</a:t>
            </a:r>
            <a:r>
              <a:rPr lang="en-US" sz="2000" b="1" dirty="0"/>
              <a:t>) = 1.</a:t>
            </a:r>
          </a:p>
          <a:p>
            <a:pPr eaLnBrk="1" hangingPunct="1">
              <a:spcAft>
                <a:spcPts val="1200"/>
              </a:spcAft>
            </a:pPr>
            <a:r>
              <a:rPr lang="en-US" sz="2000" b="1" dirty="0"/>
              <a:t>Rule 3. </a:t>
            </a:r>
            <a:r>
              <a:rPr lang="en-US" sz="2000" dirty="0"/>
              <a:t>If </a:t>
            </a:r>
            <a:r>
              <a:rPr lang="en-US" sz="2000" i="1" dirty="0"/>
              <a:t>A </a:t>
            </a:r>
            <a:r>
              <a:rPr lang="en-US" sz="2000" dirty="0"/>
              <a:t>and </a:t>
            </a:r>
            <a:r>
              <a:rPr lang="en-US" sz="2000" i="1" dirty="0"/>
              <a:t>B </a:t>
            </a:r>
            <a:r>
              <a:rPr lang="en-US" sz="2000" dirty="0"/>
              <a:t>are </a:t>
            </a:r>
            <a:r>
              <a:rPr lang="en-US" sz="2000" b="1" dirty="0"/>
              <a:t>disjoint, </a:t>
            </a:r>
            <a:r>
              <a:rPr lang="en-US" sz="2000" dirty="0"/>
              <a:t>then </a:t>
            </a:r>
            <a:r>
              <a:rPr lang="en-US" sz="2000" b="1" i="1" dirty="0"/>
              <a:t>P</a:t>
            </a:r>
            <a:r>
              <a:rPr lang="en-US" sz="2000" b="1" dirty="0"/>
              <a:t>(</a:t>
            </a:r>
            <a:r>
              <a:rPr lang="en-US" sz="2000" b="1" i="1" dirty="0"/>
              <a:t>A </a:t>
            </a:r>
            <a:r>
              <a:rPr lang="en-US" sz="2000" b="1" dirty="0"/>
              <a:t>or </a:t>
            </a:r>
            <a:r>
              <a:rPr lang="en-US" sz="2000" b="1" i="1" dirty="0"/>
              <a:t>B</a:t>
            </a:r>
            <a:r>
              <a:rPr lang="en-US" sz="2000" b="1" dirty="0"/>
              <a:t>) = </a:t>
            </a:r>
            <a:r>
              <a:rPr lang="en-US" sz="2000" b="1" i="1" dirty="0"/>
              <a:t>P</a:t>
            </a:r>
            <a:r>
              <a:rPr lang="en-US" sz="2000" b="1" dirty="0"/>
              <a:t>(</a:t>
            </a:r>
            <a:r>
              <a:rPr lang="en-US" sz="2000" b="1" i="1" dirty="0"/>
              <a:t>A</a:t>
            </a:r>
            <a:r>
              <a:rPr lang="en-US" sz="2000" b="1" dirty="0"/>
              <a:t>) + </a:t>
            </a:r>
            <a:r>
              <a:rPr lang="en-US" sz="2000" b="1" i="1" dirty="0"/>
              <a:t>P</a:t>
            </a:r>
            <a:r>
              <a:rPr lang="en-US" sz="2000" b="1" dirty="0"/>
              <a:t>(</a:t>
            </a:r>
            <a:r>
              <a:rPr lang="en-US" sz="2000" b="1" i="1" dirty="0"/>
              <a:t>B</a:t>
            </a:r>
            <a:r>
              <a:rPr lang="en-US" sz="2000" b="1" dirty="0"/>
              <a:t>).</a:t>
            </a:r>
            <a:r>
              <a:rPr lang="en-US" sz="2000" dirty="0"/>
              <a:t> </a:t>
            </a:r>
            <a:endParaRPr lang="en-US" sz="2000" b="1" dirty="0"/>
          </a:p>
          <a:p>
            <a:pPr eaLnBrk="1" hangingPunct="1">
              <a:spcAft>
                <a:spcPts val="1200"/>
              </a:spcAft>
            </a:pPr>
            <a:r>
              <a:rPr lang="en-US" sz="2000" b="1" dirty="0"/>
              <a:t>		</a:t>
            </a:r>
            <a:r>
              <a:rPr lang="en-US" sz="2000" dirty="0"/>
              <a:t>This is the </a:t>
            </a:r>
            <a:r>
              <a:rPr lang="en-US" sz="2000" b="1" dirty="0"/>
              <a:t>addition rule for disjoint events.</a:t>
            </a:r>
          </a:p>
          <a:p>
            <a:pPr eaLnBrk="1" hangingPunct="1">
              <a:spcAft>
                <a:spcPts val="1200"/>
              </a:spcAft>
            </a:pPr>
            <a:r>
              <a:rPr lang="en-US" sz="2000" b="1" dirty="0"/>
              <a:t>Rule 4:</a:t>
            </a:r>
            <a:r>
              <a:rPr lang="en-US" sz="2000" b="1" i="1" dirty="0"/>
              <a:t> </a:t>
            </a:r>
            <a:r>
              <a:rPr lang="en-US" sz="2000" dirty="0"/>
              <a:t>The </a:t>
            </a:r>
            <a:r>
              <a:rPr lang="en-US" sz="2000" b="1" dirty="0"/>
              <a:t>complement </a:t>
            </a:r>
            <a:r>
              <a:rPr lang="en-US" sz="2000" dirty="0"/>
              <a:t>of any event </a:t>
            </a:r>
            <a:r>
              <a:rPr lang="en-US" sz="2000" i="1" dirty="0"/>
              <a:t>A </a:t>
            </a:r>
            <a:r>
              <a:rPr lang="en-US" sz="2000" dirty="0"/>
              <a:t>is the event that </a:t>
            </a:r>
            <a:r>
              <a:rPr lang="en-US" sz="2000" i="1" dirty="0"/>
              <a:t>A</a:t>
            </a:r>
            <a:r>
              <a:rPr lang="en-US" sz="2000" dirty="0"/>
              <a:t> does not occur, written </a:t>
            </a:r>
            <a:r>
              <a:rPr lang="en-US" sz="2000" i="1" dirty="0"/>
              <a:t>A</a:t>
            </a:r>
            <a:r>
              <a:rPr lang="en-US" sz="2000" i="1" baseline="30000" dirty="0"/>
              <a:t>C</a:t>
            </a:r>
            <a:r>
              <a:rPr lang="en-US" sz="2000" dirty="0"/>
              <a:t>.   </a:t>
            </a:r>
            <a:r>
              <a:rPr lang="en-US" sz="2000" b="1" i="1" dirty="0"/>
              <a:t>P</a:t>
            </a:r>
            <a:r>
              <a:rPr lang="en-US" sz="2000" b="1" dirty="0"/>
              <a:t>(</a:t>
            </a:r>
            <a:r>
              <a:rPr lang="en-US" sz="2000" b="1" i="1" dirty="0"/>
              <a:t>A</a:t>
            </a:r>
            <a:r>
              <a:rPr lang="en-US" sz="2000" b="1" baseline="30000" dirty="0"/>
              <a:t>C</a:t>
            </a:r>
            <a:r>
              <a:rPr lang="en-US" sz="2000" b="1" dirty="0"/>
              <a:t>) = 1 – </a:t>
            </a:r>
            <a:r>
              <a:rPr lang="en-US" sz="2000" b="1" i="1" dirty="0"/>
              <a:t>P</a:t>
            </a:r>
            <a:r>
              <a:rPr lang="en-US" sz="2000" b="1" dirty="0"/>
              <a:t>(</a:t>
            </a:r>
            <a:r>
              <a:rPr lang="en-US" sz="2000" b="1" i="1" dirty="0"/>
              <a:t>A</a:t>
            </a:r>
            <a:r>
              <a:rPr lang="en-US" sz="2000" b="1" dirty="0"/>
              <a: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afterEffect">
                                  <p:stCondLst>
                                    <p:cond delay="0"/>
                                  </p:stCondLst>
                                  <p:childTnLst>
                                    <p:set>
                                      <p:cBhvr>
                                        <p:cTn id="6" dur="1" fill="hold">
                                          <p:stCondLst>
                                            <p:cond delay="0"/>
                                          </p:stCondLst>
                                        </p:cTn>
                                        <p:tgtEl>
                                          <p:spTgt spid="12">
                                            <p:bg/>
                                          </p:spTgt>
                                        </p:tgtEl>
                                        <p:attrNameLst>
                                          <p:attrName>style.visibility</p:attrName>
                                        </p:attrNameLst>
                                      </p:cBhvr>
                                      <p:to>
                                        <p:strVal val="visible"/>
                                      </p:to>
                                    </p:set>
                                    <p:animEffect transition="in" filter="dissolve">
                                      <p:cBhvr>
                                        <p:cTn id="7" dur="500"/>
                                        <p:tgtEl>
                                          <p:spTgt spid="12">
                                            <p:bg/>
                                          </p:spTgt>
                                        </p:tgtEl>
                                      </p:cBhvr>
                                    </p:animEffect>
                                  </p:childTnLst>
                                </p:cTn>
                              </p:par>
                              <p:par>
                                <p:cTn id="8" presetID="9" presetClass="entr" presetSubtype="0" fill="hold" grpId="0" nodeType="withEffect">
                                  <p:stCondLst>
                                    <p:cond delay="0"/>
                                  </p:stCondLst>
                                  <p:childTnLst>
                                    <p:set>
                                      <p:cBhvr>
                                        <p:cTn id="9" dur="1" fill="hold">
                                          <p:stCondLst>
                                            <p:cond delay="0"/>
                                          </p:stCondLst>
                                        </p:cTn>
                                        <p:tgtEl>
                                          <p:spTgt spid="12">
                                            <p:txEl>
                                              <p:pRg st="0" end="0"/>
                                            </p:txEl>
                                          </p:spTgt>
                                        </p:tgtEl>
                                        <p:attrNameLst>
                                          <p:attrName>style.visibility</p:attrName>
                                        </p:attrNameLst>
                                      </p:cBhvr>
                                      <p:to>
                                        <p:strVal val="visible"/>
                                      </p:to>
                                    </p:set>
                                    <p:animEffect transition="in" filter="dissolve">
                                      <p:cBhvr>
                                        <p:cTn id="10" dur="500"/>
                                        <p:tgtEl>
                                          <p:spTgt spid="12">
                                            <p:txEl>
                                              <p:pRg st="0" end="0"/>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animEffect transition="in" filter="dissolve">
                                      <p:cBhvr>
                                        <p:cTn id="15" dur="500"/>
                                        <p:tgtEl>
                                          <p:spTgt spid="12">
                                            <p:txEl>
                                              <p:pRg st="1" end="1"/>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12">
                                            <p:txEl>
                                              <p:pRg st="2" end="2"/>
                                            </p:txEl>
                                          </p:spTgt>
                                        </p:tgtEl>
                                        <p:attrNameLst>
                                          <p:attrName>style.visibility</p:attrName>
                                        </p:attrNameLst>
                                      </p:cBhvr>
                                      <p:to>
                                        <p:strVal val="visible"/>
                                      </p:to>
                                    </p:set>
                                    <p:animEffect transition="in" filter="dissolve">
                                      <p:cBhvr>
                                        <p:cTn id="20" dur="500"/>
                                        <p:tgtEl>
                                          <p:spTgt spid="12">
                                            <p:txEl>
                                              <p:pRg st="2" end="2"/>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12">
                                            <p:txEl>
                                              <p:pRg st="3" end="3"/>
                                            </p:txEl>
                                          </p:spTgt>
                                        </p:tgtEl>
                                        <p:attrNameLst>
                                          <p:attrName>style.visibility</p:attrName>
                                        </p:attrNameLst>
                                      </p:cBhvr>
                                      <p:to>
                                        <p:strVal val="visible"/>
                                      </p:to>
                                    </p:set>
                                    <p:animEffect transition="in" filter="dissolve">
                                      <p:cBhvr>
                                        <p:cTn id="25" dur="500"/>
                                        <p:tgtEl>
                                          <p:spTgt spid="12">
                                            <p:txEl>
                                              <p:pRg st="3" end="3"/>
                                            </p:txEl>
                                          </p:spTgt>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9" presetClass="entr" presetSubtype="0" fill="hold" grpId="0" nodeType="clickEffect">
                                  <p:stCondLst>
                                    <p:cond delay="0"/>
                                  </p:stCondLst>
                                  <p:childTnLst>
                                    <p:set>
                                      <p:cBhvr>
                                        <p:cTn id="29" dur="1" fill="hold">
                                          <p:stCondLst>
                                            <p:cond delay="0"/>
                                          </p:stCondLst>
                                        </p:cTn>
                                        <p:tgtEl>
                                          <p:spTgt spid="15">
                                            <p:bg/>
                                          </p:spTgt>
                                        </p:tgtEl>
                                        <p:attrNameLst>
                                          <p:attrName>style.visibility</p:attrName>
                                        </p:attrNameLst>
                                      </p:cBhvr>
                                      <p:to>
                                        <p:strVal val="visible"/>
                                      </p:to>
                                    </p:set>
                                    <p:animEffect transition="in" filter="dissolve">
                                      <p:cBhvr>
                                        <p:cTn id="30" dur="500"/>
                                        <p:tgtEl>
                                          <p:spTgt spid="15">
                                            <p:bg/>
                                          </p:spTgt>
                                        </p:tgtEl>
                                      </p:cBhvr>
                                    </p:animEffect>
                                  </p:childTnLst>
                                </p:cTn>
                              </p:par>
                              <p:par>
                                <p:cTn id="31" presetID="9" presetClass="entr" presetSubtype="0" fill="hold" grpId="0" nodeType="withEffect">
                                  <p:stCondLst>
                                    <p:cond delay="0"/>
                                  </p:stCondLst>
                                  <p:childTnLst>
                                    <p:set>
                                      <p:cBhvr>
                                        <p:cTn id="32" dur="1" fill="hold">
                                          <p:stCondLst>
                                            <p:cond delay="0"/>
                                          </p:stCondLst>
                                        </p:cTn>
                                        <p:tgtEl>
                                          <p:spTgt spid="15">
                                            <p:txEl>
                                              <p:pRg st="0" end="0"/>
                                            </p:txEl>
                                          </p:spTgt>
                                        </p:tgtEl>
                                        <p:attrNameLst>
                                          <p:attrName>style.visibility</p:attrName>
                                        </p:attrNameLst>
                                      </p:cBhvr>
                                      <p:to>
                                        <p:strVal val="visible"/>
                                      </p:to>
                                    </p:set>
                                    <p:animEffect transition="in" filter="dissolve">
                                      <p:cBhvr>
                                        <p:cTn id="33" dur="500"/>
                                        <p:tgtEl>
                                          <p:spTgt spid="15">
                                            <p:txEl>
                                              <p:pRg st="0" end="0"/>
                                            </p:txEl>
                                          </p:spTgt>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9" presetClass="entr" presetSubtype="0" fill="hold" grpId="0" nodeType="clickEffect">
                                  <p:stCondLst>
                                    <p:cond delay="0"/>
                                  </p:stCondLst>
                                  <p:childTnLst>
                                    <p:set>
                                      <p:cBhvr>
                                        <p:cTn id="37" dur="1" fill="hold">
                                          <p:stCondLst>
                                            <p:cond delay="0"/>
                                          </p:stCondLst>
                                        </p:cTn>
                                        <p:tgtEl>
                                          <p:spTgt spid="15">
                                            <p:txEl>
                                              <p:pRg st="1" end="1"/>
                                            </p:txEl>
                                          </p:spTgt>
                                        </p:tgtEl>
                                        <p:attrNameLst>
                                          <p:attrName>style.visibility</p:attrName>
                                        </p:attrNameLst>
                                      </p:cBhvr>
                                      <p:to>
                                        <p:strVal val="visible"/>
                                      </p:to>
                                    </p:set>
                                    <p:animEffect transition="in" filter="dissolve">
                                      <p:cBhvr>
                                        <p:cTn id="38" dur="500"/>
                                        <p:tgtEl>
                                          <p:spTgt spid="15">
                                            <p:txEl>
                                              <p:pRg st="1" end="1"/>
                                            </p:txEl>
                                          </p:spTgt>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9" presetClass="entr" presetSubtype="0" fill="hold" grpId="0" nodeType="clickEffect">
                                  <p:stCondLst>
                                    <p:cond delay="0"/>
                                  </p:stCondLst>
                                  <p:childTnLst>
                                    <p:set>
                                      <p:cBhvr>
                                        <p:cTn id="42" dur="1" fill="hold">
                                          <p:stCondLst>
                                            <p:cond delay="0"/>
                                          </p:stCondLst>
                                        </p:cTn>
                                        <p:tgtEl>
                                          <p:spTgt spid="15">
                                            <p:txEl>
                                              <p:pRg st="2" end="2"/>
                                            </p:txEl>
                                          </p:spTgt>
                                        </p:tgtEl>
                                        <p:attrNameLst>
                                          <p:attrName>style.visibility</p:attrName>
                                        </p:attrNameLst>
                                      </p:cBhvr>
                                      <p:to>
                                        <p:strVal val="visible"/>
                                      </p:to>
                                    </p:set>
                                    <p:animEffect transition="in" filter="dissolve">
                                      <p:cBhvr>
                                        <p:cTn id="43" dur="500"/>
                                        <p:tgtEl>
                                          <p:spTgt spid="15">
                                            <p:txEl>
                                              <p:pRg st="2" end="2"/>
                                            </p:txEl>
                                          </p:spTgt>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9" presetClass="entr" presetSubtype="0" fill="hold" grpId="0" nodeType="clickEffect">
                                  <p:stCondLst>
                                    <p:cond delay="0"/>
                                  </p:stCondLst>
                                  <p:childTnLst>
                                    <p:set>
                                      <p:cBhvr>
                                        <p:cTn id="47" dur="1" fill="hold">
                                          <p:stCondLst>
                                            <p:cond delay="0"/>
                                          </p:stCondLst>
                                        </p:cTn>
                                        <p:tgtEl>
                                          <p:spTgt spid="15">
                                            <p:txEl>
                                              <p:pRg st="3" end="3"/>
                                            </p:txEl>
                                          </p:spTgt>
                                        </p:tgtEl>
                                        <p:attrNameLst>
                                          <p:attrName>style.visibility</p:attrName>
                                        </p:attrNameLst>
                                      </p:cBhvr>
                                      <p:to>
                                        <p:strVal val="visible"/>
                                      </p:to>
                                    </p:set>
                                    <p:animEffect transition="in" filter="dissolve">
                                      <p:cBhvr>
                                        <p:cTn id="48" dur="500"/>
                                        <p:tgtEl>
                                          <p:spTgt spid="15">
                                            <p:txEl>
                                              <p:pRg st="3" end="3"/>
                                            </p:txEl>
                                          </p:spTgt>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9" presetClass="entr" presetSubtype="0" fill="hold" grpId="0" nodeType="clickEffect">
                                  <p:stCondLst>
                                    <p:cond delay="0"/>
                                  </p:stCondLst>
                                  <p:childTnLst>
                                    <p:set>
                                      <p:cBhvr>
                                        <p:cTn id="52" dur="1" fill="hold">
                                          <p:stCondLst>
                                            <p:cond delay="0"/>
                                          </p:stCondLst>
                                        </p:cTn>
                                        <p:tgtEl>
                                          <p:spTgt spid="15">
                                            <p:txEl>
                                              <p:pRg st="4" end="4"/>
                                            </p:txEl>
                                          </p:spTgt>
                                        </p:tgtEl>
                                        <p:attrNameLst>
                                          <p:attrName>style.visibility</p:attrName>
                                        </p:attrNameLst>
                                      </p:cBhvr>
                                      <p:to>
                                        <p:strVal val="visible"/>
                                      </p:to>
                                    </p:set>
                                    <p:animEffect transition="in" filter="dissolve">
                                      <p:cBhvr>
                                        <p:cTn id="53" dur="500"/>
                                        <p:tgtEl>
                                          <p:spTgt spid="1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animBg="1"/>
      <p:bldP spid="15" grpId="0" build="p"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pPr eaLnBrk="1" hangingPunct="1">
              <a:lnSpc>
                <a:spcPct val="90000"/>
              </a:lnSpc>
            </a:pPr>
            <a:r>
              <a:rPr lang="en-US" dirty="0">
                <a:ea typeface="ＭＳ Ｐゴシック" pitchFamily="34" charset="-128"/>
                <a:cs typeface="Arial" pitchFamily="34" charset="0"/>
              </a:rPr>
              <a:t>Probability Rules 2</a:t>
            </a:r>
            <a:endParaRPr lang="en-US" dirty="0">
              <a:solidFill>
                <a:srgbClr val="33CCFF"/>
              </a:solidFill>
              <a:ea typeface="ＭＳ Ｐゴシック" pitchFamily="34" charset="-128"/>
              <a:cs typeface="Arial" pitchFamily="34" charset="0"/>
            </a:endParaRPr>
          </a:p>
        </p:txBody>
      </p:sp>
      <p:sp>
        <p:nvSpPr>
          <p:cNvPr id="37889"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nSpc>
                <a:spcPct val="80000"/>
              </a:lnSpc>
            </a:pPr>
            <a:fld id="{25F6B694-3F24-4E98-A344-C8DB0B247EE2}" type="slidenum">
              <a:rPr lang="en-US" sz="1200">
                <a:solidFill>
                  <a:schemeClr val="accent1"/>
                </a:solidFill>
              </a:rPr>
              <a:pPr>
                <a:lnSpc>
                  <a:spcPct val="80000"/>
                </a:lnSpc>
              </a:pPr>
              <a:t>11</a:t>
            </a:fld>
            <a:endParaRPr lang="en-US" sz="1200">
              <a:solidFill>
                <a:schemeClr val="accent1"/>
              </a:solidFill>
            </a:endParaRPr>
          </a:p>
        </p:txBody>
      </p:sp>
      <p:sp>
        <p:nvSpPr>
          <p:cNvPr id="37891" name="Rectangle 1"/>
          <p:cNvSpPr>
            <a:spLocks noChangeArrowheads="1"/>
          </p:cNvSpPr>
          <p:nvPr/>
        </p:nvSpPr>
        <p:spPr bwMode="auto">
          <a:xfrm>
            <a:off x="174625" y="980378"/>
            <a:ext cx="749617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buFont typeface="Wingdings" pitchFamily="2" charset="2"/>
              <a:buNone/>
            </a:pPr>
            <a:r>
              <a:rPr lang="en-US" sz="1600" b="1" u="sng" dirty="0">
                <a:solidFill>
                  <a:schemeClr val="accent1"/>
                </a:solidFill>
              </a:rPr>
              <a:t>Example: Favorite vehicle </a:t>
            </a:r>
            <a:r>
              <a:rPr lang="en-US" sz="1600" b="1" u="sng" dirty="0">
                <a:solidFill>
                  <a:srgbClr val="073779"/>
                </a:solidFill>
              </a:rPr>
              <a:t>colors</a:t>
            </a:r>
            <a:r>
              <a:rPr lang="en-US" sz="1600" dirty="0">
                <a:solidFill>
                  <a:srgbClr val="000000"/>
                </a:solidFill>
              </a:rPr>
              <a:t>. Our preferences for vehicle colors can be related to our personality, our moods, or particular objects. Here is a probability model for color preferences:</a:t>
            </a:r>
          </a:p>
        </p:txBody>
      </p:sp>
      <p:graphicFrame>
        <p:nvGraphicFramePr>
          <p:cNvPr id="7" name="Table 6" descr="The table has 5 columns and 4 rows, which depicts a probability model for color preferences. The row 2 and 4 mentions &quot;Probability&quot; values for &quot;vehicle colors&quot; provided in row 1 and 3, respectively. White color preference shows 0.24 probability, black shows 0.19, silver shows 0.16, gray shows 0.15, red 0.10, blue 0.07, brown 0.05 and other colors shows 0.04 probability."/>
          <p:cNvGraphicFramePr>
            <a:graphicFrameLocks noGrp="1"/>
          </p:cNvGraphicFramePr>
          <p:nvPr>
            <p:extLst>
              <p:ext uri="{D42A27DB-BD31-4B8C-83A1-F6EECF244321}">
                <p14:modId xmlns:p14="http://schemas.microsoft.com/office/powerpoint/2010/main" val="3371509722"/>
              </p:ext>
            </p:extLst>
          </p:nvPr>
        </p:nvGraphicFramePr>
        <p:xfrm>
          <a:off x="304800" y="1920512"/>
          <a:ext cx="7513637" cy="1341120"/>
        </p:xfrm>
        <a:graphic>
          <a:graphicData uri="http://schemas.openxmlformats.org/drawingml/2006/table">
            <a:tbl>
              <a:tblPr firstRow="1">
                <a:tableStyleId>{284E427A-3D55-4303-BF80-6455036E1DE7}</a:tableStyleId>
              </a:tblPr>
              <a:tblGrid>
                <a:gridCol w="1981199">
                  <a:extLst>
                    <a:ext uri="{9D8B030D-6E8A-4147-A177-3AD203B41FA5}">
                      <a16:colId xmlns:a16="http://schemas.microsoft.com/office/drawing/2014/main" xmlns="" val="20000"/>
                    </a:ext>
                  </a:extLst>
                </a:gridCol>
                <a:gridCol w="1382713">
                  <a:extLst>
                    <a:ext uri="{9D8B030D-6E8A-4147-A177-3AD203B41FA5}">
                      <a16:colId xmlns:a16="http://schemas.microsoft.com/office/drawing/2014/main" xmlns="" val="20001"/>
                    </a:ext>
                  </a:extLst>
                </a:gridCol>
                <a:gridCol w="1382712">
                  <a:extLst>
                    <a:ext uri="{9D8B030D-6E8A-4147-A177-3AD203B41FA5}">
                      <a16:colId xmlns:a16="http://schemas.microsoft.com/office/drawing/2014/main" xmlns="" val="20002"/>
                    </a:ext>
                  </a:extLst>
                </a:gridCol>
                <a:gridCol w="1384300">
                  <a:extLst>
                    <a:ext uri="{9D8B030D-6E8A-4147-A177-3AD203B41FA5}">
                      <a16:colId xmlns:a16="http://schemas.microsoft.com/office/drawing/2014/main" xmlns="" val="20003"/>
                    </a:ext>
                  </a:extLst>
                </a:gridCol>
                <a:gridCol w="1382713">
                  <a:extLst>
                    <a:ext uri="{9D8B030D-6E8A-4147-A177-3AD203B41FA5}">
                      <a16:colId xmlns:a16="http://schemas.microsoft.com/office/drawing/2014/main" xmlns="" val="20004"/>
                    </a:ext>
                  </a:extLst>
                </a:gridCol>
              </a:tblGrid>
              <a:tr h="309137">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u="none" strike="noStrike" cap="none" normalizeH="0" baseline="0" dirty="0">
                          <a:ln>
                            <a:noFill/>
                          </a:ln>
                          <a:solidFill>
                            <a:schemeClr val="tx1"/>
                          </a:solidFill>
                          <a:effectLst/>
                        </a:rPr>
                        <a:t>Color</a:t>
                      </a: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u="none" strike="noStrike" cap="none" normalizeH="0" baseline="0" dirty="0">
                          <a:ln>
                            <a:noFill/>
                          </a:ln>
                          <a:solidFill>
                            <a:schemeClr val="tx1"/>
                          </a:solidFill>
                          <a:effectLst/>
                        </a:rPr>
                        <a:t>White</a:t>
                      </a:r>
                      <a:endParaRPr kumimoji="0" lang="en-US" sz="1600" b="0" i="0" u="none" strike="noStrike" cap="none" normalizeH="0" baseline="0" dirty="0">
                        <a:ln>
                          <a:noFill/>
                        </a:ln>
                        <a:solidFill>
                          <a:schemeClr val="tx1"/>
                        </a:solidFill>
                        <a:effectLst/>
                        <a:latin typeface="Arial" charset="0"/>
                        <a:ea typeface="ＭＳ Ｐゴシック" charset="0"/>
                        <a:cs typeface="ＭＳ Ｐゴシック"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u="none" strike="noStrike" cap="none" normalizeH="0" baseline="0" dirty="0">
                          <a:ln>
                            <a:noFill/>
                          </a:ln>
                          <a:solidFill>
                            <a:schemeClr val="tx1"/>
                          </a:solidFill>
                          <a:effectLst/>
                        </a:rPr>
                        <a:t>Black</a:t>
                      </a:r>
                      <a:endParaRPr kumimoji="0" lang="en-US" sz="1600" b="0" i="0" u="none" strike="noStrike" cap="none" normalizeH="0" baseline="0" dirty="0">
                        <a:ln>
                          <a:noFill/>
                        </a:ln>
                        <a:solidFill>
                          <a:schemeClr val="tx1"/>
                        </a:solidFill>
                        <a:effectLst/>
                        <a:latin typeface="Arial" charset="0"/>
                        <a:ea typeface="ＭＳ Ｐゴシック" charset="0"/>
                        <a:cs typeface="ＭＳ Ｐゴシック"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u="none" strike="noStrike" cap="none" normalizeH="0" baseline="0" dirty="0">
                          <a:ln>
                            <a:noFill/>
                          </a:ln>
                          <a:solidFill>
                            <a:schemeClr val="tx1"/>
                          </a:solidFill>
                          <a:effectLst/>
                        </a:rPr>
                        <a:t>Silver</a:t>
                      </a:r>
                      <a:endParaRPr kumimoji="0" lang="en-US" sz="1600" b="0" i="0" u="none" strike="noStrike" cap="none" normalizeH="0" baseline="0" dirty="0">
                        <a:ln>
                          <a:noFill/>
                        </a:ln>
                        <a:solidFill>
                          <a:schemeClr val="tx1"/>
                        </a:solidFill>
                        <a:effectLst/>
                        <a:latin typeface="Arial" charset="0"/>
                        <a:ea typeface="ＭＳ Ｐゴシック" charset="0"/>
                        <a:cs typeface="ＭＳ Ｐゴシック"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u="none" strike="noStrike" cap="none" normalizeH="0" baseline="0" dirty="0">
                          <a:ln>
                            <a:noFill/>
                          </a:ln>
                          <a:solidFill>
                            <a:schemeClr val="tx1"/>
                          </a:solidFill>
                          <a:effectLst/>
                        </a:rPr>
                        <a:t>Gray</a:t>
                      </a:r>
                      <a:endParaRPr kumimoji="0" lang="en-US" sz="1600" b="0" i="0" u="none" strike="noStrike" cap="none" normalizeH="0" baseline="0" dirty="0">
                        <a:ln>
                          <a:noFill/>
                        </a:ln>
                        <a:solidFill>
                          <a:schemeClr val="tx1"/>
                        </a:solidFill>
                        <a:effectLst/>
                        <a:latin typeface="Arial" charset="0"/>
                        <a:ea typeface="ＭＳ Ｐゴシック" charset="0"/>
                        <a:cs typeface="ＭＳ Ｐゴシック" charset="0"/>
                      </a:endParaRPr>
                    </a:p>
                  </a:txBody>
                  <a:tcPr horzOverflow="overflow"/>
                </a:tc>
                <a:extLst>
                  <a:ext uri="{0D108BD9-81ED-4DB2-BD59-A6C34878D82A}">
                    <a16:rowId xmlns:a16="http://schemas.microsoft.com/office/drawing/2014/main" xmlns="" val="10000"/>
                  </a:ext>
                </a:extLst>
              </a:tr>
              <a:tr h="309137">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u="none" strike="noStrike" cap="none" normalizeH="0" baseline="0" dirty="0">
                          <a:ln>
                            <a:noFill/>
                          </a:ln>
                          <a:solidFill>
                            <a:schemeClr val="tx1"/>
                          </a:solidFill>
                          <a:effectLst/>
                        </a:rPr>
                        <a:t>Probability</a:t>
                      </a:r>
                      <a:endParaRPr kumimoji="0" lang="en-US" sz="1600" b="1" i="0" u="none" strike="noStrike" cap="none" normalizeH="0" baseline="0" dirty="0">
                        <a:ln>
                          <a:noFill/>
                        </a:ln>
                        <a:solidFill>
                          <a:schemeClr val="tx1"/>
                        </a:solidFill>
                        <a:effectLst/>
                        <a:latin typeface="Arial" charset="0"/>
                        <a:ea typeface="ＭＳ Ｐゴシック" charset="0"/>
                        <a:cs typeface="ＭＳ Ｐゴシック"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u="none" strike="noStrike" cap="none" normalizeH="0" baseline="0" dirty="0">
                          <a:ln>
                            <a:noFill/>
                          </a:ln>
                          <a:solidFill>
                            <a:schemeClr val="tx1"/>
                          </a:solidFill>
                          <a:effectLst/>
                        </a:rPr>
                        <a:t>0.24</a:t>
                      </a:r>
                      <a:endParaRPr kumimoji="0" lang="en-US" sz="1600" b="0" i="0" u="none" strike="noStrike" cap="none" normalizeH="0" baseline="0" dirty="0">
                        <a:ln>
                          <a:noFill/>
                        </a:ln>
                        <a:solidFill>
                          <a:schemeClr val="tx1"/>
                        </a:solidFill>
                        <a:effectLst/>
                        <a:latin typeface="Arial" charset="0"/>
                        <a:ea typeface="ＭＳ Ｐゴシック" charset="0"/>
                        <a:cs typeface="ＭＳ Ｐゴシック"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u="none" strike="noStrike" cap="none" normalizeH="0" baseline="0" dirty="0">
                          <a:ln>
                            <a:noFill/>
                          </a:ln>
                          <a:solidFill>
                            <a:schemeClr val="tx1"/>
                          </a:solidFill>
                          <a:effectLst/>
                        </a:rPr>
                        <a:t>0.19</a:t>
                      </a:r>
                      <a:endParaRPr kumimoji="0" lang="en-US" sz="1600" b="0" i="0" u="none" strike="noStrike" cap="none" normalizeH="0" baseline="0" dirty="0">
                        <a:ln>
                          <a:noFill/>
                        </a:ln>
                        <a:solidFill>
                          <a:schemeClr val="tx1"/>
                        </a:solidFill>
                        <a:effectLst/>
                        <a:latin typeface="Arial" charset="0"/>
                        <a:ea typeface="ＭＳ Ｐゴシック" charset="0"/>
                        <a:cs typeface="ＭＳ Ｐゴシック"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u="none" strike="noStrike" cap="none" normalizeH="0" baseline="0" dirty="0">
                          <a:ln>
                            <a:noFill/>
                          </a:ln>
                          <a:solidFill>
                            <a:schemeClr val="tx1"/>
                          </a:solidFill>
                          <a:effectLst/>
                        </a:rPr>
                        <a:t>0.16</a:t>
                      </a:r>
                      <a:endParaRPr kumimoji="0" lang="en-US" sz="1600" b="0" i="0" u="none" strike="noStrike" cap="none" normalizeH="0" baseline="0" dirty="0">
                        <a:ln>
                          <a:noFill/>
                        </a:ln>
                        <a:solidFill>
                          <a:schemeClr val="tx1"/>
                        </a:solidFill>
                        <a:effectLst/>
                        <a:latin typeface="Arial" charset="0"/>
                        <a:ea typeface="ＭＳ Ｐゴシック" charset="0"/>
                        <a:cs typeface="ＭＳ Ｐゴシック"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u="none" strike="noStrike" cap="none" normalizeH="0" baseline="0" dirty="0">
                          <a:ln>
                            <a:noFill/>
                          </a:ln>
                          <a:solidFill>
                            <a:schemeClr val="tx1"/>
                          </a:solidFill>
                          <a:effectLst/>
                        </a:rPr>
                        <a:t>0.15</a:t>
                      </a:r>
                      <a:endParaRPr kumimoji="0" lang="en-US" sz="1600" b="0" i="0" u="none" strike="noStrike" cap="none" normalizeH="0" baseline="0" dirty="0">
                        <a:ln>
                          <a:noFill/>
                        </a:ln>
                        <a:solidFill>
                          <a:schemeClr val="tx1"/>
                        </a:solidFill>
                        <a:effectLst/>
                        <a:latin typeface="Arial" charset="0"/>
                        <a:ea typeface="ＭＳ Ｐゴシック" charset="0"/>
                        <a:cs typeface="ＭＳ Ｐゴシック" charset="0"/>
                      </a:endParaRPr>
                    </a:p>
                  </a:txBody>
                  <a:tcPr horzOverflow="overflow"/>
                </a:tc>
                <a:extLst>
                  <a:ext uri="{0D108BD9-81ED-4DB2-BD59-A6C34878D82A}">
                    <a16:rowId xmlns:a16="http://schemas.microsoft.com/office/drawing/2014/main" xmlns="" val="10001"/>
                  </a:ext>
                </a:extLst>
              </a:tr>
              <a:tr h="309137">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Arial" charset="0"/>
                          <a:ea typeface="ＭＳ Ｐゴシック" charset="0"/>
                          <a:cs typeface="ＭＳ Ｐゴシック" charset="0"/>
                        </a:rPr>
                        <a:t>Color</a:t>
                      </a: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Arial" charset="0"/>
                          <a:ea typeface="ＭＳ Ｐゴシック" charset="0"/>
                          <a:cs typeface="ＭＳ Ｐゴシック" charset="0"/>
                        </a:rPr>
                        <a:t>Red</a:t>
                      </a: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Arial" charset="0"/>
                          <a:ea typeface="ＭＳ Ｐゴシック" charset="0"/>
                          <a:cs typeface="ＭＳ Ｐゴシック" charset="0"/>
                        </a:rPr>
                        <a:t>Blue</a:t>
                      </a: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Arial" charset="0"/>
                          <a:ea typeface="ＭＳ Ｐゴシック" charset="0"/>
                          <a:cs typeface="ＭＳ Ｐゴシック" charset="0"/>
                        </a:rPr>
                        <a:t>Brown</a:t>
                      </a: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Arial" charset="0"/>
                          <a:ea typeface="ＭＳ Ｐゴシック" charset="0"/>
                          <a:cs typeface="ＭＳ Ｐゴシック" charset="0"/>
                        </a:rPr>
                        <a:t>Other</a:t>
                      </a:r>
                    </a:p>
                  </a:txBody>
                  <a:tcPr horzOverflow="overflow"/>
                </a:tc>
                <a:extLst>
                  <a:ext uri="{0D108BD9-81ED-4DB2-BD59-A6C34878D82A}">
                    <a16:rowId xmlns:a16="http://schemas.microsoft.com/office/drawing/2014/main" xmlns="" val="10002"/>
                  </a:ext>
                </a:extLst>
              </a:tr>
              <a:tr h="309137">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u="none" strike="noStrike" cap="none" normalizeH="0" baseline="0" dirty="0">
                          <a:ln>
                            <a:noFill/>
                          </a:ln>
                          <a:solidFill>
                            <a:schemeClr val="tx1"/>
                          </a:solidFill>
                          <a:effectLst/>
                        </a:rPr>
                        <a:t>Probability</a:t>
                      </a:r>
                      <a:endParaRPr kumimoji="0" lang="en-US" sz="1600" b="1" i="0" u="none" strike="noStrike" cap="none" normalizeH="0" baseline="0" dirty="0">
                        <a:ln>
                          <a:noFill/>
                        </a:ln>
                        <a:solidFill>
                          <a:schemeClr val="tx1"/>
                        </a:solidFill>
                        <a:effectLst/>
                        <a:latin typeface="Arial" charset="0"/>
                        <a:ea typeface="ＭＳ Ｐゴシック" charset="0"/>
                        <a:cs typeface="ＭＳ Ｐゴシック"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Arial" charset="0"/>
                          <a:ea typeface="ＭＳ Ｐゴシック" charset="0"/>
                          <a:cs typeface="ＭＳ Ｐゴシック" charset="0"/>
                        </a:rPr>
                        <a:t>0.10</a:t>
                      </a: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Arial" charset="0"/>
                          <a:ea typeface="ＭＳ Ｐゴシック" charset="0"/>
                          <a:cs typeface="ＭＳ Ｐゴシック" charset="0"/>
                        </a:rPr>
                        <a:t>0.07</a:t>
                      </a: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Arial" charset="0"/>
                          <a:ea typeface="ＭＳ Ｐゴシック" charset="0"/>
                          <a:cs typeface="ＭＳ Ｐゴシック" charset="0"/>
                        </a:rPr>
                        <a:t>0.05</a:t>
                      </a: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Arial" charset="0"/>
                          <a:ea typeface="ＭＳ Ｐゴシック" charset="0"/>
                          <a:cs typeface="ＭＳ Ｐゴシック" charset="0"/>
                        </a:rPr>
                        <a:t>0.04</a:t>
                      </a:r>
                    </a:p>
                  </a:txBody>
                  <a:tcPr horzOverflow="overflow"/>
                </a:tc>
                <a:extLst>
                  <a:ext uri="{0D108BD9-81ED-4DB2-BD59-A6C34878D82A}">
                    <a16:rowId xmlns:a16="http://schemas.microsoft.com/office/drawing/2014/main" xmlns="" val="10003"/>
                  </a:ext>
                </a:extLst>
              </a:tr>
            </a:tbl>
          </a:graphicData>
        </a:graphic>
      </p:graphicFrame>
      <p:sp>
        <p:nvSpPr>
          <p:cNvPr id="8" name="TextBox 7"/>
          <p:cNvSpPr txBox="1">
            <a:spLocks noChangeArrowheads="1"/>
          </p:cNvSpPr>
          <p:nvPr/>
        </p:nvSpPr>
        <p:spPr bwMode="auto">
          <a:xfrm>
            <a:off x="174625" y="3615670"/>
            <a:ext cx="7496175" cy="308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marL="0" indent="0" eaLnBrk="1" hangingPunct="1">
              <a:spcAft>
                <a:spcPts val="1600"/>
              </a:spcAft>
            </a:pPr>
            <a:r>
              <a:rPr lang="en-US" sz="1600" dirty="0"/>
              <a:t>(a)   Show that this is a legitimate probability model.</a:t>
            </a:r>
          </a:p>
          <a:p>
            <a:pPr marL="400050" lvl="1" indent="0" eaLnBrk="1" hangingPunct="1">
              <a:spcAft>
                <a:spcPts val="0"/>
              </a:spcAft>
            </a:pPr>
            <a:r>
              <a:rPr lang="en-US" sz="1600" b="1" dirty="0"/>
              <a:t>Each probability is between 0 and 1, and                      </a:t>
            </a:r>
          </a:p>
          <a:p>
            <a:pPr marL="400050" lvl="1" indent="0" eaLnBrk="1" hangingPunct="1">
              <a:spcAft>
                <a:spcPts val="1600"/>
              </a:spcAft>
            </a:pPr>
            <a:r>
              <a:rPr lang="en-US" sz="1600" b="1" dirty="0"/>
              <a:t>0.24 + 0.19 + 0.16 + 0.15 + 0.10 + 0.07 + 0.05 + 0.04 = 1 </a:t>
            </a:r>
            <a:endParaRPr lang="en-US" sz="1600" dirty="0"/>
          </a:p>
          <a:p>
            <a:pPr marL="0" indent="0" eaLnBrk="1" hangingPunct="1">
              <a:spcAft>
                <a:spcPts val="1600"/>
              </a:spcAft>
            </a:pPr>
            <a:r>
              <a:rPr lang="en-US" sz="1600" dirty="0"/>
              <a:t>(b)	Find the probability that a person</a:t>
            </a:r>
            <a:r>
              <a:rPr lang="en-US" altLang="en-US" sz="1600" dirty="0"/>
              <a:t>’</a:t>
            </a:r>
            <a:r>
              <a:rPr lang="en-US" sz="1600" dirty="0"/>
              <a:t>s favorite vehicle color is black or silver.</a:t>
            </a:r>
          </a:p>
          <a:p>
            <a:pPr lvl="1" eaLnBrk="1" hangingPunct="1">
              <a:spcAft>
                <a:spcPts val="0"/>
              </a:spcAft>
            </a:pPr>
            <a:r>
              <a:rPr lang="en-US" sz="1600" b="1" i="1" dirty="0"/>
              <a:t>P</a:t>
            </a:r>
            <a:r>
              <a:rPr lang="en-US" sz="1600" b="1" dirty="0"/>
              <a:t>(Black or Silver) 	= 	</a:t>
            </a:r>
            <a:r>
              <a:rPr lang="en-US" sz="1600" b="1" i="1" dirty="0"/>
              <a:t>P</a:t>
            </a:r>
            <a:r>
              <a:rPr lang="en-US" sz="1600" b="1" dirty="0"/>
              <a:t>(Black) + </a:t>
            </a:r>
            <a:r>
              <a:rPr lang="en-US" sz="1600" b="1" i="1" dirty="0"/>
              <a:t>P</a:t>
            </a:r>
            <a:r>
              <a:rPr lang="en-US" sz="1600" b="1" dirty="0"/>
              <a:t>(Silver) </a:t>
            </a:r>
          </a:p>
          <a:p>
            <a:pPr lvl="1" eaLnBrk="1" hangingPunct="1">
              <a:spcAft>
                <a:spcPts val="1600"/>
              </a:spcAft>
            </a:pPr>
            <a:r>
              <a:rPr lang="en-US" sz="1600" b="1" dirty="0"/>
              <a:t>					= 	0.19 + 0.16 = 0.35</a:t>
            </a:r>
            <a:endParaRPr lang="en-US" sz="1600" dirty="0"/>
          </a:p>
          <a:p>
            <a:pPr eaLnBrk="1" hangingPunct="1">
              <a:spcAft>
                <a:spcPts val="1600"/>
              </a:spcAft>
            </a:pPr>
            <a:r>
              <a:rPr lang="en-US" sz="1600" dirty="0"/>
              <a:t>(c)		Find the probability that a person’s favorite color is not blue.</a:t>
            </a:r>
          </a:p>
          <a:p>
            <a:pPr eaLnBrk="1" hangingPunct="1">
              <a:spcAft>
                <a:spcPts val="1600"/>
              </a:spcAft>
            </a:pPr>
            <a:r>
              <a:rPr lang="en-US" sz="1600" b="1" i="1" dirty="0"/>
              <a:t>		P</a:t>
            </a:r>
            <a:r>
              <a:rPr lang="en-US" sz="1600" b="1" dirty="0"/>
              <a:t>(Not Blue) = 1 – </a:t>
            </a:r>
            <a:r>
              <a:rPr lang="en-US" sz="1600" b="1" i="1" dirty="0"/>
              <a:t>P</a:t>
            </a:r>
            <a:r>
              <a:rPr lang="en-US" sz="1600" b="1" dirty="0"/>
              <a:t>(Blue) = 1 – 0.07 = 0.93</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pPr eaLnBrk="1" hangingPunct="1"/>
            <a:r>
              <a:rPr lang="en-US" dirty="0">
                <a:ea typeface="ＭＳ Ｐゴシック" pitchFamily="34" charset="-128"/>
                <a:cs typeface="Arial" pitchFamily="34" charset="0"/>
              </a:rPr>
              <a:t>Venn Diagrams</a:t>
            </a:r>
            <a:r>
              <a:rPr lang="en-US" sz="2000" dirty="0">
                <a:ea typeface="ＭＳ Ｐゴシック" pitchFamily="34" charset="-128"/>
                <a:cs typeface="Arial" pitchFamily="34" charset="0"/>
              </a:rPr>
              <a:t> (1 of 2)</a:t>
            </a:r>
          </a:p>
        </p:txBody>
      </p:sp>
      <p:sp>
        <p:nvSpPr>
          <p:cNvPr id="38913"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nSpc>
                <a:spcPct val="80000"/>
              </a:lnSpc>
            </a:pPr>
            <a:fld id="{609D14FE-8C70-4CFA-BC71-2AF509CAD7E4}" type="slidenum">
              <a:rPr lang="en-US" sz="1200">
                <a:solidFill>
                  <a:schemeClr val="accent1"/>
                </a:solidFill>
              </a:rPr>
              <a:pPr>
                <a:lnSpc>
                  <a:spcPct val="80000"/>
                </a:lnSpc>
              </a:pPr>
              <a:t>12</a:t>
            </a:fld>
            <a:endParaRPr lang="en-US" sz="1200">
              <a:solidFill>
                <a:schemeClr val="accent1"/>
              </a:solidFill>
            </a:endParaRPr>
          </a:p>
        </p:txBody>
      </p:sp>
      <p:sp>
        <p:nvSpPr>
          <p:cNvPr id="38915" name="Vertical Text Placeholder 2"/>
          <p:cNvSpPr txBox="1">
            <a:spLocks/>
          </p:cNvSpPr>
          <p:nvPr/>
        </p:nvSpPr>
        <p:spPr bwMode="auto">
          <a:xfrm>
            <a:off x="207963" y="1068070"/>
            <a:ext cx="8702675" cy="2493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spcBef>
                <a:spcPts val="700"/>
              </a:spcBef>
              <a:buClr>
                <a:schemeClr val="accent2"/>
              </a:buClr>
              <a:buSzPct val="60000"/>
              <a:buFont typeface="Wingdings" pitchFamily="2" charset="2"/>
              <a:buNone/>
            </a:pPr>
            <a:r>
              <a:rPr lang="en-US" sz="2000" dirty="0"/>
              <a:t>Sometimes, it is helpful to draw a picture to display relations among several events. A picture that shows the sample space </a:t>
            </a:r>
            <a:r>
              <a:rPr lang="en-US" sz="2000" i="1" dirty="0"/>
              <a:t>S</a:t>
            </a:r>
            <a:r>
              <a:rPr lang="en-US" sz="2000" dirty="0"/>
              <a:t> as a rectangular area and events as areas within </a:t>
            </a:r>
            <a:r>
              <a:rPr lang="en-US" sz="2000" i="1" dirty="0"/>
              <a:t>S</a:t>
            </a:r>
            <a:r>
              <a:rPr lang="en-US" sz="2000" dirty="0"/>
              <a:t> is called a </a:t>
            </a:r>
            <a:r>
              <a:rPr lang="en-US" sz="2000" b="1" dirty="0"/>
              <a:t>Venn diagram.</a:t>
            </a:r>
            <a:r>
              <a:rPr lang="en-US" sz="2000" dirty="0"/>
              <a:t> </a:t>
            </a:r>
          </a:p>
        </p:txBody>
      </p:sp>
      <p:grpSp>
        <p:nvGrpSpPr>
          <p:cNvPr id="2" name="Group 8" descr="The venn diagram shows the sample space &quot;S&quot; as a rectangular area and events as areas within &quot;S&quot; with circular, oval or irregular shapes. It shows two disjoint events, A and B, given as separate shapes with no overlapping area."/>
          <p:cNvGrpSpPr>
            <a:grpSpLocks/>
          </p:cNvGrpSpPr>
          <p:nvPr/>
        </p:nvGrpSpPr>
        <p:grpSpPr bwMode="auto">
          <a:xfrm>
            <a:off x="329407" y="2774950"/>
            <a:ext cx="4040188" cy="3298825"/>
            <a:chOff x="191" y="1248"/>
            <a:chExt cx="2545" cy="2078"/>
          </a:xfrm>
        </p:grpSpPr>
        <p:pic>
          <p:nvPicPr>
            <p:cNvPr id="38920" name="Picture 4" descr="The venn diagram shows the sample space &quot;S&quot; as a rectangular area and events as areas within &quot;S&quot; with circular, oval or irregular shapes. It shows two disjoint events, A and B, given as separate shapes with no overlapping area."/>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91" y="1884"/>
              <a:ext cx="2545" cy="1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21" name="Text Box 6"/>
            <p:cNvSpPr txBox="1">
              <a:spLocks noChangeArrowheads="1"/>
            </p:cNvSpPr>
            <p:nvPr/>
          </p:nvSpPr>
          <p:spPr bwMode="auto">
            <a:xfrm>
              <a:off x="528" y="1248"/>
              <a:ext cx="187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ct val="50000"/>
                </a:spcBef>
              </a:pPr>
              <a:r>
                <a:rPr lang="en-US" sz="2000" dirty="0"/>
                <a:t>Two disjoint events:</a:t>
              </a:r>
            </a:p>
          </p:txBody>
        </p:sp>
      </p:grpSp>
      <p:grpSp>
        <p:nvGrpSpPr>
          <p:cNvPr id="3" name="Group 9" descr="The venn diagram shows the sample space &quot;S&quot; as a rectangular area and events as areas within &quot;S&quot; with circular, oval or irregular shapes. It shows two events, A and B, that are not disjoint. The event &quot;A&quot; and event &quot;B&quot; have an overlapping event &quot;A and B,&quot; which consists of the outcomes they have in common."/>
          <p:cNvGrpSpPr>
            <a:grpSpLocks/>
          </p:cNvGrpSpPr>
          <p:nvPr/>
        </p:nvGrpSpPr>
        <p:grpSpPr bwMode="auto">
          <a:xfrm>
            <a:off x="4491039" y="2646363"/>
            <a:ext cx="4419600" cy="3260725"/>
            <a:chOff x="2832" y="1167"/>
            <a:chExt cx="2784" cy="2054"/>
          </a:xfrm>
        </p:grpSpPr>
        <p:pic>
          <p:nvPicPr>
            <p:cNvPr id="38918" name="Picture 5" descr="The venn diagram shows the sample space &quot;S&quot; as a rectangular area and events as areas within &quot;S&quot; with circular, oval or irregular shapes. It shows two events, A and B, that are not disjoint. The event &quot;A&quot; and event &quot;B&quot; have an overlapping event &quot;A and B,&quot; which consists of the outcomes they have in common."/>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2832" y="1984"/>
              <a:ext cx="2784" cy="1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19" name="Text Box 7"/>
            <p:cNvSpPr txBox="1">
              <a:spLocks noChangeArrowheads="1"/>
            </p:cNvSpPr>
            <p:nvPr/>
          </p:nvSpPr>
          <p:spPr bwMode="auto">
            <a:xfrm>
              <a:off x="2832" y="1167"/>
              <a:ext cx="2688"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spcBef>
                  <a:spcPct val="50000"/>
                </a:spcBef>
              </a:pPr>
              <a:r>
                <a:rPr lang="en-US" sz="2000" dirty="0"/>
                <a:t>Two events that are not disjoint, and the event </a:t>
              </a:r>
              <a:r>
                <a:rPr lang="en-US" altLang="en-US" sz="2000" dirty="0"/>
                <a:t>“</a:t>
              </a:r>
              <a:r>
                <a:rPr lang="en-US" altLang="ja-JP" sz="2000" b="1" i="1" dirty="0"/>
                <a:t>A</a:t>
              </a:r>
              <a:r>
                <a:rPr lang="en-US" altLang="ja-JP" sz="2000" b="1" dirty="0"/>
                <a:t> and </a:t>
              </a:r>
              <a:r>
                <a:rPr lang="en-US" altLang="ja-JP" sz="2000" b="1" i="1" dirty="0"/>
                <a:t>B</a:t>
              </a:r>
              <a:r>
                <a:rPr lang="en-US" altLang="en-US" sz="2000" dirty="0"/>
                <a:t>”</a:t>
              </a:r>
              <a:r>
                <a:rPr lang="en-US" altLang="ja-JP" sz="2000" dirty="0"/>
                <a:t> consisting of the outcomes they have in common:</a:t>
              </a:r>
              <a:endParaRPr lang="en-US" sz="2000" dirty="0"/>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174625" y="154305"/>
            <a:ext cx="7772400" cy="1143000"/>
          </a:xfrm>
        </p:spPr>
        <p:txBody>
          <a:bodyPr/>
          <a:lstStyle/>
          <a:p>
            <a:pPr eaLnBrk="1" hangingPunct="1">
              <a:lnSpc>
                <a:spcPct val="90000"/>
              </a:lnSpc>
            </a:pPr>
            <a:r>
              <a:rPr lang="en-US" dirty="0">
                <a:ea typeface="ＭＳ Ｐゴシック" pitchFamily="34" charset="-128"/>
                <a:cs typeface="Arial" pitchFamily="34" charset="0"/>
              </a:rPr>
              <a:t>Assigning Probability: Finite Probability Models</a:t>
            </a:r>
            <a:endParaRPr lang="en-US" dirty="0">
              <a:solidFill>
                <a:srgbClr val="33CCFF"/>
              </a:solidFill>
              <a:ea typeface="ＭＳ Ｐゴシック" pitchFamily="34" charset="-128"/>
              <a:cs typeface="Arial" pitchFamily="34" charset="0"/>
            </a:endParaRPr>
          </a:p>
        </p:txBody>
      </p:sp>
      <p:sp>
        <p:nvSpPr>
          <p:cNvPr id="39937"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nSpc>
                <a:spcPct val="80000"/>
              </a:lnSpc>
            </a:pPr>
            <a:fld id="{303F1FB5-BB24-4DCD-B339-C1C929D5A7D8}" type="slidenum">
              <a:rPr lang="en-US" sz="1200">
                <a:solidFill>
                  <a:schemeClr val="accent1"/>
                </a:solidFill>
              </a:rPr>
              <a:pPr>
                <a:lnSpc>
                  <a:spcPct val="80000"/>
                </a:lnSpc>
              </a:pPr>
              <a:t>13</a:t>
            </a:fld>
            <a:endParaRPr lang="en-US" sz="1200">
              <a:solidFill>
                <a:schemeClr val="accent1"/>
              </a:solidFill>
            </a:endParaRPr>
          </a:p>
        </p:txBody>
      </p:sp>
      <p:sp>
        <p:nvSpPr>
          <p:cNvPr id="39939" name="TextBox 1"/>
          <p:cNvSpPr txBox="1">
            <a:spLocks noChangeArrowheads="1"/>
          </p:cNvSpPr>
          <p:nvPr/>
        </p:nvSpPr>
        <p:spPr bwMode="auto">
          <a:xfrm>
            <a:off x="174624" y="1627188"/>
            <a:ext cx="8588375" cy="1322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just" eaLnBrk="1" hangingPunct="1"/>
            <a:r>
              <a:rPr lang="en-US" sz="2000" dirty="0"/>
              <a:t>One way to assign probabilities to events is to assign a probability to every individual outcome and then add these probabilities to find the probability of any event. This idea works well when there are only a finite (fixed and limited) number of outcomes.</a:t>
            </a:r>
          </a:p>
        </p:txBody>
      </p:sp>
      <p:sp>
        <p:nvSpPr>
          <p:cNvPr id="30" name="TextBox 29"/>
          <p:cNvSpPr txBox="1">
            <a:spLocks noChangeArrowheads="1"/>
          </p:cNvSpPr>
          <p:nvPr/>
        </p:nvSpPr>
        <p:spPr bwMode="auto">
          <a:xfrm>
            <a:off x="315119" y="3279458"/>
            <a:ext cx="8447880" cy="2646878"/>
          </a:xfrm>
          <a:prstGeom prst="rect">
            <a:avLst/>
          </a:prstGeom>
          <a:solidFill>
            <a:srgbClr val="FFD780"/>
          </a:solidFill>
          <a:ln w="10000">
            <a:solidFill>
              <a:srgbClr val="D2DA7A"/>
            </a:solidFill>
            <a:miter lim="800000"/>
            <a:headEnd/>
            <a:tailEnd/>
          </a:ln>
          <a:effectLst>
            <a:outerShdw blurRad="38100" dist="30000" dir="5400000" rotWithShape="0">
              <a:srgbClr val="808080">
                <a:alpha val="45000"/>
              </a:srgbClr>
            </a:outerShdw>
          </a:effectLst>
        </p:spPr>
        <p:txBody>
          <a:bodyPr wrap="square">
            <a:spAutoFit/>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endParaRPr lang="en-US" sz="600" b="1" u="sng" dirty="0">
              <a:solidFill>
                <a:srgbClr val="E81F30"/>
              </a:solidFill>
            </a:endParaRPr>
          </a:p>
          <a:p>
            <a:pPr eaLnBrk="1" hangingPunct="1"/>
            <a:r>
              <a:rPr lang="en-US" sz="2000" dirty="0">
                <a:solidFill>
                  <a:srgbClr val="000000"/>
                </a:solidFill>
              </a:rPr>
              <a:t>A probability model with a finite sample space is called </a:t>
            </a:r>
            <a:r>
              <a:rPr lang="en-US" sz="2000" b="1" dirty="0">
                <a:solidFill>
                  <a:srgbClr val="C00000"/>
                </a:solidFill>
              </a:rPr>
              <a:t>finite</a:t>
            </a:r>
            <a:r>
              <a:rPr lang="en-US" sz="2000" dirty="0"/>
              <a:t>.</a:t>
            </a:r>
            <a:endParaRPr lang="en-US" sz="2000" b="1" dirty="0">
              <a:solidFill>
                <a:srgbClr val="76330A"/>
              </a:solidFill>
            </a:endParaRPr>
          </a:p>
          <a:p>
            <a:pPr eaLnBrk="1" hangingPunct="1"/>
            <a:endParaRPr lang="en-US" sz="2000" dirty="0">
              <a:solidFill>
                <a:srgbClr val="000000"/>
              </a:solidFill>
            </a:endParaRPr>
          </a:p>
          <a:p>
            <a:pPr algn="just" eaLnBrk="1" hangingPunct="1"/>
            <a:r>
              <a:rPr lang="en-US" sz="2000" dirty="0">
                <a:solidFill>
                  <a:srgbClr val="000000"/>
                </a:solidFill>
              </a:rPr>
              <a:t>To assign probabilities in a finite model, list the probabilities of all the individual outcomes. These probabilities must be numbers between 0 and 1 that add up to exactly 1. </a:t>
            </a:r>
          </a:p>
          <a:p>
            <a:pPr algn="just" eaLnBrk="1" hangingPunct="1"/>
            <a:endParaRPr lang="en-US" sz="2000" dirty="0">
              <a:solidFill>
                <a:srgbClr val="000000"/>
              </a:solidFill>
            </a:endParaRPr>
          </a:p>
          <a:p>
            <a:pPr algn="just" eaLnBrk="1" hangingPunct="1"/>
            <a:r>
              <a:rPr lang="en-US" sz="2000" dirty="0">
                <a:solidFill>
                  <a:srgbClr val="000000"/>
                </a:solidFill>
              </a:rPr>
              <a:t>The probability of an event is the sum of the probabilities of the outcomes making up the event.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10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174625" y="154305"/>
            <a:ext cx="7772400" cy="1143000"/>
          </a:xfrm>
        </p:spPr>
        <p:txBody>
          <a:bodyPr/>
          <a:lstStyle/>
          <a:p>
            <a:pPr eaLnBrk="1" hangingPunct="1">
              <a:lnSpc>
                <a:spcPct val="90000"/>
              </a:lnSpc>
            </a:pPr>
            <a:r>
              <a:rPr lang="en-US" dirty="0">
                <a:ea typeface="ＭＳ Ｐゴシック" pitchFamily="34" charset="-128"/>
                <a:cs typeface="Arial" pitchFamily="34" charset="0"/>
              </a:rPr>
              <a:t>Assigning Probability: Equally Likely Probabilities</a:t>
            </a:r>
            <a:endParaRPr lang="en-US" dirty="0">
              <a:solidFill>
                <a:srgbClr val="33CCFF"/>
              </a:solidFill>
              <a:ea typeface="ＭＳ Ｐゴシック" pitchFamily="34" charset="-128"/>
              <a:cs typeface="Arial" pitchFamily="34" charset="0"/>
            </a:endParaRPr>
          </a:p>
        </p:txBody>
      </p:sp>
      <p:sp>
        <p:nvSpPr>
          <p:cNvPr id="40961"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nSpc>
                <a:spcPct val="80000"/>
              </a:lnSpc>
            </a:pPr>
            <a:fld id="{2F7FECBD-33DA-4110-859C-1635F046980A}" type="slidenum">
              <a:rPr lang="en-US" sz="1200">
                <a:solidFill>
                  <a:schemeClr val="accent1"/>
                </a:solidFill>
              </a:rPr>
              <a:pPr>
                <a:lnSpc>
                  <a:spcPct val="80000"/>
                </a:lnSpc>
              </a:pPr>
              <a:t>14</a:t>
            </a:fld>
            <a:endParaRPr lang="en-US" sz="1200">
              <a:solidFill>
                <a:schemeClr val="accent1"/>
              </a:solidFill>
            </a:endParaRPr>
          </a:p>
        </p:txBody>
      </p:sp>
      <p:sp>
        <p:nvSpPr>
          <p:cNvPr id="40963" name="TextBox 1"/>
          <p:cNvSpPr txBox="1">
            <a:spLocks noChangeArrowheads="1"/>
          </p:cNvSpPr>
          <p:nvPr/>
        </p:nvSpPr>
        <p:spPr bwMode="auto">
          <a:xfrm>
            <a:off x="182562" y="1649413"/>
            <a:ext cx="8580437"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just" eaLnBrk="1" hangingPunct="1"/>
            <a:r>
              <a:rPr lang="en-US" sz="2000" dirty="0"/>
              <a:t>In some circumstances, we are willing to assume that individual outcomes are equally likely because of some balance in the phenomenon, such as dice or coins.</a:t>
            </a:r>
          </a:p>
        </p:txBody>
      </p:sp>
      <p:sp>
        <p:nvSpPr>
          <p:cNvPr id="30" name="TextBox 29"/>
          <p:cNvSpPr txBox="1">
            <a:spLocks noChangeArrowheads="1"/>
          </p:cNvSpPr>
          <p:nvPr/>
        </p:nvSpPr>
        <p:spPr bwMode="auto">
          <a:xfrm>
            <a:off x="765175" y="2924175"/>
            <a:ext cx="7491413" cy="3262313"/>
          </a:xfrm>
          <a:prstGeom prst="rect">
            <a:avLst/>
          </a:prstGeom>
          <a:solidFill>
            <a:srgbClr val="FFD780"/>
          </a:solidFill>
          <a:ln w="10000">
            <a:solidFill>
              <a:srgbClr val="D2DA7A"/>
            </a:solidFill>
            <a:miter lim="800000"/>
            <a:headEnd/>
            <a:tailEnd/>
          </a:ln>
          <a:effectLst>
            <a:outerShdw blurRad="38100" dist="30000" dir="5400000" rotWithShape="0">
              <a:srgbClr val="808080">
                <a:alpha val="45000"/>
              </a:srgbClr>
            </a:outerShdw>
          </a:effectLst>
        </p:spPr>
        <p:txBody>
          <a:bodyPr>
            <a:spAutoFit/>
          </a:bodyPr>
          <a:lstStyle>
            <a:lvl1pPr>
              <a:defRPr>
                <a:solidFill>
                  <a:schemeClr val="tx1"/>
                </a:solidFill>
                <a:latin typeface="Arial" charset="0"/>
                <a:ea typeface="ＭＳ Ｐゴシック" charset="0"/>
                <a:cs typeface="ＭＳ Ｐゴシック" charset="0"/>
              </a:defRPr>
            </a:lvl1pPr>
            <a:lvl2pPr marL="742950" indent="-285750">
              <a:defRPr>
                <a:solidFill>
                  <a:schemeClr val="tx1"/>
                </a:solidFill>
                <a:latin typeface="Arial" charset="0"/>
                <a:ea typeface="ＭＳ Ｐゴシック" charset="0"/>
              </a:defRPr>
            </a:lvl2pPr>
            <a:lvl3pPr marL="1143000" indent="-228600">
              <a:defRPr>
                <a:solidFill>
                  <a:schemeClr val="tx1"/>
                </a:solidFill>
                <a:latin typeface="Arial" charset="0"/>
                <a:ea typeface="ＭＳ Ｐゴシック" charset="0"/>
              </a:defRPr>
            </a:lvl3pPr>
            <a:lvl4pPr marL="1600200" indent="-228600">
              <a:defRPr>
                <a:solidFill>
                  <a:schemeClr val="tx1"/>
                </a:solidFill>
                <a:latin typeface="Arial" charset="0"/>
                <a:ea typeface="ＭＳ Ｐゴシック" charset="0"/>
              </a:defRPr>
            </a:lvl4pPr>
            <a:lvl5pPr marL="2057400" indent="-22860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defRPr/>
            </a:pPr>
            <a:endParaRPr lang="en-US" sz="600" b="1" u="sng" dirty="0">
              <a:solidFill>
                <a:srgbClr val="E81F30"/>
              </a:solidFill>
            </a:endParaRPr>
          </a:p>
          <a:p>
            <a:pPr algn="ctr" eaLnBrk="1" hangingPunct="1">
              <a:defRPr/>
            </a:pPr>
            <a:r>
              <a:rPr lang="en-US" sz="2000" b="1" dirty="0"/>
              <a:t>Equally Likely Outcomes</a:t>
            </a:r>
          </a:p>
          <a:p>
            <a:pPr eaLnBrk="1" hangingPunct="1">
              <a:defRPr/>
            </a:pPr>
            <a:endParaRPr lang="en-US" sz="2000" dirty="0">
              <a:solidFill>
                <a:srgbClr val="000000"/>
              </a:solidFill>
            </a:endParaRPr>
          </a:p>
          <a:p>
            <a:pPr eaLnBrk="1" hangingPunct="1">
              <a:defRPr/>
            </a:pPr>
            <a:r>
              <a:rPr lang="en-US" sz="2000" dirty="0">
                <a:solidFill>
                  <a:srgbClr val="000000"/>
                </a:solidFill>
              </a:rPr>
              <a:t>If a random phenomenon has </a:t>
            </a:r>
            <a:r>
              <a:rPr lang="en-US" sz="2000" i="1" dirty="0">
                <a:solidFill>
                  <a:srgbClr val="000000"/>
                </a:solidFill>
              </a:rPr>
              <a:t>k</a:t>
            </a:r>
            <a:r>
              <a:rPr lang="en-US" sz="2000" dirty="0">
                <a:solidFill>
                  <a:srgbClr val="000000"/>
                </a:solidFill>
              </a:rPr>
              <a:t> outcomes, all equally likely, then each individual outcome has probability 1/</a:t>
            </a:r>
            <a:r>
              <a:rPr lang="en-US" sz="2000" i="1" dirty="0">
                <a:solidFill>
                  <a:srgbClr val="000000"/>
                </a:solidFill>
              </a:rPr>
              <a:t>k</a:t>
            </a:r>
            <a:r>
              <a:rPr lang="en-US" sz="2000" dirty="0">
                <a:solidFill>
                  <a:srgbClr val="000000"/>
                </a:solidFill>
              </a:rPr>
              <a:t>. The probability of any event </a:t>
            </a:r>
            <a:r>
              <a:rPr lang="en-US" sz="2000" i="1" dirty="0">
                <a:solidFill>
                  <a:srgbClr val="000000"/>
                </a:solidFill>
              </a:rPr>
              <a:t>A</a:t>
            </a:r>
            <a:r>
              <a:rPr lang="en-US" sz="2000" dirty="0">
                <a:solidFill>
                  <a:srgbClr val="000000"/>
                </a:solidFill>
              </a:rPr>
              <a:t> is</a:t>
            </a:r>
          </a:p>
          <a:p>
            <a:pPr eaLnBrk="1" hangingPunct="1">
              <a:defRPr/>
            </a:pPr>
            <a:endParaRPr lang="en-US" sz="2000" i="1" dirty="0">
              <a:solidFill>
                <a:srgbClr val="000000"/>
              </a:solidFill>
            </a:endParaRPr>
          </a:p>
          <a:p>
            <a:pPr eaLnBrk="1" hangingPunct="1">
              <a:defRPr/>
            </a:pPr>
            <a:endParaRPr lang="en-US" sz="2000" i="1" dirty="0">
              <a:solidFill>
                <a:srgbClr val="000000"/>
              </a:solidFill>
            </a:endParaRPr>
          </a:p>
          <a:p>
            <a:pPr eaLnBrk="1" hangingPunct="1">
              <a:defRPr/>
            </a:pPr>
            <a:endParaRPr lang="en-US" sz="2000" i="1" dirty="0">
              <a:solidFill>
                <a:srgbClr val="000000"/>
              </a:solidFill>
            </a:endParaRPr>
          </a:p>
          <a:p>
            <a:pPr eaLnBrk="1" hangingPunct="1">
              <a:defRPr/>
            </a:pPr>
            <a:endParaRPr lang="en-US" sz="2000" i="1" dirty="0">
              <a:solidFill>
                <a:srgbClr val="000000"/>
              </a:solidFill>
            </a:endParaRPr>
          </a:p>
          <a:p>
            <a:pPr eaLnBrk="1" hangingPunct="1">
              <a:defRPr/>
            </a:pPr>
            <a:endParaRPr lang="en-US" sz="2000" i="1" dirty="0">
              <a:solidFill>
                <a:srgbClr val="000000"/>
              </a:solidFill>
            </a:endParaRPr>
          </a:p>
        </p:txBody>
      </p:sp>
      <p:graphicFrame>
        <p:nvGraphicFramePr>
          <p:cNvPr id="2" name="Object 1"/>
          <p:cNvGraphicFramePr>
            <a:graphicFrameLocks noChangeAspect="1"/>
          </p:cNvGraphicFramePr>
          <p:nvPr>
            <p:extLst>
              <p:ext uri="{D42A27DB-BD31-4B8C-83A1-F6EECF244321}">
                <p14:modId xmlns:p14="http://schemas.microsoft.com/office/powerpoint/2010/main" val="2086094923"/>
              </p:ext>
            </p:extLst>
          </p:nvPr>
        </p:nvGraphicFramePr>
        <p:xfrm>
          <a:off x="2782611" y="4610501"/>
          <a:ext cx="3373565" cy="1349426"/>
        </p:xfrm>
        <a:graphic>
          <a:graphicData uri="http://schemas.openxmlformats.org/presentationml/2006/ole">
            <mc:AlternateContent xmlns:mc="http://schemas.openxmlformats.org/markup-compatibility/2006">
              <mc:Choice xmlns:v="urn:schemas-microsoft-com:vml" Requires="v">
                <p:oleObj spid="_x0000_s41103" name="Equation" r:id="rId3" imgW="2031840" imgH="812520" progId="Equation.DSMT4">
                  <p:embed/>
                </p:oleObj>
              </mc:Choice>
              <mc:Fallback>
                <p:oleObj name="Equation" r:id="rId3" imgW="2031840" imgH="812520" progId="Equation.DSMT4">
                  <p:embed/>
                  <p:pic>
                    <p:nvPicPr>
                      <p:cNvPr id="0" name=""/>
                      <p:cNvPicPr/>
                      <p:nvPr/>
                    </p:nvPicPr>
                    <p:blipFill>
                      <a:blip r:embed="rId4"/>
                      <a:stretch>
                        <a:fillRect/>
                      </a:stretch>
                    </p:blipFill>
                    <p:spPr>
                      <a:xfrm>
                        <a:off x="2782611" y="4610501"/>
                        <a:ext cx="3373565" cy="1349426"/>
                      </a:xfrm>
                      <a:prstGeom prst="rect">
                        <a:avLst/>
                      </a:prstGeom>
                    </p:spPr>
                  </p:pic>
                </p:oleObj>
              </mc:Fallback>
            </mc:AlternateContent>
          </a:graphicData>
        </a:graphic>
      </p:graphicFrame>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10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174625" y="154305"/>
            <a:ext cx="7772400" cy="1143000"/>
          </a:xfrm>
        </p:spPr>
        <p:txBody>
          <a:bodyPr/>
          <a:lstStyle/>
          <a:p>
            <a:pPr eaLnBrk="1" hangingPunct="1"/>
            <a:r>
              <a:rPr lang="en-US" dirty="0">
                <a:ea typeface="ＭＳ Ｐゴシック" pitchFamily="34" charset="-128"/>
                <a:cs typeface="Arial" pitchFamily="34" charset="0"/>
              </a:rPr>
              <a:t>Independence and the Multiplication Rule</a:t>
            </a:r>
          </a:p>
        </p:txBody>
      </p:sp>
      <p:sp>
        <p:nvSpPr>
          <p:cNvPr id="41985"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nSpc>
                <a:spcPct val="80000"/>
              </a:lnSpc>
            </a:pPr>
            <a:fld id="{E51C02CC-82E4-40CC-99B7-BB5381CDA2E1}" type="slidenum">
              <a:rPr lang="en-US" sz="1200">
                <a:solidFill>
                  <a:schemeClr val="accent1"/>
                </a:solidFill>
              </a:rPr>
              <a:pPr>
                <a:lnSpc>
                  <a:spcPct val="80000"/>
                </a:lnSpc>
              </a:pPr>
              <a:t>15</a:t>
            </a:fld>
            <a:endParaRPr lang="en-US" sz="1200">
              <a:solidFill>
                <a:schemeClr val="accent1"/>
              </a:solidFill>
            </a:endParaRPr>
          </a:p>
        </p:txBody>
      </p:sp>
      <p:sp>
        <p:nvSpPr>
          <p:cNvPr id="41987" name="Vertical Text Placeholder 2"/>
          <p:cNvSpPr txBox="1">
            <a:spLocks/>
          </p:cNvSpPr>
          <p:nvPr/>
        </p:nvSpPr>
        <p:spPr bwMode="auto">
          <a:xfrm>
            <a:off x="178593" y="1802250"/>
            <a:ext cx="8460909" cy="1055733"/>
          </a:xfrm>
          <a:prstGeom prst="rect">
            <a:avLst/>
          </a:prstGeom>
          <a:solidFill>
            <a:srgbClr val="FFD780"/>
          </a:solidFill>
          <a:ln>
            <a:noFill/>
          </a:ln>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just">
              <a:buFont typeface="Monotype Sorts" charset="2"/>
              <a:buNone/>
            </a:pPr>
            <a:r>
              <a:rPr lang="en-US" sz="2000" dirty="0"/>
              <a:t>If two events </a:t>
            </a:r>
            <a:r>
              <a:rPr lang="en-US" sz="2000" i="1" dirty="0"/>
              <a:t>A</a:t>
            </a:r>
            <a:r>
              <a:rPr lang="en-US" sz="2000" dirty="0"/>
              <a:t> and </a:t>
            </a:r>
            <a:r>
              <a:rPr lang="en-US" sz="2000" i="1" dirty="0"/>
              <a:t>B</a:t>
            </a:r>
            <a:r>
              <a:rPr lang="en-US" sz="2000" dirty="0"/>
              <a:t> do not influence each other, and if knowledge about one does not change the probability of the other, the events are said to be </a:t>
            </a:r>
            <a:r>
              <a:rPr lang="en-US" sz="2000" b="1" dirty="0"/>
              <a:t>independent</a:t>
            </a:r>
            <a:r>
              <a:rPr lang="en-US" sz="2000" dirty="0"/>
              <a:t> of each other.</a:t>
            </a:r>
          </a:p>
        </p:txBody>
      </p:sp>
      <p:sp>
        <p:nvSpPr>
          <p:cNvPr id="26" name="TextBox 25"/>
          <p:cNvSpPr txBox="1">
            <a:spLocks noChangeArrowheads="1"/>
          </p:cNvSpPr>
          <p:nvPr/>
        </p:nvSpPr>
        <p:spPr bwMode="auto">
          <a:xfrm>
            <a:off x="299244" y="3362928"/>
            <a:ext cx="8340258" cy="1938992"/>
          </a:xfrm>
          <a:prstGeom prst="rect">
            <a:avLst/>
          </a:prstGeom>
          <a:solidFill>
            <a:srgbClr val="FFD780"/>
          </a:solidFill>
          <a:ln w="10000">
            <a:solidFill>
              <a:srgbClr val="D2DA7A"/>
            </a:solidFill>
            <a:miter lim="800000"/>
            <a:headEnd/>
            <a:tailEnd/>
          </a:ln>
          <a:effectLst>
            <a:outerShdw blurRad="38100" dist="30000" dir="5400000" rotWithShape="0">
              <a:srgbClr val="808080">
                <a:alpha val="45000"/>
              </a:srgbClr>
            </a:outerShdw>
          </a:effectLst>
        </p:spPr>
        <p:txBody>
          <a:bodyPr wrap="square">
            <a:spAutoFit/>
          </a:bodyPr>
          <a:lstStyle/>
          <a:p>
            <a:pPr>
              <a:buFont typeface="Monotype Sorts" pitchFamily="-65" charset="2"/>
              <a:buNone/>
              <a:defRPr/>
            </a:pPr>
            <a:r>
              <a:rPr lang="en-US" sz="2000" b="1" dirty="0">
                <a:latin typeface="Arial" pitchFamily="-65" charset="0"/>
                <a:ea typeface="ＭＳ Ｐゴシック" pitchFamily="-65" charset="-128"/>
                <a:cs typeface="ＭＳ Ｐゴシック" pitchFamily="-65" charset="-128"/>
              </a:rPr>
              <a:t>Rule 5: Multiplication Rule for Independent Events</a:t>
            </a:r>
          </a:p>
          <a:p>
            <a:pPr>
              <a:buFont typeface="Monotype Sorts" pitchFamily="-65" charset="2"/>
              <a:buNone/>
              <a:defRPr/>
            </a:pPr>
            <a:endParaRPr lang="en-US" sz="2000" b="1" dirty="0">
              <a:solidFill>
                <a:srgbClr val="800000"/>
              </a:solidFill>
              <a:latin typeface="Arial" pitchFamily="-65" charset="0"/>
              <a:ea typeface="ＭＳ Ｐゴシック" pitchFamily="-65" charset="-128"/>
              <a:cs typeface="ＭＳ Ｐゴシック" pitchFamily="-65" charset="-128"/>
            </a:endParaRPr>
          </a:p>
          <a:p>
            <a:pPr algn="just">
              <a:buFont typeface="Monotype Sorts" pitchFamily="-65" charset="2"/>
              <a:buNone/>
              <a:defRPr/>
            </a:pPr>
            <a:r>
              <a:rPr lang="en-US" sz="2000" dirty="0">
                <a:solidFill>
                  <a:srgbClr val="000000"/>
                </a:solidFill>
                <a:latin typeface="Arial" pitchFamily="-65" charset="0"/>
                <a:ea typeface="ＭＳ Ｐゴシック" pitchFamily="-65" charset="-128"/>
                <a:cs typeface="ＭＳ Ｐゴシック" pitchFamily="-65" charset="-128"/>
              </a:rPr>
              <a:t>Two events </a:t>
            </a:r>
            <a:r>
              <a:rPr lang="en-US" sz="2000" i="1" dirty="0">
                <a:solidFill>
                  <a:srgbClr val="000000"/>
                </a:solidFill>
                <a:latin typeface="Arial" pitchFamily="-65" charset="0"/>
                <a:ea typeface="ＭＳ Ｐゴシック" pitchFamily="-65" charset="-128"/>
                <a:cs typeface="ＭＳ Ｐゴシック" pitchFamily="-65" charset="-128"/>
              </a:rPr>
              <a:t>A</a:t>
            </a:r>
            <a:r>
              <a:rPr lang="en-US" sz="2000" dirty="0">
                <a:solidFill>
                  <a:srgbClr val="000000"/>
                </a:solidFill>
                <a:latin typeface="Arial" pitchFamily="-65" charset="0"/>
                <a:ea typeface="ＭＳ Ｐゴシック" pitchFamily="-65" charset="-128"/>
                <a:cs typeface="ＭＳ Ｐゴシック" pitchFamily="-65" charset="-128"/>
              </a:rPr>
              <a:t> and </a:t>
            </a:r>
            <a:r>
              <a:rPr lang="en-US" sz="2000" i="1" dirty="0">
                <a:solidFill>
                  <a:srgbClr val="000000"/>
                </a:solidFill>
                <a:latin typeface="Arial" pitchFamily="-65" charset="0"/>
                <a:ea typeface="ＭＳ Ｐゴシック" pitchFamily="-65" charset="-128"/>
                <a:cs typeface="ＭＳ Ｐゴシック" pitchFamily="-65" charset="-128"/>
              </a:rPr>
              <a:t>B</a:t>
            </a:r>
            <a:r>
              <a:rPr lang="en-US" sz="2000" dirty="0">
                <a:solidFill>
                  <a:srgbClr val="000000"/>
                </a:solidFill>
                <a:latin typeface="Arial" pitchFamily="-65" charset="0"/>
                <a:ea typeface="ＭＳ Ｐゴシック" pitchFamily="-65" charset="-128"/>
                <a:cs typeface="ＭＳ Ｐゴシック" pitchFamily="-65" charset="-128"/>
              </a:rPr>
              <a:t> a</a:t>
            </a:r>
            <a:r>
              <a:rPr lang="en-US" sz="2000" dirty="0">
                <a:latin typeface="Arial" pitchFamily="-65" charset="0"/>
                <a:ea typeface="ＭＳ Ｐゴシック" pitchFamily="-65" charset="-128"/>
                <a:cs typeface="ＭＳ Ｐゴシック" pitchFamily="-65" charset="-128"/>
              </a:rPr>
              <a:t>re </a:t>
            </a:r>
            <a:r>
              <a:rPr lang="en-US" sz="2000" b="1" dirty="0">
                <a:latin typeface="Arial" pitchFamily="-65" charset="0"/>
                <a:ea typeface="ＭＳ Ｐゴシック" pitchFamily="-65" charset="-128"/>
                <a:cs typeface="ＭＳ Ｐゴシック" pitchFamily="-65" charset="-128"/>
              </a:rPr>
              <a:t>independent</a:t>
            </a:r>
            <a:r>
              <a:rPr lang="en-US" sz="2000" dirty="0">
                <a:latin typeface="Arial" pitchFamily="-65" charset="0"/>
                <a:ea typeface="ＭＳ Ｐゴシック" pitchFamily="-65" charset="-128"/>
                <a:cs typeface="ＭＳ Ｐゴシック" pitchFamily="-65" charset="-128"/>
              </a:rPr>
              <a:t> if knowing that one does not change the probability that the other occurs. If </a:t>
            </a:r>
            <a:r>
              <a:rPr lang="en-US" sz="2000" i="1" dirty="0">
                <a:latin typeface="Arial" pitchFamily="-65" charset="0"/>
                <a:ea typeface="ＭＳ Ｐゴシック" pitchFamily="-65" charset="-128"/>
                <a:cs typeface="ＭＳ Ｐゴシック" pitchFamily="-65" charset="-128"/>
              </a:rPr>
              <a:t>A</a:t>
            </a:r>
            <a:r>
              <a:rPr lang="en-US" sz="2000" dirty="0">
                <a:latin typeface="Arial" pitchFamily="-65" charset="0"/>
                <a:ea typeface="ＭＳ Ｐゴシック" pitchFamily="-65" charset="-128"/>
                <a:cs typeface="ＭＳ Ｐゴシック" pitchFamily="-65" charset="-128"/>
              </a:rPr>
              <a:t> and </a:t>
            </a:r>
            <a:r>
              <a:rPr lang="en-US" sz="2000" i="1" dirty="0">
                <a:latin typeface="Arial" pitchFamily="-65" charset="0"/>
                <a:ea typeface="ＭＳ Ｐゴシック" pitchFamily="-65" charset="-128"/>
                <a:cs typeface="ＭＳ Ｐゴシック" pitchFamily="-65" charset="-128"/>
              </a:rPr>
              <a:t>B</a:t>
            </a:r>
            <a:r>
              <a:rPr lang="en-US" sz="2000" dirty="0">
                <a:latin typeface="Arial" pitchFamily="-65" charset="0"/>
                <a:ea typeface="ＭＳ Ｐゴシック" pitchFamily="-65" charset="-128"/>
                <a:cs typeface="ＭＳ Ｐゴシック" pitchFamily="-65" charset="-128"/>
              </a:rPr>
              <a:t> are independent, then</a:t>
            </a:r>
          </a:p>
          <a:p>
            <a:pPr algn="ctr">
              <a:buFont typeface="Monotype Sorts" pitchFamily="-65" charset="2"/>
              <a:buNone/>
              <a:defRPr/>
            </a:pPr>
            <a:r>
              <a:rPr lang="en-US" sz="2000" b="1" i="1" dirty="0">
                <a:latin typeface="Arial" pitchFamily="-65" charset="0"/>
                <a:ea typeface="ＭＳ Ｐゴシック" pitchFamily="-65" charset="-128"/>
                <a:cs typeface="ＭＳ Ｐゴシック" pitchFamily="-65" charset="-128"/>
              </a:rPr>
              <a:t>P</a:t>
            </a:r>
            <a:r>
              <a:rPr lang="en-US" sz="2000" b="1" dirty="0">
                <a:latin typeface="Arial" pitchFamily="-65" charset="0"/>
                <a:ea typeface="ＭＳ Ｐゴシック" pitchFamily="-65" charset="-128"/>
                <a:cs typeface="ＭＳ Ｐゴシック" pitchFamily="-65" charset="-128"/>
              </a:rPr>
              <a:t>(</a:t>
            </a:r>
            <a:r>
              <a:rPr lang="en-US" sz="2000" b="1" i="1" dirty="0">
                <a:latin typeface="Arial" pitchFamily="-65" charset="0"/>
                <a:ea typeface="ＭＳ Ｐゴシック" pitchFamily="-65" charset="-128"/>
                <a:cs typeface="ＭＳ Ｐゴシック" pitchFamily="-65" charset="-128"/>
              </a:rPr>
              <a:t>A</a:t>
            </a:r>
            <a:r>
              <a:rPr lang="en-US" sz="2000" b="1" dirty="0">
                <a:latin typeface="Arial" pitchFamily="-65" charset="0"/>
                <a:ea typeface="ＭＳ Ｐゴシック" pitchFamily="-65" charset="-128"/>
                <a:cs typeface="ＭＳ Ｐゴシック" pitchFamily="-65" charset="-128"/>
              </a:rPr>
              <a:t> and </a:t>
            </a:r>
            <a:r>
              <a:rPr lang="en-US" sz="2000" b="1" i="1" dirty="0">
                <a:latin typeface="Arial" pitchFamily="-65" charset="0"/>
                <a:ea typeface="ＭＳ Ｐゴシック" pitchFamily="-65" charset="-128"/>
                <a:cs typeface="ＭＳ Ｐゴシック" pitchFamily="-65" charset="-128"/>
              </a:rPr>
              <a:t>B</a:t>
            </a:r>
            <a:r>
              <a:rPr lang="en-US" sz="2000" b="1" dirty="0">
                <a:latin typeface="Arial" pitchFamily="-65" charset="0"/>
                <a:ea typeface="ＭＳ Ｐゴシック" pitchFamily="-65" charset="-128"/>
                <a:cs typeface="ＭＳ Ｐゴシック" pitchFamily="-65" charset="-128"/>
              </a:rPr>
              <a:t>) = </a:t>
            </a:r>
            <a:r>
              <a:rPr lang="en-US" sz="2000" b="1" i="1" dirty="0">
                <a:latin typeface="Arial" pitchFamily="-65" charset="0"/>
                <a:ea typeface="ＭＳ Ｐゴシック" pitchFamily="-65" charset="-128"/>
                <a:cs typeface="ＭＳ Ｐゴシック" pitchFamily="-65" charset="-128"/>
              </a:rPr>
              <a:t>P</a:t>
            </a:r>
            <a:r>
              <a:rPr lang="en-US" sz="2000" b="1" dirty="0">
                <a:latin typeface="Arial" pitchFamily="-65" charset="0"/>
                <a:ea typeface="ＭＳ Ｐゴシック" pitchFamily="-65" charset="-128"/>
                <a:cs typeface="ＭＳ Ｐゴシック" pitchFamily="-65" charset="-128"/>
              </a:rPr>
              <a:t>(</a:t>
            </a:r>
            <a:r>
              <a:rPr lang="en-US" sz="2000" b="1" i="1" dirty="0">
                <a:latin typeface="Arial" pitchFamily="-65" charset="0"/>
                <a:ea typeface="ＭＳ Ｐゴシック" pitchFamily="-65" charset="-128"/>
                <a:cs typeface="ＭＳ Ｐゴシック" pitchFamily="-65" charset="-128"/>
              </a:rPr>
              <a:t>A</a:t>
            </a:r>
            <a:r>
              <a:rPr lang="en-US" sz="2000" b="1" dirty="0">
                <a:latin typeface="Arial" pitchFamily="-65" charset="0"/>
                <a:ea typeface="ＭＳ Ｐゴシック" pitchFamily="-65" charset="-128"/>
                <a:cs typeface="ＭＳ Ｐゴシック" pitchFamily="-65" charset="-128"/>
              </a:rPr>
              <a:t>) </a:t>
            </a:r>
            <a:r>
              <a:rPr lang="en-US" sz="2000" b="1" dirty="0" err="1">
                <a:latin typeface="Arial" pitchFamily="-65" charset="0"/>
                <a:ea typeface="ＭＳ Ｐゴシック" pitchFamily="-65" charset="-128"/>
                <a:cs typeface="ＭＳ Ｐゴシック" pitchFamily="-65" charset="-128"/>
                <a:sym typeface="Symbol" pitchFamily="-65" charset="2"/>
              </a:rPr>
              <a:t></a:t>
            </a:r>
            <a:r>
              <a:rPr lang="en-US" sz="2000" b="1" dirty="0">
                <a:latin typeface="Arial" pitchFamily="-65" charset="0"/>
                <a:ea typeface="ＭＳ Ｐゴシック" pitchFamily="-65" charset="-128"/>
                <a:cs typeface="ＭＳ Ｐゴシック" pitchFamily="-65" charset="-128"/>
                <a:sym typeface="Symbol" pitchFamily="-65" charset="2"/>
              </a:rPr>
              <a:t> </a:t>
            </a:r>
            <a:r>
              <a:rPr lang="en-US" sz="2000" b="1" i="1" dirty="0">
                <a:latin typeface="Arial" pitchFamily="-65" charset="0"/>
                <a:ea typeface="ＭＳ Ｐゴシック" pitchFamily="-65" charset="-128"/>
                <a:cs typeface="ＭＳ Ｐゴシック" pitchFamily="-65" charset="-128"/>
              </a:rPr>
              <a:t>P</a:t>
            </a:r>
            <a:r>
              <a:rPr lang="en-US" sz="2000" b="1" dirty="0">
                <a:latin typeface="Arial" pitchFamily="-65" charset="0"/>
                <a:ea typeface="ＭＳ Ｐゴシック" pitchFamily="-65" charset="-128"/>
                <a:cs typeface="ＭＳ Ｐゴシック" pitchFamily="-65" charset="-128"/>
              </a:rPr>
              <a:t>(</a:t>
            </a:r>
            <a:r>
              <a:rPr lang="en-US" sz="2000" b="1" i="1" dirty="0">
                <a:latin typeface="Arial" pitchFamily="-65" charset="0"/>
                <a:ea typeface="ＭＳ Ｐゴシック" pitchFamily="-65" charset="-128"/>
                <a:cs typeface="ＭＳ Ｐゴシック" pitchFamily="-65" charset="-128"/>
              </a:rPr>
              <a:t>B</a:t>
            </a:r>
            <a:r>
              <a:rPr lang="en-US" sz="2000" b="1" dirty="0">
                <a:latin typeface="Arial" pitchFamily="-65" charset="0"/>
                <a:ea typeface="ＭＳ Ｐゴシック" pitchFamily="-65" charset="-128"/>
                <a:cs typeface="ＭＳ Ｐゴシック" pitchFamily="-65" charset="-128"/>
              </a:rPr>
              <a: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6">
                                            <p:bg/>
                                          </p:spTgt>
                                        </p:tgtEl>
                                        <p:attrNameLst>
                                          <p:attrName>style.visibility</p:attrName>
                                        </p:attrNameLst>
                                      </p:cBhvr>
                                      <p:to>
                                        <p:strVal val="visible"/>
                                      </p:to>
                                    </p:set>
                                    <p:animEffect transition="in" filter="dissolve">
                                      <p:cBhvr>
                                        <p:cTn id="7" dur="500"/>
                                        <p:tgtEl>
                                          <p:spTgt spid="26">
                                            <p:bg/>
                                          </p:spTgt>
                                        </p:tgtEl>
                                      </p:cBhvr>
                                    </p:animEffect>
                                  </p:childTnLst>
                                </p:cTn>
                              </p:par>
                            </p:childTnLst>
                          </p:cTn>
                        </p:par>
                        <p:par>
                          <p:cTn id="8" fill="hold" nodeType="afterGroup">
                            <p:stCondLst>
                              <p:cond delay="500"/>
                            </p:stCondLst>
                            <p:childTnLst>
                              <p:par>
                                <p:cTn id="9" presetID="10" presetClass="entr" presetSubtype="0" fill="hold" nodeType="afterEffect">
                                  <p:stCondLst>
                                    <p:cond delay="0"/>
                                  </p:stCondLst>
                                  <p:childTnLst>
                                    <p:set>
                                      <p:cBhvr>
                                        <p:cTn id="10" dur="1" fill="hold">
                                          <p:stCondLst>
                                            <p:cond delay="0"/>
                                          </p:stCondLst>
                                        </p:cTn>
                                        <p:tgtEl>
                                          <p:spTgt spid="26">
                                            <p:txEl>
                                              <p:pRg st="0" end="0"/>
                                            </p:txEl>
                                          </p:spTgt>
                                        </p:tgtEl>
                                        <p:attrNameLst>
                                          <p:attrName>style.visibility</p:attrName>
                                        </p:attrNameLst>
                                      </p:cBhvr>
                                      <p:to>
                                        <p:strVal val="visible"/>
                                      </p:to>
                                    </p:set>
                                    <p:animEffect transition="in" filter="fade">
                                      <p:cBhvr>
                                        <p:cTn id="11" dur="500"/>
                                        <p:tgtEl>
                                          <p:spTgt spid="26">
                                            <p:txEl>
                                              <p:pRg st="0" end="0"/>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0" presetClass="entr" presetSubtype="0" fill="hold" nodeType="clickEffect">
                                  <p:stCondLst>
                                    <p:cond delay="0"/>
                                  </p:stCondLst>
                                  <p:childTnLst>
                                    <p:set>
                                      <p:cBhvr>
                                        <p:cTn id="15" dur="1" fill="hold">
                                          <p:stCondLst>
                                            <p:cond delay="0"/>
                                          </p:stCondLst>
                                        </p:cTn>
                                        <p:tgtEl>
                                          <p:spTgt spid="26">
                                            <p:txEl>
                                              <p:pRg st="2" end="2"/>
                                            </p:txEl>
                                          </p:spTgt>
                                        </p:tgtEl>
                                        <p:attrNameLst>
                                          <p:attrName>style.visibility</p:attrName>
                                        </p:attrNameLst>
                                      </p:cBhvr>
                                      <p:to>
                                        <p:strVal val="visible"/>
                                      </p:to>
                                    </p:set>
                                    <p:animEffect transition="in" filter="fade">
                                      <p:cBhvr>
                                        <p:cTn id="16" dur="500"/>
                                        <p:tgtEl>
                                          <p:spTgt spid="26">
                                            <p:txEl>
                                              <p:pRg st="2" end="2"/>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26">
                                            <p:txEl>
                                              <p:pRg st="3" end="3"/>
                                            </p:txEl>
                                          </p:spTgt>
                                        </p:tgtEl>
                                        <p:attrNameLst>
                                          <p:attrName>style.visibility</p:attrName>
                                        </p:attrNameLst>
                                      </p:cBhvr>
                                      <p:to>
                                        <p:strVal val="visible"/>
                                      </p:to>
                                    </p:set>
                                    <p:animEffect transition="in" filter="fade">
                                      <p:cBhvr>
                                        <p:cTn id="19" dur="500"/>
                                        <p:tgtEl>
                                          <p:spTgt spid="2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build="p" animBg="1"/>
    </p:bld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eaLnBrk="1" hangingPunct="1"/>
            <a:r>
              <a:rPr lang="en-US">
                <a:ea typeface="ＭＳ Ｐゴシック" pitchFamily="34" charset="-128"/>
                <a:cs typeface="Arial" pitchFamily="34" charset="0"/>
              </a:rPr>
              <a:t>Applying the Rules</a:t>
            </a:r>
          </a:p>
        </p:txBody>
      </p:sp>
      <p:sp>
        <p:nvSpPr>
          <p:cNvPr id="43009"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nSpc>
                <a:spcPct val="80000"/>
              </a:lnSpc>
            </a:pPr>
            <a:fld id="{0DAE969B-C61F-4FEC-A3D4-19D8AB80E94D}" type="slidenum">
              <a:rPr lang="en-US" sz="1200">
                <a:solidFill>
                  <a:schemeClr val="accent1"/>
                </a:solidFill>
              </a:rPr>
              <a:pPr>
                <a:lnSpc>
                  <a:spcPct val="80000"/>
                </a:lnSpc>
              </a:pPr>
              <a:t>16</a:t>
            </a:fld>
            <a:endParaRPr lang="en-US" sz="1200">
              <a:solidFill>
                <a:schemeClr val="accent1"/>
              </a:solidFill>
            </a:endParaRPr>
          </a:p>
        </p:txBody>
      </p:sp>
      <p:sp>
        <p:nvSpPr>
          <p:cNvPr id="43011" name="Vertical Text Placeholder 2"/>
          <p:cNvSpPr txBox="1">
            <a:spLocks/>
          </p:cNvSpPr>
          <p:nvPr/>
        </p:nvSpPr>
        <p:spPr bwMode="auto">
          <a:xfrm>
            <a:off x="174625" y="1140234"/>
            <a:ext cx="8622506" cy="1792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just">
              <a:buFont typeface="Monotype Sorts" charset="2"/>
              <a:buNone/>
            </a:pPr>
            <a:r>
              <a:rPr lang="en-US" sz="1800" b="1" u="sng" dirty="0">
                <a:solidFill>
                  <a:schemeClr val="accent1"/>
                </a:solidFill>
              </a:rPr>
              <a:t>Example</a:t>
            </a:r>
            <a:r>
              <a:rPr lang="en-US" sz="1800" b="1" dirty="0">
                <a:solidFill>
                  <a:schemeClr val="accent1"/>
                </a:solidFill>
              </a:rPr>
              <a:t>: </a:t>
            </a:r>
            <a:r>
              <a:rPr lang="en-US" sz="1800" dirty="0"/>
              <a:t>Many people who come to clinics to be tested for HIV do </a:t>
            </a:r>
            <a:r>
              <a:rPr lang="en-US" altLang="en-US" sz="1800" dirty="0"/>
              <a:t>not</a:t>
            </a:r>
            <a:r>
              <a:rPr lang="en-US" sz="1800" dirty="0"/>
              <a:t> come back to learn the test results. Clinics now use </a:t>
            </a:r>
            <a:r>
              <a:rPr lang="en-US" altLang="en-US" sz="1800" dirty="0"/>
              <a:t>“</a:t>
            </a:r>
            <a:r>
              <a:rPr lang="en-US" sz="1800" dirty="0"/>
              <a:t>rapid HIV tests</a:t>
            </a:r>
            <a:r>
              <a:rPr lang="en-US" altLang="en-US" sz="1800" dirty="0"/>
              <a:t>”</a:t>
            </a:r>
            <a:r>
              <a:rPr lang="en-US" sz="1800" dirty="0"/>
              <a:t> that give a result in a few minutes. For the rapid HIV test, the FDA has established 2% as the maximum false-positive rate allowed. If a clinic uses a test that meets the FDA standard and tests 50 people who are HIV-free, what is the probability that at least one false positive will occur?</a:t>
            </a:r>
          </a:p>
        </p:txBody>
      </p:sp>
      <p:sp>
        <p:nvSpPr>
          <p:cNvPr id="26" name="TextBox 25"/>
          <p:cNvSpPr txBox="1">
            <a:spLocks noChangeArrowheads="1"/>
          </p:cNvSpPr>
          <p:nvPr/>
        </p:nvSpPr>
        <p:spPr bwMode="auto">
          <a:xfrm>
            <a:off x="299243" y="3072348"/>
            <a:ext cx="8497888" cy="2862322"/>
          </a:xfrm>
          <a:prstGeom prst="rect">
            <a:avLst/>
          </a:prstGeom>
          <a:solidFill>
            <a:srgbClr val="EAEDCB"/>
          </a:solidFill>
          <a:ln w="10000">
            <a:solidFill>
              <a:srgbClr val="D2DA7A"/>
            </a:solidFill>
            <a:miter lim="800000"/>
            <a:headEnd/>
            <a:tailEnd/>
          </a:ln>
          <a:effectLst>
            <a:outerShdw blurRad="38100" dist="30000" dir="5400000" rotWithShape="0">
              <a:srgbClr val="808080">
                <a:alpha val="45000"/>
              </a:srgbClr>
            </a:outerShdw>
          </a:effectLst>
        </p:spPr>
        <p:txBody>
          <a:bodyPr wrap="square">
            <a:spAutoFit/>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just">
              <a:buFont typeface="Monotype Sorts" charset="2"/>
              <a:buNone/>
            </a:pPr>
            <a:r>
              <a:rPr lang="en-US" sz="1800" dirty="0">
                <a:solidFill>
                  <a:srgbClr val="000000"/>
                </a:solidFill>
              </a:rPr>
              <a:t>It is reasonable to assume that the results for different people are independent. </a:t>
            </a:r>
          </a:p>
          <a:p>
            <a:pPr algn="just">
              <a:buFont typeface="Monotype Sorts" charset="2"/>
              <a:buNone/>
            </a:pPr>
            <a:endParaRPr lang="en-US" sz="1800" dirty="0">
              <a:solidFill>
                <a:srgbClr val="000000"/>
              </a:solidFill>
            </a:endParaRPr>
          </a:p>
          <a:p>
            <a:pPr algn="just">
              <a:buFont typeface="Monotype Sorts" charset="2"/>
              <a:buNone/>
            </a:pPr>
            <a:r>
              <a:rPr lang="en-US" sz="1800" dirty="0">
                <a:solidFill>
                  <a:srgbClr val="000000"/>
                </a:solidFill>
              </a:rPr>
              <a:t>The probability that the test is positive for a single individual is 0.02, so the probability of a negative result is 1 – 0.02 = 0.98 (by the complement rule).</a:t>
            </a:r>
          </a:p>
          <a:p>
            <a:pPr>
              <a:buFont typeface="Monotype Sorts" charset="2"/>
              <a:buNone/>
            </a:pPr>
            <a:endParaRPr lang="en-US" sz="1800" dirty="0">
              <a:solidFill>
                <a:srgbClr val="000000"/>
              </a:solidFill>
            </a:endParaRPr>
          </a:p>
          <a:p>
            <a:pPr>
              <a:buFont typeface="Monotype Sorts" charset="2"/>
              <a:buNone/>
            </a:pPr>
            <a:r>
              <a:rPr lang="en-US" sz="1800" dirty="0">
                <a:solidFill>
                  <a:srgbClr val="000000"/>
                </a:solidFill>
              </a:rPr>
              <a:t>The probability of 50 such negative results is 0.98</a:t>
            </a:r>
            <a:r>
              <a:rPr lang="en-US" sz="1800" baseline="30000" dirty="0">
                <a:solidFill>
                  <a:srgbClr val="000000"/>
                </a:solidFill>
              </a:rPr>
              <a:t>50</a:t>
            </a:r>
            <a:r>
              <a:rPr lang="en-US" sz="1800" dirty="0">
                <a:solidFill>
                  <a:srgbClr val="000000"/>
                </a:solidFill>
              </a:rPr>
              <a:t> = 0.3642 (by the multiplication rule for independent events).</a:t>
            </a:r>
          </a:p>
          <a:p>
            <a:pPr>
              <a:buFont typeface="Monotype Sorts" charset="2"/>
              <a:buNone/>
            </a:pPr>
            <a:endParaRPr lang="en-US" sz="1800" dirty="0">
              <a:solidFill>
                <a:srgbClr val="000000"/>
              </a:solidFill>
            </a:endParaRPr>
          </a:p>
          <a:p>
            <a:pPr>
              <a:buFont typeface="Monotype Sorts" charset="2"/>
              <a:buNone/>
            </a:pPr>
            <a:r>
              <a:rPr lang="en-US" sz="1800" dirty="0">
                <a:solidFill>
                  <a:srgbClr val="000000"/>
                </a:solidFill>
              </a:rPr>
              <a:t>Thus, the probability of at least one false positive among the 50 people tested is   1 – 0.3642 = 0.6358 (again using the complement rule).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6">
                                            <p:bg/>
                                          </p:spTgt>
                                        </p:tgtEl>
                                        <p:attrNameLst>
                                          <p:attrName>style.visibility</p:attrName>
                                        </p:attrNameLst>
                                      </p:cBhvr>
                                      <p:to>
                                        <p:strVal val="visible"/>
                                      </p:to>
                                    </p:set>
                                    <p:animEffect transition="in" filter="dissolve">
                                      <p:cBhvr>
                                        <p:cTn id="7" dur="500"/>
                                        <p:tgtEl>
                                          <p:spTgt spid="26">
                                            <p:bg/>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6">
                                            <p:txEl>
                                              <p:pRg st="0" end="0"/>
                                            </p:txEl>
                                          </p:spTgt>
                                        </p:tgtEl>
                                        <p:attrNameLst>
                                          <p:attrName>style.visibility</p:attrName>
                                        </p:attrNameLst>
                                      </p:cBhvr>
                                      <p:to>
                                        <p:strVal val="visible"/>
                                      </p:to>
                                    </p:set>
                                    <p:animEffect transition="in" filter="fade">
                                      <p:cBhvr>
                                        <p:cTn id="10" dur="500"/>
                                        <p:tgtEl>
                                          <p:spTgt spid="26">
                                            <p:txEl>
                                              <p:pRg st="0" end="0"/>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6">
                                            <p:txEl>
                                              <p:pRg st="2" end="2"/>
                                            </p:txEl>
                                          </p:spTgt>
                                        </p:tgtEl>
                                        <p:attrNameLst>
                                          <p:attrName>style.visibility</p:attrName>
                                        </p:attrNameLst>
                                      </p:cBhvr>
                                      <p:to>
                                        <p:strVal val="visible"/>
                                      </p:to>
                                    </p:set>
                                    <p:animEffect transition="in" filter="fade">
                                      <p:cBhvr>
                                        <p:cTn id="13" dur="500"/>
                                        <p:tgtEl>
                                          <p:spTgt spid="26">
                                            <p:txEl>
                                              <p:pRg st="2" end="2"/>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10" presetClass="entr" presetSubtype="0" fill="hold" nodeType="clickEffect">
                                  <p:stCondLst>
                                    <p:cond delay="0"/>
                                  </p:stCondLst>
                                  <p:childTnLst>
                                    <p:set>
                                      <p:cBhvr>
                                        <p:cTn id="17" dur="1" fill="hold">
                                          <p:stCondLst>
                                            <p:cond delay="0"/>
                                          </p:stCondLst>
                                        </p:cTn>
                                        <p:tgtEl>
                                          <p:spTgt spid="26">
                                            <p:txEl>
                                              <p:pRg st="4" end="4"/>
                                            </p:txEl>
                                          </p:spTgt>
                                        </p:tgtEl>
                                        <p:attrNameLst>
                                          <p:attrName>style.visibility</p:attrName>
                                        </p:attrNameLst>
                                      </p:cBhvr>
                                      <p:to>
                                        <p:strVal val="visible"/>
                                      </p:to>
                                    </p:set>
                                    <p:animEffect transition="in" filter="fade">
                                      <p:cBhvr>
                                        <p:cTn id="18" dur="500"/>
                                        <p:tgtEl>
                                          <p:spTgt spid="26">
                                            <p:txEl>
                                              <p:pRg st="4" end="4"/>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0" presetClass="entr" presetSubtype="0" fill="hold" nodeType="clickEffect">
                                  <p:stCondLst>
                                    <p:cond delay="0"/>
                                  </p:stCondLst>
                                  <p:childTnLst>
                                    <p:set>
                                      <p:cBhvr>
                                        <p:cTn id="22" dur="1" fill="hold">
                                          <p:stCondLst>
                                            <p:cond delay="0"/>
                                          </p:stCondLst>
                                        </p:cTn>
                                        <p:tgtEl>
                                          <p:spTgt spid="26">
                                            <p:txEl>
                                              <p:pRg st="6" end="6"/>
                                            </p:txEl>
                                          </p:spTgt>
                                        </p:tgtEl>
                                        <p:attrNameLst>
                                          <p:attrName>style.visibility</p:attrName>
                                        </p:attrNameLst>
                                      </p:cBhvr>
                                      <p:to>
                                        <p:strVal val="visible"/>
                                      </p:to>
                                    </p:set>
                                    <p:animEffect transition="in" filter="fade">
                                      <p:cBhvr>
                                        <p:cTn id="23" dur="500"/>
                                        <p:tgtEl>
                                          <p:spTgt spid="2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build="p"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Title 2"/>
          <p:cNvSpPr>
            <a:spLocks noGrp="1"/>
          </p:cNvSpPr>
          <p:nvPr>
            <p:ph type="title"/>
          </p:nvPr>
        </p:nvSpPr>
        <p:spPr/>
        <p:txBody>
          <a:bodyPr anchor="t"/>
          <a:lstStyle/>
          <a:p>
            <a:pPr eaLnBrk="1" hangingPunct="1"/>
            <a:r>
              <a:rPr lang="en-US" b="1">
                <a:ea typeface="ＭＳ Ｐゴシック" pitchFamily="34" charset="-128"/>
              </a:rPr>
              <a:t>4.3 Random Variables</a:t>
            </a:r>
          </a:p>
        </p:txBody>
      </p:sp>
      <p:sp>
        <p:nvSpPr>
          <p:cNvPr id="44034" name="Text Placeholder 3"/>
          <p:cNvSpPr>
            <a:spLocks noGrp="1"/>
          </p:cNvSpPr>
          <p:nvPr>
            <p:ph idx="1"/>
          </p:nvPr>
        </p:nvSpPr>
        <p:spPr>
          <a:xfrm>
            <a:off x="457199" y="2209800"/>
            <a:ext cx="6747641" cy="3916363"/>
          </a:xfrm>
        </p:spPr>
        <p:txBody>
          <a:bodyPr/>
          <a:lstStyle/>
          <a:p>
            <a:pPr eaLnBrk="1" hangingPunct="1">
              <a:buSzPct val="110000"/>
              <a:buFont typeface="Wingdings" pitchFamily="2" charset="2"/>
              <a:buChar char="§"/>
            </a:pPr>
            <a:r>
              <a:rPr lang="en-US" sz="2400" dirty="0">
                <a:solidFill>
                  <a:schemeClr val="accent1"/>
                </a:solidFill>
                <a:ea typeface="ＭＳ Ｐゴシック" pitchFamily="34" charset="-128"/>
              </a:rPr>
              <a:t>Random variable</a:t>
            </a:r>
          </a:p>
          <a:p>
            <a:pPr eaLnBrk="1" hangingPunct="1">
              <a:buSzPct val="110000"/>
              <a:buFont typeface="Wingdings" pitchFamily="2" charset="2"/>
              <a:buChar char="§"/>
            </a:pPr>
            <a:r>
              <a:rPr lang="en-US" sz="2400" dirty="0">
                <a:solidFill>
                  <a:schemeClr val="accent1"/>
                </a:solidFill>
                <a:ea typeface="ＭＳ Ｐゴシック" pitchFamily="34" charset="-128"/>
              </a:rPr>
              <a:t>Discrete random variables</a:t>
            </a:r>
          </a:p>
          <a:p>
            <a:pPr eaLnBrk="1" hangingPunct="1">
              <a:buSzPct val="110000"/>
              <a:buFont typeface="Wingdings" pitchFamily="2" charset="2"/>
              <a:buChar char="§"/>
            </a:pPr>
            <a:r>
              <a:rPr lang="en-US" sz="2400" dirty="0">
                <a:solidFill>
                  <a:schemeClr val="accent1"/>
                </a:solidFill>
                <a:ea typeface="ＭＳ Ｐゴシック" pitchFamily="34" charset="-128"/>
              </a:rPr>
              <a:t>Continuous random variables</a:t>
            </a:r>
          </a:p>
          <a:p>
            <a:pPr eaLnBrk="1" hangingPunct="1">
              <a:buSzPct val="110000"/>
              <a:buFont typeface="Wingdings" pitchFamily="2" charset="2"/>
              <a:buChar char="§"/>
            </a:pPr>
            <a:r>
              <a:rPr lang="en-US" sz="2400" dirty="0">
                <a:solidFill>
                  <a:schemeClr val="accent1"/>
                </a:solidFill>
                <a:ea typeface="ＭＳ Ｐゴシック" pitchFamily="34" charset="-128"/>
              </a:rPr>
              <a:t>Normal distributions as probability distributions</a:t>
            </a:r>
          </a:p>
        </p:txBody>
      </p:sp>
      <p:sp>
        <p:nvSpPr>
          <p:cNvPr id="44035" name="Slide Number Placeholder 1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4F642CCF-5B00-4E11-8754-EB1232396CF1}" type="slidenum">
              <a:rPr lang="en-US" sz="1400">
                <a:solidFill>
                  <a:schemeClr val="accent1"/>
                </a:solidFill>
              </a:rPr>
              <a:pPr/>
              <a:t>17</a:t>
            </a:fld>
            <a:endParaRPr lang="en-US" sz="1400">
              <a:solidFill>
                <a:schemeClr val="accent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a:xfrm>
            <a:off x="174625" y="145596"/>
            <a:ext cx="7772400" cy="777240"/>
          </a:xfrm>
        </p:spPr>
        <p:txBody>
          <a:bodyPr/>
          <a:lstStyle/>
          <a:p>
            <a:pPr eaLnBrk="1" hangingPunct="1"/>
            <a:r>
              <a:rPr lang="en-US">
                <a:ea typeface="ＭＳ Ｐゴシック" pitchFamily="34" charset="-128"/>
                <a:cs typeface="Arial" pitchFamily="34" charset="0"/>
              </a:rPr>
              <a:t>Random Variables</a:t>
            </a:r>
          </a:p>
        </p:txBody>
      </p:sp>
      <p:sp>
        <p:nvSpPr>
          <p:cNvPr id="45057"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nSpc>
                <a:spcPct val="80000"/>
              </a:lnSpc>
            </a:pPr>
            <a:fld id="{6B2860B0-9996-4A1E-B14E-8956F5164C98}" type="slidenum">
              <a:rPr lang="en-US" sz="1200">
                <a:solidFill>
                  <a:srgbClr val="073779"/>
                </a:solidFill>
              </a:rPr>
              <a:pPr>
                <a:lnSpc>
                  <a:spcPct val="80000"/>
                </a:lnSpc>
              </a:pPr>
              <a:t>18</a:t>
            </a:fld>
            <a:endParaRPr lang="en-US" sz="1200">
              <a:solidFill>
                <a:srgbClr val="073779"/>
              </a:solidFill>
            </a:endParaRPr>
          </a:p>
        </p:txBody>
      </p:sp>
      <p:sp>
        <p:nvSpPr>
          <p:cNvPr id="8" name="TextBox 7"/>
          <p:cNvSpPr txBox="1">
            <a:spLocks noChangeArrowheads="1"/>
          </p:cNvSpPr>
          <p:nvPr/>
        </p:nvSpPr>
        <p:spPr bwMode="auto">
          <a:xfrm>
            <a:off x="207756" y="1242653"/>
            <a:ext cx="8202612" cy="2200602"/>
          </a:xfrm>
          <a:prstGeom prst="rect">
            <a:avLst/>
          </a:prstGeom>
          <a:solidFill>
            <a:srgbClr val="FFD780"/>
          </a:solidFill>
          <a:ln w="10000">
            <a:solidFill>
              <a:srgbClr val="D2DA7A"/>
            </a:solidFill>
            <a:miter lim="800000"/>
            <a:headEnd/>
            <a:tailEnd/>
          </a:ln>
          <a:effectLst>
            <a:outerShdw blurRad="38100" dist="30000" dir="5400000" rotWithShape="0">
              <a:srgbClr val="808080">
                <a:alpha val="45000"/>
              </a:srgbClr>
            </a:outerShdw>
          </a:effectLst>
        </p:spPr>
        <p:txBody>
          <a:bodyPr>
            <a:spAutoFit/>
          </a:bodyPr>
          <a:lstStyle>
            <a:lvl1pPr eaLnBrk="0" hangingPunct="0">
              <a:defRPr sz="2400">
                <a:solidFill>
                  <a:schemeClr val="tx1"/>
                </a:solidFill>
                <a:latin typeface="Arial" charset="0"/>
                <a:ea typeface="ＭＳ Ｐゴシック" pitchFamily="-65" charset="-128"/>
              </a:defRPr>
            </a:lvl1pPr>
            <a:lvl2pPr marL="37931725" indent="-37474525" eaLnBrk="0" hangingPunct="0">
              <a:defRPr sz="2400">
                <a:solidFill>
                  <a:schemeClr val="tx1"/>
                </a:solidFill>
                <a:latin typeface="Arial" charset="0"/>
                <a:ea typeface="ＭＳ Ｐゴシック" pitchFamily="-65" charset="-128"/>
              </a:defRPr>
            </a:lvl2pPr>
            <a:lvl3pPr eaLnBrk="0" hangingPunct="0">
              <a:defRPr sz="2400">
                <a:solidFill>
                  <a:schemeClr val="tx1"/>
                </a:solidFill>
                <a:latin typeface="Arial" charset="0"/>
                <a:ea typeface="ＭＳ Ｐゴシック" pitchFamily="-65" charset="-128"/>
              </a:defRPr>
            </a:lvl3pPr>
            <a:lvl4pPr eaLnBrk="0" hangingPunct="0">
              <a:defRPr sz="2400">
                <a:solidFill>
                  <a:schemeClr val="tx1"/>
                </a:solidFill>
                <a:latin typeface="Arial" charset="0"/>
                <a:ea typeface="ＭＳ Ｐゴシック" pitchFamily="-65" charset="-128"/>
              </a:defRPr>
            </a:lvl4pPr>
            <a:lvl5pPr eaLnBrk="0" hangingPunct="0">
              <a:defRPr sz="2400">
                <a:solidFill>
                  <a:schemeClr val="tx1"/>
                </a:solidFill>
                <a:latin typeface="Arial" charset="0"/>
                <a:ea typeface="ＭＳ Ｐゴシック" pitchFamily="-65" charset="-128"/>
              </a:defRPr>
            </a:lvl5pPr>
            <a:lvl6pPr marL="457200" eaLnBrk="0" fontAlgn="base" hangingPunct="0">
              <a:spcBef>
                <a:spcPct val="0"/>
              </a:spcBef>
              <a:spcAft>
                <a:spcPct val="0"/>
              </a:spcAft>
              <a:defRPr sz="2400">
                <a:solidFill>
                  <a:schemeClr val="tx1"/>
                </a:solidFill>
                <a:latin typeface="Arial" charset="0"/>
                <a:ea typeface="ＭＳ Ｐゴシック" pitchFamily="-65" charset="-128"/>
              </a:defRPr>
            </a:lvl6pPr>
            <a:lvl7pPr marL="914400" eaLnBrk="0" fontAlgn="base" hangingPunct="0">
              <a:spcBef>
                <a:spcPct val="0"/>
              </a:spcBef>
              <a:spcAft>
                <a:spcPct val="0"/>
              </a:spcAft>
              <a:defRPr sz="2400">
                <a:solidFill>
                  <a:schemeClr val="tx1"/>
                </a:solidFill>
                <a:latin typeface="Arial" charset="0"/>
                <a:ea typeface="ＭＳ Ｐゴシック" pitchFamily="-65" charset="-128"/>
              </a:defRPr>
            </a:lvl7pPr>
            <a:lvl8pPr marL="1371600" eaLnBrk="0" fontAlgn="base" hangingPunct="0">
              <a:spcBef>
                <a:spcPct val="0"/>
              </a:spcBef>
              <a:spcAft>
                <a:spcPct val="0"/>
              </a:spcAft>
              <a:defRPr sz="2400">
                <a:solidFill>
                  <a:schemeClr val="tx1"/>
                </a:solidFill>
                <a:latin typeface="Arial" charset="0"/>
                <a:ea typeface="ＭＳ Ｐゴシック" pitchFamily="-65" charset="-128"/>
              </a:defRPr>
            </a:lvl8pPr>
            <a:lvl9pPr marL="1828800" eaLnBrk="0" fontAlgn="base" hangingPunct="0">
              <a:spcBef>
                <a:spcPct val="0"/>
              </a:spcBef>
              <a:spcAft>
                <a:spcPct val="0"/>
              </a:spcAft>
              <a:defRPr sz="2400">
                <a:solidFill>
                  <a:schemeClr val="tx1"/>
                </a:solidFill>
                <a:latin typeface="Arial" charset="0"/>
                <a:ea typeface="ＭＳ Ｐゴシック" pitchFamily="-65" charset="-128"/>
              </a:defRPr>
            </a:lvl9pPr>
          </a:lstStyle>
          <a:p>
            <a:pPr defTabSz="457200" eaLnBrk="1" fontAlgn="base" hangingPunct="1">
              <a:spcBef>
                <a:spcPct val="0"/>
              </a:spcBef>
              <a:spcAft>
                <a:spcPct val="0"/>
              </a:spcAft>
              <a:defRPr/>
            </a:pPr>
            <a:endParaRPr lang="en-US" altLang="en-US" sz="700" b="1" u="sng" dirty="0">
              <a:solidFill>
                <a:srgbClr val="E81F30"/>
              </a:solidFill>
            </a:endParaRPr>
          </a:p>
          <a:p>
            <a:pPr algn="just" eaLnBrk="1" hangingPunct="1">
              <a:spcAft>
                <a:spcPts val="600"/>
              </a:spcAft>
              <a:defRPr/>
            </a:pPr>
            <a:r>
              <a:rPr lang="en-US" sz="2000" dirty="0">
                <a:solidFill>
                  <a:srgbClr val="000000"/>
                </a:solidFill>
                <a:ea typeface="ＭＳ Ｐゴシック" pitchFamily="34" charset="-128"/>
              </a:rPr>
              <a:t>A</a:t>
            </a:r>
            <a:r>
              <a:rPr lang="en-US" sz="2000" dirty="0">
                <a:ea typeface="ＭＳ Ｐゴシック" pitchFamily="34" charset="-128"/>
              </a:rPr>
              <a:t> </a:t>
            </a:r>
            <a:r>
              <a:rPr lang="en-US" sz="2000" b="1" dirty="0">
                <a:ea typeface="ＭＳ Ｐゴシック" pitchFamily="34" charset="-128"/>
              </a:rPr>
              <a:t>probability model </a:t>
            </a:r>
            <a:r>
              <a:rPr lang="en-US" sz="2000" dirty="0">
                <a:ea typeface="ＭＳ Ｐゴシック" pitchFamily="34" charset="-128"/>
              </a:rPr>
              <a:t>describes the possible outcomes of a chance process and the likelihood that those outcomes will occur.</a:t>
            </a:r>
          </a:p>
          <a:p>
            <a:pPr algn="just" defTabSz="457200" eaLnBrk="1" fontAlgn="base" hangingPunct="1">
              <a:spcBef>
                <a:spcPct val="0"/>
              </a:spcBef>
              <a:spcAft>
                <a:spcPts val="600"/>
              </a:spcAft>
              <a:defRPr/>
            </a:pPr>
            <a:r>
              <a:rPr lang="en-US" altLang="en-US" sz="2000" dirty="0"/>
              <a:t>A </a:t>
            </a:r>
            <a:r>
              <a:rPr lang="en-US" altLang="en-US" sz="2000" b="1" dirty="0"/>
              <a:t>random variable</a:t>
            </a:r>
            <a:r>
              <a:rPr lang="en-US" altLang="en-US" sz="2000" dirty="0"/>
              <a:t> takes numerical values that describe the outcomes of some chance process. </a:t>
            </a:r>
          </a:p>
          <a:p>
            <a:pPr algn="just" defTabSz="457200" eaLnBrk="1" fontAlgn="base" hangingPunct="1">
              <a:spcBef>
                <a:spcPct val="0"/>
              </a:spcBef>
              <a:spcAft>
                <a:spcPct val="0"/>
              </a:spcAft>
              <a:defRPr/>
            </a:pPr>
            <a:r>
              <a:rPr lang="en-US" altLang="en-US" sz="2000" dirty="0"/>
              <a:t>The </a:t>
            </a:r>
            <a:r>
              <a:rPr lang="en-US" altLang="en-US" sz="2000" b="1" dirty="0"/>
              <a:t>probability distribution</a:t>
            </a:r>
            <a:r>
              <a:rPr lang="en-US" altLang="en-US" sz="2000" dirty="0"/>
              <a:t> of a random variable gives its possible values and their probabilities</a:t>
            </a:r>
            <a:r>
              <a:rPr lang="en-US" altLang="en-US" sz="2000" dirty="0">
                <a:solidFill>
                  <a:srgbClr val="000000"/>
                </a:solidFill>
              </a:rPr>
              <a:t>.</a:t>
            </a:r>
            <a:endParaRPr lang="en-US" altLang="en-US" dirty="0">
              <a:solidFill>
                <a:srgbClr val="000000"/>
              </a:solidFill>
            </a:endParaRPr>
          </a:p>
        </p:txBody>
      </p:sp>
      <p:sp>
        <p:nvSpPr>
          <p:cNvPr id="14" name="TextBox 9"/>
          <p:cNvSpPr txBox="1">
            <a:spLocks noChangeArrowheads="1"/>
          </p:cNvSpPr>
          <p:nvPr/>
        </p:nvSpPr>
        <p:spPr bwMode="auto">
          <a:xfrm>
            <a:off x="207756" y="4410532"/>
            <a:ext cx="6024769" cy="707886"/>
          </a:xfrm>
          <a:prstGeom prst="rect">
            <a:avLst/>
          </a:prstGeom>
          <a:noFill/>
          <a:ln>
            <a:noFill/>
          </a:ln>
        </p:spPr>
        <p:txBody>
          <a:bodyPr wrap="square">
            <a:spAutoFit/>
          </a:bodyPr>
          <a:lstStyle>
            <a:lvl1pPr eaLnBrk="0" hangingPunct="0">
              <a:defRPr sz="2400">
                <a:solidFill>
                  <a:schemeClr val="tx1"/>
                </a:solidFill>
                <a:latin typeface="Arial" charset="0"/>
                <a:ea typeface="ＭＳ Ｐゴシック" pitchFamily="-65" charset="-128"/>
              </a:defRPr>
            </a:lvl1pPr>
            <a:lvl2pPr marL="37931725" indent="-37474525" eaLnBrk="0" hangingPunct="0">
              <a:defRPr sz="2400">
                <a:solidFill>
                  <a:schemeClr val="tx1"/>
                </a:solidFill>
                <a:latin typeface="Arial" charset="0"/>
                <a:ea typeface="ＭＳ Ｐゴシック" pitchFamily="-65" charset="-128"/>
              </a:defRPr>
            </a:lvl2pPr>
            <a:lvl3pPr eaLnBrk="0" hangingPunct="0">
              <a:defRPr sz="2400">
                <a:solidFill>
                  <a:schemeClr val="tx1"/>
                </a:solidFill>
                <a:latin typeface="Arial" charset="0"/>
                <a:ea typeface="ＭＳ Ｐゴシック" pitchFamily="-65" charset="-128"/>
              </a:defRPr>
            </a:lvl3pPr>
            <a:lvl4pPr eaLnBrk="0" hangingPunct="0">
              <a:defRPr sz="2400">
                <a:solidFill>
                  <a:schemeClr val="tx1"/>
                </a:solidFill>
                <a:latin typeface="Arial" charset="0"/>
                <a:ea typeface="ＭＳ Ｐゴシック" pitchFamily="-65" charset="-128"/>
              </a:defRPr>
            </a:lvl4pPr>
            <a:lvl5pPr eaLnBrk="0" hangingPunct="0">
              <a:defRPr sz="2400">
                <a:solidFill>
                  <a:schemeClr val="tx1"/>
                </a:solidFill>
                <a:latin typeface="Arial" charset="0"/>
                <a:ea typeface="ＭＳ Ｐゴシック" pitchFamily="-65" charset="-128"/>
              </a:defRPr>
            </a:lvl5pPr>
            <a:lvl6pPr marL="457200" eaLnBrk="0" fontAlgn="base" hangingPunct="0">
              <a:spcBef>
                <a:spcPct val="0"/>
              </a:spcBef>
              <a:spcAft>
                <a:spcPct val="0"/>
              </a:spcAft>
              <a:defRPr sz="2400">
                <a:solidFill>
                  <a:schemeClr val="tx1"/>
                </a:solidFill>
                <a:latin typeface="Arial" charset="0"/>
                <a:ea typeface="ＭＳ Ｐゴシック" pitchFamily="-65" charset="-128"/>
              </a:defRPr>
            </a:lvl6pPr>
            <a:lvl7pPr marL="914400" eaLnBrk="0" fontAlgn="base" hangingPunct="0">
              <a:spcBef>
                <a:spcPct val="0"/>
              </a:spcBef>
              <a:spcAft>
                <a:spcPct val="0"/>
              </a:spcAft>
              <a:defRPr sz="2400">
                <a:solidFill>
                  <a:schemeClr val="tx1"/>
                </a:solidFill>
                <a:latin typeface="Arial" charset="0"/>
                <a:ea typeface="ＭＳ Ｐゴシック" pitchFamily="-65" charset="-128"/>
              </a:defRPr>
            </a:lvl7pPr>
            <a:lvl8pPr marL="1371600" eaLnBrk="0" fontAlgn="base" hangingPunct="0">
              <a:spcBef>
                <a:spcPct val="0"/>
              </a:spcBef>
              <a:spcAft>
                <a:spcPct val="0"/>
              </a:spcAft>
              <a:defRPr sz="2400">
                <a:solidFill>
                  <a:schemeClr val="tx1"/>
                </a:solidFill>
                <a:latin typeface="Arial" charset="0"/>
                <a:ea typeface="ＭＳ Ｐゴシック" pitchFamily="-65" charset="-128"/>
              </a:defRPr>
            </a:lvl8pPr>
            <a:lvl9pPr marL="1828800" eaLnBrk="0" fontAlgn="base" hangingPunct="0">
              <a:spcBef>
                <a:spcPct val="0"/>
              </a:spcBef>
              <a:spcAft>
                <a:spcPct val="0"/>
              </a:spcAft>
              <a:defRPr sz="2400">
                <a:solidFill>
                  <a:schemeClr val="tx1"/>
                </a:solidFill>
                <a:latin typeface="Arial" charset="0"/>
                <a:ea typeface="ＭＳ Ｐゴシック" pitchFamily="-65" charset="-128"/>
              </a:defRPr>
            </a:lvl9pPr>
          </a:lstStyle>
          <a:p>
            <a:pPr defTabSz="457200" eaLnBrk="1" fontAlgn="base" hangingPunct="1">
              <a:spcBef>
                <a:spcPct val="0"/>
              </a:spcBef>
              <a:spcAft>
                <a:spcPct val="0"/>
              </a:spcAft>
              <a:defRPr/>
            </a:pPr>
            <a:r>
              <a:rPr lang="en-US" sz="2000" b="1" u="sng" dirty="0">
                <a:solidFill>
                  <a:srgbClr val="073779">
                    <a:lumMod val="75000"/>
                  </a:srgbClr>
                </a:solidFill>
              </a:rPr>
              <a:t>Example</a:t>
            </a:r>
            <a:r>
              <a:rPr lang="en-US" sz="2000" b="1" dirty="0">
                <a:solidFill>
                  <a:srgbClr val="073779">
                    <a:lumMod val="75000"/>
                  </a:srgbClr>
                </a:solidFill>
              </a:rPr>
              <a:t>:</a:t>
            </a:r>
            <a:r>
              <a:rPr lang="en-US" sz="2000" b="1" dirty="0">
                <a:solidFill>
                  <a:srgbClr val="1782BF"/>
                </a:solidFill>
              </a:rPr>
              <a:t> </a:t>
            </a:r>
            <a:r>
              <a:rPr lang="en-US" sz="2000" dirty="0">
                <a:solidFill>
                  <a:prstClr val="black"/>
                </a:solidFill>
              </a:rPr>
              <a:t>Consider tossing a fair coin three times.</a:t>
            </a:r>
          </a:p>
          <a:p>
            <a:pPr defTabSz="457200" eaLnBrk="1" fontAlgn="base" hangingPunct="1">
              <a:spcBef>
                <a:spcPct val="0"/>
              </a:spcBef>
              <a:spcAft>
                <a:spcPct val="0"/>
              </a:spcAft>
              <a:defRPr/>
            </a:pPr>
            <a:r>
              <a:rPr lang="en-US" sz="2000" dirty="0">
                <a:solidFill>
                  <a:prstClr val="black"/>
                </a:solidFill>
              </a:rPr>
              <a:t>Define </a:t>
            </a:r>
            <a:r>
              <a:rPr lang="en-US" sz="2000" i="1" dirty="0">
                <a:solidFill>
                  <a:prstClr val="black"/>
                </a:solidFill>
                <a:cs typeface="Arial" charset="0"/>
              </a:rPr>
              <a:t>X</a:t>
            </a:r>
            <a:r>
              <a:rPr lang="en-US" sz="2000" dirty="0">
                <a:solidFill>
                  <a:prstClr val="black"/>
                </a:solidFill>
                <a:cs typeface="Arial" charset="0"/>
              </a:rPr>
              <a:t> as</a:t>
            </a:r>
            <a:r>
              <a:rPr lang="en-US" sz="2000" dirty="0">
                <a:solidFill>
                  <a:prstClr val="black"/>
                </a:solidFill>
              </a:rPr>
              <a:t> the number of heads obtained.</a:t>
            </a:r>
          </a:p>
        </p:txBody>
      </p:sp>
      <p:sp>
        <p:nvSpPr>
          <p:cNvPr id="15" name="TextBox 14"/>
          <p:cNvSpPr txBox="1">
            <a:spLocks noChangeArrowheads="1"/>
          </p:cNvSpPr>
          <p:nvPr/>
        </p:nvSpPr>
        <p:spPr bwMode="auto">
          <a:xfrm>
            <a:off x="269875" y="5616575"/>
            <a:ext cx="2154238" cy="107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defTabSz="457200" fontAlgn="base">
              <a:spcBef>
                <a:spcPct val="0"/>
              </a:spcBef>
              <a:spcAft>
                <a:spcPct val="0"/>
              </a:spcAft>
            </a:pPr>
            <a:r>
              <a:rPr lang="en-US" sz="1600" i="1" dirty="0">
                <a:solidFill>
                  <a:prstClr val="black"/>
                </a:solidFill>
                <a:cs typeface="Arial" pitchFamily="34" charset="0"/>
              </a:rPr>
              <a:t>X</a:t>
            </a:r>
            <a:r>
              <a:rPr lang="en-US" sz="1600" dirty="0">
                <a:solidFill>
                  <a:prstClr val="black"/>
                </a:solidFill>
                <a:cs typeface="Arial" pitchFamily="34" charset="0"/>
              </a:rPr>
              <a:t> = 0: TTT</a:t>
            </a:r>
          </a:p>
          <a:p>
            <a:pPr defTabSz="457200" fontAlgn="base">
              <a:spcBef>
                <a:spcPct val="0"/>
              </a:spcBef>
              <a:spcAft>
                <a:spcPct val="0"/>
              </a:spcAft>
            </a:pPr>
            <a:r>
              <a:rPr lang="en-US" sz="1600" i="1" dirty="0">
                <a:solidFill>
                  <a:prstClr val="black"/>
                </a:solidFill>
                <a:cs typeface="Arial" pitchFamily="34" charset="0"/>
              </a:rPr>
              <a:t>X</a:t>
            </a:r>
            <a:r>
              <a:rPr lang="en-US" sz="1600" dirty="0">
                <a:solidFill>
                  <a:prstClr val="black"/>
                </a:solidFill>
                <a:cs typeface="Arial" pitchFamily="34" charset="0"/>
              </a:rPr>
              <a:t> = 1: HTT THT TTH</a:t>
            </a:r>
          </a:p>
          <a:p>
            <a:pPr defTabSz="457200" fontAlgn="base">
              <a:spcBef>
                <a:spcPct val="0"/>
              </a:spcBef>
              <a:spcAft>
                <a:spcPct val="0"/>
              </a:spcAft>
            </a:pPr>
            <a:r>
              <a:rPr lang="en-US" sz="1600" i="1" dirty="0">
                <a:solidFill>
                  <a:prstClr val="black"/>
                </a:solidFill>
                <a:cs typeface="Arial" pitchFamily="34" charset="0"/>
              </a:rPr>
              <a:t>X</a:t>
            </a:r>
            <a:r>
              <a:rPr lang="en-US" sz="1600" dirty="0">
                <a:solidFill>
                  <a:prstClr val="black"/>
                </a:solidFill>
                <a:cs typeface="Arial" pitchFamily="34" charset="0"/>
              </a:rPr>
              <a:t> = 2: HHT HTH THH</a:t>
            </a:r>
          </a:p>
          <a:p>
            <a:pPr defTabSz="457200" fontAlgn="base">
              <a:spcBef>
                <a:spcPct val="0"/>
              </a:spcBef>
              <a:spcAft>
                <a:spcPct val="0"/>
              </a:spcAft>
            </a:pPr>
            <a:r>
              <a:rPr lang="en-US" sz="1600" i="1" dirty="0">
                <a:solidFill>
                  <a:prstClr val="black"/>
                </a:solidFill>
                <a:cs typeface="Arial" pitchFamily="34" charset="0"/>
              </a:rPr>
              <a:t>X</a:t>
            </a:r>
            <a:r>
              <a:rPr lang="en-US" sz="1600" dirty="0">
                <a:solidFill>
                  <a:prstClr val="black"/>
                </a:solidFill>
                <a:cs typeface="Arial" pitchFamily="34" charset="0"/>
              </a:rPr>
              <a:t> = 3: HHH </a:t>
            </a:r>
          </a:p>
        </p:txBody>
      </p:sp>
      <p:graphicFrame>
        <p:nvGraphicFramePr>
          <p:cNvPr id="16" name="Table 15" descr="already described"/>
          <p:cNvGraphicFramePr>
            <a:graphicFrameLocks noGrp="1"/>
          </p:cNvGraphicFramePr>
          <p:nvPr>
            <p:extLst>
              <p:ext uri="{D42A27DB-BD31-4B8C-83A1-F6EECF244321}">
                <p14:modId xmlns:p14="http://schemas.microsoft.com/office/powerpoint/2010/main" val="2616121998"/>
              </p:ext>
            </p:extLst>
          </p:nvPr>
        </p:nvGraphicFramePr>
        <p:xfrm>
          <a:off x="2540000" y="6016625"/>
          <a:ext cx="3692525" cy="676275"/>
        </p:xfrm>
        <a:graphic>
          <a:graphicData uri="http://schemas.openxmlformats.org/drawingml/2006/table">
            <a:tbl>
              <a:tblPr firstRow="1"/>
              <a:tblGrid>
                <a:gridCol w="1282354">
                  <a:extLst>
                    <a:ext uri="{9D8B030D-6E8A-4147-A177-3AD203B41FA5}">
                      <a16:colId xmlns:a16="http://schemas.microsoft.com/office/drawing/2014/main" xmlns="" val="20000"/>
                    </a:ext>
                  </a:extLst>
                </a:gridCol>
                <a:gridCol w="603285">
                  <a:extLst>
                    <a:ext uri="{9D8B030D-6E8A-4147-A177-3AD203B41FA5}">
                      <a16:colId xmlns:a16="http://schemas.microsoft.com/office/drawing/2014/main" xmlns="" val="20001"/>
                    </a:ext>
                  </a:extLst>
                </a:gridCol>
                <a:gridCol w="601800">
                  <a:extLst>
                    <a:ext uri="{9D8B030D-6E8A-4147-A177-3AD203B41FA5}">
                      <a16:colId xmlns:a16="http://schemas.microsoft.com/office/drawing/2014/main" xmlns="" val="20002"/>
                    </a:ext>
                  </a:extLst>
                </a:gridCol>
                <a:gridCol w="603285">
                  <a:extLst>
                    <a:ext uri="{9D8B030D-6E8A-4147-A177-3AD203B41FA5}">
                      <a16:colId xmlns:a16="http://schemas.microsoft.com/office/drawing/2014/main" xmlns="" val="20003"/>
                    </a:ext>
                  </a:extLst>
                </a:gridCol>
                <a:gridCol w="601801">
                  <a:extLst>
                    <a:ext uri="{9D8B030D-6E8A-4147-A177-3AD203B41FA5}">
                      <a16:colId xmlns:a16="http://schemas.microsoft.com/office/drawing/2014/main" xmlns="" val="20004"/>
                    </a:ext>
                  </a:extLst>
                </a:gridCol>
              </a:tblGrid>
              <a:tr h="3048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Arial" charset="0"/>
                          <a:ea typeface="ＭＳ Ｐゴシック" charset="0"/>
                          <a:cs typeface="ＭＳ Ｐゴシック" charset="0"/>
                        </a:rPr>
                        <a:t>Value</a:t>
                      </a:r>
                    </a:p>
                  </a:txBody>
                  <a:tcPr marL="91431" marR="91431" horzOverflow="overflow">
                    <a:lnL w="12700" cap="flat" cmpd="sng" algn="ctr">
                      <a:solidFill>
                        <a:srgbClr val="F7901E"/>
                      </a:solidFill>
                      <a:prstDash val="solid"/>
                      <a:round/>
                      <a:headEnd type="none" w="med" len="med"/>
                      <a:tailEnd type="none" w="med" len="med"/>
                    </a:lnL>
                    <a:lnR w="12700" cap="flat" cmpd="sng" algn="ctr">
                      <a:solidFill>
                        <a:srgbClr val="F7901E"/>
                      </a:solidFill>
                      <a:prstDash val="solid"/>
                      <a:round/>
                      <a:headEnd type="none" w="med" len="med"/>
                      <a:tailEnd type="none" w="med" len="med"/>
                    </a:lnR>
                    <a:lnT w="12700" cap="flat" cmpd="sng" algn="ctr">
                      <a:solidFill>
                        <a:srgbClr val="F7901E"/>
                      </a:solidFill>
                      <a:prstDash val="solid"/>
                      <a:round/>
                      <a:headEnd type="none" w="med" len="med"/>
                      <a:tailEnd type="none" w="med" len="med"/>
                    </a:lnT>
                    <a:lnB w="25400" cap="flat" cmpd="sng" algn="ctr">
                      <a:solidFill>
                        <a:srgbClr val="F7901E"/>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Arial" charset="0"/>
                          <a:ea typeface="ＭＳ Ｐゴシック" charset="0"/>
                          <a:cs typeface="ＭＳ Ｐゴシック" charset="0"/>
                        </a:rPr>
                        <a:t>0</a:t>
                      </a:r>
                    </a:p>
                  </a:txBody>
                  <a:tcPr marL="91431" marR="91431" horzOverflow="overflow">
                    <a:lnL w="12700" cap="flat" cmpd="sng" algn="ctr">
                      <a:solidFill>
                        <a:srgbClr val="F7901E"/>
                      </a:solidFill>
                      <a:prstDash val="solid"/>
                      <a:round/>
                      <a:headEnd type="none" w="med" len="med"/>
                      <a:tailEnd type="none" w="med" len="med"/>
                    </a:lnL>
                    <a:lnR w="12700" cap="flat" cmpd="sng" algn="ctr">
                      <a:solidFill>
                        <a:srgbClr val="F7901E"/>
                      </a:solidFill>
                      <a:prstDash val="solid"/>
                      <a:round/>
                      <a:headEnd type="none" w="med" len="med"/>
                      <a:tailEnd type="none" w="med" len="med"/>
                    </a:lnR>
                    <a:lnT w="12700" cap="flat" cmpd="sng" algn="ctr">
                      <a:solidFill>
                        <a:srgbClr val="F7901E"/>
                      </a:solidFill>
                      <a:prstDash val="solid"/>
                      <a:round/>
                      <a:headEnd type="none" w="med" len="med"/>
                      <a:tailEnd type="none" w="med" len="med"/>
                    </a:lnT>
                    <a:lnB w="25400" cap="flat" cmpd="sng" algn="ctr">
                      <a:solidFill>
                        <a:srgbClr val="F7901E"/>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Arial" charset="0"/>
                          <a:ea typeface="ＭＳ Ｐゴシック" charset="0"/>
                          <a:cs typeface="ＭＳ Ｐゴシック" charset="0"/>
                        </a:rPr>
                        <a:t>1</a:t>
                      </a:r>
                    </a:p>
                  </a:txBody>
                  <a:tcPr marL="91431" marR="91431" horzOverflow="overflow">
                    <a:lnL w="12700" cap="flat" cmpd="sng" algn="ctr">
                      <a:solidFill>
                        <a:srgbClr val="F7901E"/>
                      </a:solidFill>
                      <a:prstDash val="solid"/>
                      <a:round/>
                      <a:headEnd type="none" w="med" len="med"/>
                      <a:tailEnd type="none" w="med" len="med"/>
                    </a:lnL>
                    <a:lnR w="12700" cap="flat" cmpd="sng" algn="ctr">
                      <a:solidFill>
                        <a:srgbClr val="F7901E"/>
                      </a:solidFill>
                      <a:prstDash val="solid"/>
                      <a:round/>
                      <a:headEnd type="none" w="med" len="med"/>
                      <a:tailEnd type="none" w="med" len="med"/>
                    </a:lnR>
                    <a:lnT w="12700" cap="flat" cmpd="sng" algn="ctr">
                      <a:solidFill>
                        <a:srgbClr val="F7901E"/>
                      </a:solidFill>
                      <a:prstDash val="solid"/>
                      <a:round/>
                      <a:headEnd type="none" w="med" len="med"/>
                      <a:tailEnd type="none" w="med" len="med"/>
                    </a:lnT>
                    <a:lnB w="25400" cap="flat" cmpd="sng" algn="ctr">
                      <a:solidFill>
                        <a:srgbClr val="F7901E"/>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Arial" charset="0"/>
                          <a:ea typeface="ＭＳ Ｐゴシック" charset="0"/>
                          <a:cs typeface="ＭＳ Ｐゴシック" charset="0"/>
                        </a:rPr>
                        <a:t>2</a:t>
                      </a:r>
                    </a:p>
                  </a:txBody>
                  <a:tcPr marL="91431" marR="91431" horzOverflow="overflow">
                    <a:lnL w="12700" cap="flat" cmpd="sng" algn="ctr">
                      <a:solidFill>
                        <a:srgbClr val="F7901E"/>
                      </a:solidFill>
                      <a:prstDash val="solid"/>
                      <a:round/>
                      <a:headEnd type="none" w="med" len="med"/>
                      <a:tailEnd type="none" w="med" len="med"/>
                    </a:lnL>
                    <a:lnR w="12700" cap="flat" cmpd="sng" algn="ctr">
                      <a:solidFill>
                        <a:srgbClr val="F7901E"/>
                      </a:solidFill>
                      <a:prstDash val="solid"/>
                      <a:round/>
                      <a:headEnd type="none" w="med" len="med"/>
                      <a:tailEnd type="none" w="med" len="med"/>
                    </a:lnR>
                    <a:lnT w="12700" cap="flat" cmpd="sng" algn="ctr">
                      <a:solidFill>
                        <a:srgbClr val="F7901E"/>
                      </a:solidFill>
                      <a:prstDash val="solid"/>
                      <a:round/>
                      <a:headEnd type="none" w="med" len="med"/>
                      <a:tailEnd type="none" w="med" len="med"/>
                    </a:lnT>
                    <a:lnB w="25400" cap="flat" cmpd="sng" algn="ctr">
                      <a:solidFill>
                        <a:srgbClr val="F7901E"/>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Arial" charset="0"/>
                          <a:ea typeface="ＭＳ Ｐゴシック" charset="0"/>
                          <a:cs typeface="ＭＳ Ｐゴシック" charset="0"/>
                        </a:rPr>
                        <a:t>3</a:t>
                      </a:r>
                    </a:p>
                  </a:txBody>
                  <a:tcPr marL="91431" marR="91431" horzOverflow="overflow">
                    <a:lnL w="12700" cap="flat" cmpd="sng" algn="ctr">
                      <a:solidFill>
                        <a:srgbClr val="F7901E"/>
                      </a:solidFill>
                      <a:prstDash val="solid"/>
                      <a:round/>
                      <a:headEnd type="none" w="med" len="med"/>
                      <a:tailEnd type="none" w="med" len="med"/>
                    </a:lnL>
                    <a:lnR w="12700" cap="flat" cmpd="sng" algn="ctr">
                      <a:solidFill>
                        <a:srgbClr val="F7901E"/>
                      </a:solidFill>
                      <a:prstDash val="solid"/>
                      <a:round/>
                      <a:headEnd type="none" w="med" len="med"/>
                      <a:tailEnd type="none" w="med" len="med"/>
                    </a:lnR>
                    <a:lnT w="12700" cap="flat" cmpd="sng" algn="ctr">
                      <a:solidFill>
                        <a:srgbClr val="F7901E"/>
                      </a:solidFill>
                      <a:prstDash val="solid"/>
                      <a:round/>
                      <a:headEnd type="none" w="med" len="med"/>
                      <a:tailEnd type="none" w="med" len="med"/>
                    </a:lnT>
                    <a:lnB w="25400" cap="flat" cmpd="sng" algn="ctr">
                      <a:solidFill>
                        <a:srgbClr val="F7901E"/>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3714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Arial" charset="0"/>
                          <a:ea typeface="ＭＳ Ｐゴシック" charset="0"/>
                          <a:cs typeface="ＭＳ Ｐゴシック" charset="0"/>
                        </a:rPr>
                        <a:t>Probability</a:t>
                      </a:r>
                    </a:p>
                  </a:txBody>
                  <a:tcPr marL="91431" marR="91431" horzOverflow="overflow">
                    <a:lnL w="12700" cap="flat" cmpd="sng" algn="ctr">
                      <a:solidFill>
                        <a:srgbClr val="F7901E"/>
                      </a:solidFill>
                      <a:prstDash val="solid"/>
                      <a:round/>
                      <a:headEnd type="none" w="med" len="med"/>
                      <a:tailEnd type="none" w="med" len="med"/>
                    </a:lnL>
                    <a:lnR w="12700" cap="flat" cmpd="sng" algn="ctr">
                      <a:solidFill>
                        <a:srgbClr val="F7901E"/>
                      </a:solidFill>
                      <a:prstDash val="solid"/>
                      <a:round/>
                      <a:headEnd type="none" w="med" len="med"/>
                      <a:tailEnd type="none" w="med" len="med"/>
                    </a:lnR>
                    <a:lnT w="25400" cap="flat" cmpd="sng" algn="ctr">
                      <a:solidFill>
                        <a:srgbClr val="F7901E"/>
                      </a:solidFill>
                      <a:prstDash val="solid"/>
                      <a:round/>
                      <a:headEnd type="none" w="med" len="med"/>
                      <a:tailEnd type="none" w="med" len="med"/>
                    </a:lnT>
                    <a:lnB w="12700" cap="flat" cmpd="sng" algn="ctr">
                      <a:solidFill>
                        <a:srgbClr val="F7901E"/>
                      </a:solidFill>
                      <a:prstDash val="solid"/>
                      <a:round/>
                      <a:headEnd type="none" w="med" len="med"/>
                      <a:tailEnd type="none" w="med" len="med"/>
                    </a:lnB>
                    <a:lnTlToBr>
                      <a:noFill/>
                    </a:lnTlToBr>
                    <a:lnBlToTr>
                      <a:noFill/>
                    </a:lnBlToTr>
                    <a:solidFill>
                      <a:srgbClr val="F7901E">
                        <a:alpha val="20000"/>
                      </a:srgb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ＭＳ Ｐゴシック" charset="0"/>
                          <a:cs typeface="ＭＳ Ｐゴシック" charset="0"/>
                        </a:rPr>
                        <a:t>1/8</a:t>
                      </a:r>
                    </a:p>
                  </a:txBody>
                  <a:tcPr marL="91431" marR="91431" horzOverflow="overflow">
                    <a:lnL w="12700" cap="flat" cmpd="sng" algn="ctr">
                      <a:solidFill>
                        <a:srgbClr val="F7901E"/>
                      </a:solidFill>
                      <a:prstDash val="solid"/>
                      <a:round/>
                      <a:headEnd type="none" w="med" len="med"/>
                      <a:tailEnd type="none" w="med" len="med"/>
                    </a:lnL>
                    <a:lnR w="12700" cap="flat" cmpd="sng" algn="ctr">
                      <a:solidFill>
                        <a:srgbClr val="F7901E"/>
                      </a:solidFill>
                      <a:prstDash val="solid"/>
                      <a:round/>
                      <a:headEnd type="none" w="med" len="med"/>
                      <a:tailEnd type="none" w="med" len="med"/>
                    </a:lnR>
                    <a:lnT w="25400" cap="flat" cmpd="sng" algn="ctr">
                      <a:solidFill>
                        <a:srgbClr val="F7901E"/>
                      </a:solidFill>
                      <a:prstDash val="solid"/>
                      <a:round/>
                      <a:headEnd type="none" w="med" len="med"/>
                      <a:tailEnd type="none" w="med" len="med"/>
                    </a:lnT>
                    <a:lnB w="12700" cap="flat" cmpd="sng" algn="ctr">
                      <a:solidFill>
                        <a:srgbClr val="F7901E"/>
                      </a:solidFill>
                      <a:prstDash val="solid"/>
                      <a:round/>
                      <a:headEnd type="none" w="med" len="med"/>
                      <a:tailEnd type="none" w="med" len="med"/>
                    </a:lnB>
                    <a:lnTlToBr>
                      <a:noFill/>
                    </a:lnTlToBr>
                    <a:lnBlToTr>
                      <a:noFill/>
                    </a:lnBlToTr>
                    <a:solidFill>
                      <a:srgbClr val="F7901E">
                        <a:alpha val="20000"/>
                      </a:srgb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a:ln>
                            <a:noFill/>
                          </a:ln>
                          <a:solidFill>
                            <a:schemeClr val="tx1"/>
                          </a:solidFill>
                          <a:effectLst/>
                          <a:latin typeface="Arial" charset="0"/>
                          <a:ea typeface="ＭＳ Ｐゴシック" charset="0"/>
                          <a:cs typeface="ＭＳ Ｐゴシック" charset="0"/>
                        </a:rPr>
                        <a:t>3/8</a:t>
                      </a:r>
                    </a:p>
                  </a:txBody>
                  <a:tcPr marL="91431" marR="91431" horzOverflow="overflow">
                    <a:lnL w="12700" cap="flat" cmpd="sng" algn="ctr">
                      <a:solidFill>
                        <a:srgbClr val="F7901E"/>
                      </a:solidFill>
                      <a:prstDash val="solid"/>
                      <a:round/>
                      <a:headEnd type="none" w="med" len="med"/>
                      <a:tailEnd type="none" w="med" len="med"/>
                    </a:lnL>
                    <a:lnR w="12700" cap="flat" cmpd="sng" algn="ctr">
                      <a:solidFill>
                        <a:srgbClr val="F7901E"/>
                      </a:solidFill>
                      <a:prstDash val="solid"/>
                      <a:round/>
                      <a:headEnd type="none" w="med" len="med"/>
                      <a:tailEnd type="none" w="med" len="med"/>
                    </a:lnR>
                    <a:lnT w="25400" cap="flat" cmpd="sng" algn="ctr">
                      <a:solidFill>
                        <a:srgbClr val="F7901E"/>
                      </a:solidFill>
                      <a:prstDash val="solid"/>
                      <a:round/>
                      <a:headEnd type="none" w="med" len="med"/>
                      <a:tailEnd type="none" w="med" len="med"/>
                    </a:lnT>
                    <a:lnB w="12700" cap="flat" cmpd="sng" algn="ctr">
                      <a:solidFill>
                        <a:srgbClr val="F7901E"/>
                      </a:solidFill>
                      <a:prstDash val="solid"/>
                      <a:round/>
                      <a:headEnd type="none" w="med" len="med"/>
                      <a:tailEnd type="none" w="med" len="med"/>
                    </a:lnB>
                    <a:lnTlToBr>
                      <a:noFill/>
                    </a:lnTlToBr>
                    <a:lnBlToTr>
                      <a:noFill/>
                    </a:lnBlToTr>
                    <a:solidFill>
                      <a:srgbClr val="F7901E">
                        <a:alpha val="20000"/>
                      </a:srgb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ＭＳ Ｐゴシック" charset="0"/>
                          <a:cs typeface="ＭＳ Ｐゴシック" charset="0"/>
                        </a:rPr>
                        <a:t>3/8</a:t>
                      </a:r>
                    </a:p>
                  </a:txBody>
                  <a:tcPr marL="91431" marR="91431" horzOverflow="overflow">
                    <a:lnL w="12700" cap="flat" cmpd="sng" algn="ctr">
                      <a:solidFill>
                        <a:srgbClr val="F7901E"/>
                      </a:solidFill>
                      <a:prstDash val="solid"/>
                      <a:round/>
                      <a:headEnd type="none" w="med" len="med"/>
                      <a:tailEnd type="none" w="med" len="med"/>
                    </a:lnL>
                    <a:lnR w="12700" cap="flat" cmpd="sng" algn="ctr">
                      <a:solidFill>
                        <a:srgbClr val="F7901E"/>
                      </a:solidFill>
                      <a:prstDash val="solid"/>
                      <a:round/>
                      <a:headEnd type="none" w="med" len="med"/>
                      <a:tailEnd type="none" w="med" len="med"/>
                    </a:lnR>
                    <a:lnT w="25400" cap="flat" cmpd="sng" algn="ctr">
                      <a:solidFill>
                        <a:srgbClr val="F7901E"/>
                      </a:solidFill>
                      <a:prstDash val="solid"/>
                      <a:round/>
                      <a:headEnd type="none" w="med" len="med"/>
                      <a:tailEnd type="none" w="med" len="med"/>
                    </a:lnT>
                    <a:lnB w="12700" cap="flat" cmpd="sng" algn="ctr">
                      <a:solidFill>
                        <a:srgbClr val="F7901E"/>
                      </a:solidFill>
                      <a:prstDash val="solid"/>
                      <a:round/>
                      <a:headEnd type="none" w="med" len="med"/>
                      <a:tailEnd type="none" w="med" len="med"/>
                    </a:lnB>
                    <a:lnTlToBr>
                      <a:noFill/>
                    </a:lnTlToBr>
                    <a:lnBlToTr>
                      <a:noFill/>
                    </a:lnBlToTr>
                    <a:solidFill>
                      <a:srgbClr val="F7901E">
                        <a:alpha val="20000"/>
                      </a:srgb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a:ln>
                            <a:noFill/>
                          </a:ln>
                          <a:solidFill>
                            <a:schemeClr val="tx1"/>
                          </a:solidFill>
                          <a:effectLst/>
                          <a:latin typeface="Arial" charset="0"/>
                          <a:ea typeface="ＭＳ Ｐゴシック" charset="0"/>
                          <a:cs typeface="ＭＳ Ｐゴシック" charset="0"/>
                        </a:rPr>
                        <a:t>1/8</a:t>
                      </a:r>
                    </a:p>
                  </a:txBody>
                  <a:tcPr marL="91431" marR="91431" horzOverflow="overflow">
                    <a:lnL w="12700" cap="flat" cmpd="sng" algn="ctr">
                      <a:solidFill>
                        <a:srgbClr val="F7901E"/>
                      </a:solidFill>
                      <a:prstDash val="solid"/>
                      <a:round/>
                      <a:headEnd type="none" w="med" len="med"/>
                      <a:tailEnd type="none" w="med" len="med"/>
                    </a:lnL>
                    <a:lnR w="12700" cap="flat" cmpd="sng" algn="ctr">
                      <a:solidFill>
                        <a:srgbClr val="F7901E"/>
                      </a:solidFill>
                      <a:prstDash val="solid"/>
                      <a:round/>
                      <a:headEnd type="none" w="med" len="med"/>
                      <a:tailEnd type="none" w="med" len="med"/>
                    </a:lnR>
                    <a:lnT w="25400" cap="flat" cmpd="sng" algn="ctr">
                      <a:solidFill>
                        <a:srgbClr val="F7901E"/>
                      </a:solidFill>
                      <a:prstDash val="solid"/>
                      <a:round/>
                      <a:headEnd type="none" w="med" len="med"/>
                      <a:tailEnd type="none" w="med" len="med"/>
                    </a:lnT>
                    <a:lnB w="12700" cap="flat" cmpd="sng" algn="ctr">
                      <a:solidFill>
                        <a:srgbClr val="F7901E"/>
                      </a:solidFill>
                      <a:prstDash val="solid"/>
                      <a:round/>
                      <a:headEnd type="none" w="med" len="med"/>
                      <a:tailEnd type="none" w="med" len="med"/>
                    </a:lnB>
                    <a:lnTlToBr>
                      <a:noFill/>
                    </a:lnTlToBr>
                    <a:lnBlToTr>
                      <a:noFill/>
                    </a:lnBlToTr>
                    <a:solidFill>
                      <a:srgbClr val="F7901E">
                        <a:alpha val="20000"/>
                      </a:srgbClr>
                    </a:solidFill>
                  </a:tcPr>
                </a:tc>
                <a:extLst>
                  <a:ext uri="{0D108BD9-81ED-4DB2-BD59-A6C34878D82A}">
                    <a16:rowId xmlns:a16="http://schemas.microsoft.com/office/drawing/2014/main" xmlns="" val="10001"/>
                  </a:ext>
                </a:extLst>
              </a:tr>
            </a:tbl>
          </a:graphicData>
        </a:graphic>
      </p:graphicFrame>
      <p:sp>
        <p:nvSpPr>
          <p:cNvPr id="17" name="Curved Down Arrow 16" descr="An arrow points from the list of coin tosses to the following table."/>
          <p:cNvSpPr>
            <a:spLocks noChangeArrowheads="1"/>
          </p:cNvSpPr>
          <p:nvPr/>
        </p:nvSpPr>
        <p:spPr bwMode="auto">
          <a:xfrm rot="722487">
            <a:off x="2092325" y="5708650"/>
            <a:ext cx="1736725" cy="493713"/>
          </a:xfrm>
          <a:prstGeom prst="curvedDownArrow">
            <a:avLst>
              <a:gd name="adj1" fmla="val 25015"/>
              <a:gd name="adj2" fmla="val 49997"/>
              <a:gd name="adj3" fmla="val 25000"/>
            </a:avLst>
          </a:prstGeom>
          <a:solidFill>
            <a:srgbClr val="D2DA7A"/>
          </a:solidFill>
          <a:ln w="10000">
            <a:solidFill>
              <a:srgbClr val="D2DA7A"/>
            </a:solidFill>
            <a:miter lim="800000"/>
            <a:headEnd/>
            <a:tailEnd/>
          </a:ln>
          <a:effectLst>
            <a:outerShdw blurRad="38100" dist="30000" dir="5400000" rotWithShape="0">
              <a:srgbClr val="808080">
                <a:alpha val="45000"/>
              </a:srgbClr>
            </a:outerShdw>
          </a:effectLst>
        </p:spPr>
        <p:txBody>
          <a:bodyPr anchor="ctr"/>
          <a:lstStyle/>
          <a:p>
            <a:pPr algn="ctr" defTabSz="457200" fontAlgn="base">
              <a:spcBef>
                <a:spcPct val="0"/>
              </a:spcBef>
              <a:spcAft>
                <a:spcPct val="0"/>
              </a:spcAft>
              <a:defRPr/>
            </a:pPr>
            <a:endParaRPr lang="en-US">
              <a:solidFill>
                <a:prstClr val="black"/>
              </a:solidFill>
              <a:ea typeface="ＭＳ Ｐゴシック" pitchFamily="34" charset="-128"/>
            </a:endParaRPr>
          </a:p>
        </p:txBody>
      </p:sp>
      <p:pic>
        <p:nvPicPr>
          <p:cNvPr id="45085" name="Picture 10" descr="A histogram of a probability distribution."/>
          <p:cNvPicPr>
            <a:picLocks noChangeAspect="1"/>
          </p:cNvPicPr>
          <p:nvPr/>
        </p:nvPicPr>
        <p:blipFill rotWithShape="1">
          <a:blip r:embed="rId2" cstate="print">
            <a:extLst>
              <a:ext uri="{28A0092B-C50C-407E-A947-70E740481C1C}">
                <a14:useLocalDpi xmlns:a14="http://schemas.microsoft.com/office/drawing/2010/main" val="0"/>
              </a:ext>
            </a:extLst>
          </a:blip>
          <a:srcRect l="-48" r="-48"/>
          <a:stretch/>
        </p:blipFill>
        <p:spPr bwMode="auto">
          <a:xfrm>
            <a:off x="6435157" y="4584265"/>
            <a:ext cx="2501087" cy="206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Curved Down Arrow 19" descr="An arrow points from the table to a histogram"/>
          <p:cNvSpPr>
            <a:spLocks noChangeArrowheads="1"/>
          </p:cNvSpPr>
          <p:nvPr/>
        </p:nvSpPr>
        <p:spPr bwMode="auto">
          <a:xfrm rot="20561537">
            <a:off x="5616782" y="5303403"/>
            <a:ext cx="1509712" cy="527050"/>
          </a:xfrm>
          <a:prstGeom prst="curvedDownArrow">
            <a:avLst>
              <a:gd name="adj1" fmla="val 25009"/>
              <a:gd name="adj2" fmla="val 49994"/>
              <a:gd name="adj3" fmla="val 25000"/>
            </a:avLst>
          </a:prstGeom>
          <a:solidFill>
            <a:srgbClr val="D2DA7A"/>
          </a:solidFill>
          <a:ln w="10000">
            <a:solidFill>
              <a:srgbClr val="D2DA7A"/>
            </a:solidFill>
            <a:miter lim="800000"/>
            <a:headEnd/>
            <a:tailEnd/>
          </a:ln>
          <a:effectLst>
            <a:outerShdw blurRad="38100" dist="30000" dir="5400000" rotWithShape="0">
              <a:srgbClr val="808080">
                <a:alpha val="45000"/>
              </a:srgbClr>
            </a:outerShdw>
          </a:effectLst>
        </p:spPr>
        <p:txBody>
          <a:bodyPr anchor="ctr"/>
          <a:lstStyle/>
          <a:p>
            <a:pPr algn="ctr" defTabSz="457200" fontAlgn="base">
              <a:spcBef>
                <a:spcPct val="0"/>
              </a:spcBef>
              <a:spcAft>
                <a:spcPct val="0"/>
              </a:spcAft>
              <a:defRPr/>
            </a:pPr>
            <a:endParaRPr lang="en-US">
              <a:solidFill>
                <a:prstClr val="black"/>
              </a:solidFill>
              <a:ea typeface="ＭＳ Ｐゴシック" pitchFamily="34" charset="-128"/>
            </a:endParaRPr>
          </a:p>
        </p:txBody>
      </p:sp>
    </p:spTree>
    <p:extLst>
      <p:ext uri="{BB962C8B-B14F-4D97-AF65-F5344CB8AC3E}">
        <p14:creationId xmlns:p14="http://schemas.microsoft.com/office/powerpoint/2010/main" val="3548156491"/>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5"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 calcmode="lin" valueType="num">
                                      <p:cBhvr>
                                        <p:cTn id="12" dur="1000" fill="hold"/>
                                        <p:tgtEl>
                                          <p:spTgt spid="14"/>
                                        </p:tgtEl>
                                        <p:attrNameLst>
                                          <p:attrName>ppt_w</p:attrName>
                                        </p:attrNameLst>
                                      </p:cBhvr>
                                      <p:tavLst>
                                        <p:tav tm="0">
                                          <p:val>
                                            <p:strVal val="#ppt_w*0.70"/>
                                          </p:val>
                                        </p:tav>
                                        <p:tav tm="100000">
                                          <p:val>
                                            <p:strVal val="#ppt_w"/>
                                          </p:val>
                                        </p:tav>
                                      </p:tavLst>
                                    </p:anim>
                                    <p:anim calcmode="lin" valueType="num">
                                      <p:cBhvr>
                                        <p:cTn id="13" dur="1000" fill="hold"/>
                                        <p:tgtEl>
                                          <p:spTgt spid="14"/>
                                        </p:tgtEl>
                                        <p:attrNameLst>
                                          <p:attrName>ppt_h</p:attrName>
                                        </p:attrNameLst>
                                      </p:cBhvr>
                                      <p:tavLst>
                                        <p:tav tm="0">
                                          <p:val>
                                            <p:strVal val="#ppt_h"/>
                                          </p:val>
                                        </p:tav>
                                        <p:tav tm="100000">
                                          <p:val>
                                            <p:strVal val="#ppt_h"/>
                                          </p:val>
                                        </p:tav>
                                      </p:tavLst>
                                    </p:anim>
                                    <p:animEffect transition="in" filter="fade">
                                      <p:cBhvr>
                                        <p:cTn id="14" dur="1000"/>
                                        <p:tgtEl>
                                          <p:spTgt spid="14"/>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1000"/>
                                        <p:tgtEl>
                                          <p:spTgt spid="15"/>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10" presetClass="entr" presetSubtype="0" fill="hold" nodeType="click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1000"/>
                                        <p:tgtEl>
                                          <p:spTgt spid="17"/>
                                        </p:tgtEl>
                                      </p:cBhvr>
                                    </p:animEffect>
                                  </p:childTnLst>
                                </p:cTn>
                              </p:par>
                              <p:par>
                                <p:cTn id="25" presetID="10" presetClass="entr" presetSubtype="0" fill="hold" nodeType="with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1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4" grpId="0"/>
      <p:bldP spid="15" grpId="0"/>
    </p:bld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pPr eaLnBrk="1" hangingPunct="1"/>
            <a:r>
              <a:rPr lang="en-US" dirty="0">
                <a:ea typeface="ＭＳ Ｐゴシック" pitchFamily="34" charset="-128"/>
                <a:cs typeface="Arial" pitchFamily="34" charset="0"/>
              </a:rPr>
              <a:t>Discrete Random Variables 1</a:t>
            </a:r>
          </a:p>
        </p:txBody>
      </p:sp>
      <p:sp>
        <p:nvSpPr>
          <p:cNvPr id="46081"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nSpc>
                <a:spcPct val="80000"/>
              </a:lnSpc>
            </a:pPr>
            <a:fld id="{80256DF6-6070-477C-9A30-3433A9F9BF41}" type="slidenum">
              <a:rPr lang="en-US" sz="1200">
                <a:solidFill>
                  <a:schemeClr val="accent1"/>
                </a:solidFill>
              </a:rPr>
              <a:pPr>
                <a:lnSpc>
                  <a:spcPct val="80000"/>
                </a:lnSpc>
              </a:pPr>
              <a:t>19</a:t>
            </a:fld>
            <a:endParaRPr lang="en-US" sz="1200">
              <a:solidFill>
                <a:schemeClr val="accent1"/>
              </a:solidFill>
            </a:endParaRPr>
          </a:p>
        </p:txBody>
      </p:sp>
      <p:sp>
        <p:nvSpPr>
          <p:cNvPr id="46083" name="Rectangle 1"/>
          <p:cNvSpPr>
            <a:spLocks noChangeArrowheads="1"/>
          </p:cNvSpPr>
          <p:nvPr/>
        </p:nvSpPr>
        <p:spPr bwMode="auto">
          <a:xfrm>
            <a:off x="174626" y="1181100"/>
            <a:ext cx="8320306" cy="1631216"/>
          </a:xfrm>
          <a:prstGeom prst="rect">
            <a:avLst/>
          </a:prstGeom>
          <a:solidFill>
            <a:srgbClr val="FFD780"/>
          </a:solidFill>
          <a:ln>
            <a:noFill/>
          </a:ln>
        </p:spPr>
        <p:txBody>
          <a:bodyPr wrap="square">
            <a:spAutoFit/>
          </a:bodyPr>
          <a:lstStyle/>
          <a:p>
            <a:pPr eaLnBrk="1" hangingPunct="1">
              <a:buFont typeface="Wingdings" pitchFamily="2" charset="2"/>
              <a:buNone/>
            </a:pPr>
            <a:r>
              <a:rPr lang="en-US" sz="2000" dirty="0">
                <a:solidFill>
                  <a:srgbClr val="000000"/>
                </a:solidFill>
              </a:rPr>
              <a:t>There are two main types of random variables: </a:t>
            </a:r>
            <a:r>
              <a:rPr lang="en-US" sz="2000" i="1" dirty="0">
                <a:solidFill>
                  <a:srgbClr val="000000"/>
                </a:solidFill>
              </a:rPr>
              <a:t>discrete</a:t>
            </a:r>
            <a:r>
              <a:rPr lang="en-US" sz="2000" dirty="0">
                <a:solidFill>
                  <a:srgbClr val="000000"/>
                </a:solidFill>
              </a:rPr>
              <a:t> and </a:t>
            </a:r>
            <a:r>
              <a:rPr lang="en-US" sz="2000" i="1" dirty="0">
                <a:solidFill>
                  <a:srgbClr val="000000"/>
                </a:solidFill>
              </a:rPr>
              <a:t>continuous</a:t>
            </a:r>
            <a:r>
              <a:rPr lang="en-US" sz="2000" dirty="0">
                <a:solidFill>
                  <a:srgbClr val="000000"/>
                </a:solidFill>
              </a:rPr>
              <a:t>.</a:t>
            </a:r>
          </a:p>
          <a:p>
            <a:pPr eaLnBrk="1" hangingPunct="1">
              <a:buFont typeface="Wingdings" pitchFamily="2" charset="2"/>
              <a:buNone/>
            </a:pPr>
            <a:endParaRPr lang="en-US" sz="2000" dirty="0">
              <a:solidFill>
                <a:srgbClr val="000000"/>
              </a:solidFill>
            </a:endParaRPr>
          </a:p>
          <a:p>
            <a:pPr algn="just" eaLnBrk="1" hangingPunct="1">
              <a:buFont typeface="Wingdings" pitchFamily="2" charset="2"/>
              <a:buNone/>
            </a:pPr>
            <a:r>
              <a:rPr lang="en-US" sz="2000" dirty="0">
                <a:solidFill>
                  <a:srgbClr val="000000"/>
                </a:solidFill>
              </a:rPr>
              <a:t>If you </a:t>
            </a:r>
            <a:r>
              <a:rPr lang="en-US" sz="2000" dirty="0"/>
              <a:t>can find a way to list all possible outcomes for a random variable and assign probabilities to each one, then you have a </a:t>
            </a:r>
            <a:r>
              <a:rPr lang="en-US" sz="2000" b="1" dirty="0"/>
              <a:t>discrete random variable</a:t>
            </a:r>
            <a:r>
              <a:rPr lang="en-US" sz="2000" dirty="0"/>
              <a:t>.</a:t>
            </a:r>
            <a:endParaRPr lang="en-US" sz="3600" dirty="0"/>
          </a:p>
        </p:txBody>
      </p:sp>
      <p:sp>
        <p:nvSpPr>
          <p:cNvPr id="6" name="TextBox 5"/>
          <p:cNvSpPr txBox="1">
            <a:spLocks noChangeArrowheads="1"/>
          </p:cNvSpPr>
          <p:nvPr/>
        </p:nvSpPr>
        <p:spPr bwMode="auto">
          <a:xfrm>
            <a:off x="233143" y="3038278"/>
            <a:ext cx="8261788" cy="3632200"/>
          </a:xfrm>
          <a:prstGeom prst="rect">
            <a:avLst/>
          </a:prstGeom>
          <a:solidFill>
            <a:srgbClr val="FFD780"/>
          </a:solidFill>
          <a:ln w="10000">
            <a:solidFill>
              <a:srgbClr val="D2DA7A"/>
            </a:solidFill>
            <a:miter lim="800000"/>
            <a:headEnd/>
            <a:tailEnd/>
          </a:ln>
          <a:effectLst>
            <a:outerShdw blurRad="38100" dist="30000" dir="5400000" rotWithShape="0">
              <a:srgbClr val="808080">
                <a:alpha val="45000"/>
              </a:srgbClr>
            </a:outerShdw>
          </a:effectLst>
        </p:spPr>
        <p:txBody>
          <a:bodyPr wrap="square">
            <a:spAutoFit/>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just" eaLnBrk="1" hangingPunct="1">
              <a:spcAft>
                <a:spcPts val="1200"/>
              </a:spcAft>
            </a:pPr>
            <a:r>
              <a:rPr lang="en-US" sz="1800" dirty="0">
                <a:solidFill>
                  <a:srgbClr val="000000"/>
                </a:solidFill>
              </a:rPr>
              <a:t>A </a:t>
            </a:r>
            <a:r>
              <a:rPr lang="en-US" sz="1800" b="1" dirty="0"/>
              <a:t>discrete random variable </a:t>
            </a:r>
            <a:r>
              <a:rPr lang="en-US" sz="1800" b="1" i="1" dirty="0">
                <a:cs typeface="Arial" pitchFamily="34" charset="0"/>
              </a:rPr>
              <a:t>X</a:t>
            </a:r>
            <a:r>
              <a:rPr lang="en-US" sz="1800" b="1" i="1" dirty="0">
                <a:latin typeface="Times New Roman" pitchFamily="18" charset="0"/>
                <a:cs typeface="Times New Roman" pitchFamily="18" charset="0"/>
              </a:rPr>
              <a:t>  </a:t>
            </a:r>
            <a:r>
              <a:rPr lang="en-US" sz="1800" dirty="0"/>
              <a:t>takes </a:t>
            </a:r>
            <a:r>
              <a:rPr lang="en-US" sz="1800" dirty="0">
                <a:solidFill>
                  <a:srgbClr val="000000"/>
                </a:solidFill>
              </a:rPr>
              <a:t>a fixed set of possible values with gaps between. The probability distribution of a discrete random variable </a:t>
            </a:r>
            <a:r>
              <a:rPr lang="en-US" sz="1800" i="1" dirty="0">
                <a:solidFill>
                  <a:srgbClr val="000000"/>
                </a:solidFill>
                <a:cs typeface="Arial" pitchFamily="34" charset="0"/>
              </a:rPr>
              <a:t>X</a:t>
            </a:r>
            <a:r>
              <a:rPr lang="en-US" sz="1800" i="1" dirty="0">
                <a:solidFill>
                  <a:srgbClr val="000000"/>
                </a:solidFill>
                <a:latin typeface="Times New Roman" pitchFamily="18" charset="0"/>
                <a:cs typeface="Times New Roman" pitchFamily="18" charset="0"/>
              </a:rPr>
              <a:t> </a:t>
            </a:r>
            <a:r>
              <a:rPr lang="en-US" sz="1800" dirty="0">
                <a:solidFill>
                  <a:srgbClr val="000000"/>
                </a:solidFill>
              </a:rPr>
              <a:t>lists the values </a:t>
            </a:r>
            <a:r>
              <a:rPr lang="en-US" sz="1800" i="1" dirty="0">
                <a:solidFill>
                  <a:srgbClr val="000000"/>
                </a:solidFill>
                <a:latin typeface="Times New Roman" pitchFamily="18" charset="0"/>
                <a:cs typeface="Times New Roman" pitchFamily="18" charset="0"/>
              </a:rPr>
              <a:t>x</a:t>
            </a:r>
            <a:r>
              <a:rPr lang="en-US" sz="1800" i="1" baseline="-25000" dirty="0">
                <a:solidFill>
                  <a:srgbClr val="000000"/>
                </a:solidFill>
                <a:latin typeface="Times New Roman" pitchFamily="18" charset="0"/>
                <a:cs typeface="Times New Roman" pitchFamily="18" charset="0"/>
              </a:rPr>
              <a:t>i</a:t>
            </a:r>
            <a:r>
              <a:rPr lang="en-US" sz="1800" i="1" dirty="0">
                <a:solidFill>
                  <a:srgbClr val="000000"/>
                </a:solidFill>
              </a:rPr>
              <a:t> </a:t>
            </a:r>
            <a:r>
              <a:rPr lang="en-US" sz="1800" dirty="0">
                <a:solidFill>
                  <a:srgbClr val="000000"/>
                </a:solidFill>
              </a:rPr>
              <a:t>and their probabilities </a:t>
            </a:r>
            <a:r>
              <a:rPr lang="en-US" sz="1800" i="1" dirty="0">
                <a:solidFill>
                  <a:srgbClr val="000000"/>
                </a:solidFill>
                <a:latin typeface="Times New Roman" pitchFamily="18" charset="0"/>
                <a:cs typeface="Times New Roman" pitchFamily="18" charset="0"/>
              </a:rPr>
              <a:t>p</a:t>
            </a:r>
            <a:r>
              <a:rPr lang="en-US" sz="1800" i="1" baseline="-25000" dirty="0">
                <a:solidFill>
                  <a:srgbClr val="000000"/>
                </a:solidFill>
                <a:latin typeface="Times New Roman" pitchFamily="18" charset="0"/>
                <a:cs typeface="Times New Roman" pitchFamily="18" charset="0"/>
              </a:rPr>
              <a:t>i</a:t>
            </a:r>
            <a:r>
              <a:rPr lang="en-US" sz="1800" dirty="0">
                <a:solidFill>
                  <a:srgbClr val="000000"/>
                </a:solidFill>
              </a:rPr>
              <a:t>:</a:t>
            </a:r>
          </a:p>
          <a:p>
            <a:pPr eaLnBrk="1" hangingPunct="1"/>
            <a:r>
              <a:rPr lang="en-US" sz="1800" dirty="0">
                <a:solidFill>
                  <a:srgbClr val="000000"/>
                </a:solidFill>
              </a:rPr>
              <a:t>					</a:t>
            </a:r>
            <a:r>
              <a:rPr lang="en-US" sz="1800" b="1" dirty="0">
                <a:solidFill>
                  <a:srgbClr val="000000"/>
                </a:solidFill>
              </a:rPr>
              <a:t>Value:</a:t>
            </a:r>
            <a:r>
              <a:rPr lang="en-US" sz="1800" dirty="0">
                <a:solidFill>
                  <a:srgbClr val="000000"/>
                </a:solidFill>
              </a:rPr>
              <a:t>		</a:t>
            </a:r>
            <a:r>
              <a:rPr lang="en-US" sz="1800" i="1" dirty="0">
                <a:solidFill>
                  <a:srgbClr val="000000"/>
                </a:solidFill>
                <a:latin typeface="Times New Roman" pitchFamily="18" charset="0"/>
                <a:cs typeface="Times New Roman" pitchFamily="18" charset="0"/>
              </a:rPr>
              <a:t>x</a:t>
            </a:r>
            <a:r>
              <a:rPr lang="en-US" sz="1800" baseline="-25000" dirty="0">
                <a:solidFill>
                  <a:srgbClr val="000000"/>
                </a:solidFill>
                <a:latin typeface="Times New Roman" pitchFamily="18" charset="0"/>
                <a:cs typeface="Times New Roman" pitchFamily="18" charset="0"/>
              </a:rPr>
              <a:t>1</a:t>
            </a:r>
            <a:r>
              <a:rPr lang="en-US" sz="1800" dirty="0">
                <a:solidFill>
                  <a:srgbClr val="000000"/>
                </a:solidFill>
                <a:latin typeface="Times New Roman" pitchFamily="18" charset="0"/>
                <a:cs typeface="Times New Roman" pitchFamily="18" charset="0"/>
              </a:rPr>
              <a:t>	</a:t>
            </a:r>
            <a:r>
              <a:rPr lang="en-US" sz="1800" i="1" dirty="0">
                <a:solidFill>
                  <a:srgbClr val="000000"/>
                </a:solidFill>
                <a:latin typeface="Times New Roman" pitchFamily="18" charset="0"/>
                <a:cs typeface="Times New Roman" pitchFamily="18" charset="0"/>
              </a:rPr>
              <a:t>x</a:t>
            </a:r>
            <a:r>
              <a:rPr lang="en-US" sz="1800" baseline="-25000" dirty="0">
                <a:solidFill>
                  <a:srgbClr val="000000"/>
                </a:solidFill>
                <a:latin typeface="Times New Roman" pitchFamily="18" charset="0"/>
                <a:cs typeface="Times New Roman" pitchFamily="18" charset="0"/>
              </a:rPr>
              <a:t>2</a:t>
            </a:r>
            <a:r>
              <a:rPr lang="en-US" sz="1800" dirty="0">
                <a:solidFill>
                  <a:srgbClr val="000000"/>
                </a:solidFill>
                <a:latin typeface="Times New Roman" pitchFamily="18" charset="0"/>
                <a:cs typeface="Times New Roman" pitchFamily="18" charset="0"/>
              </a:rPr>
              <a:t>	</a:t>
            </a:r>
            <a:r>
              <a:rPr lang="en-US" sz="1800" i="1" dirty="0">
                <a:solidFill>
                  <a:srgbClr val="000000"/>
                </a:solidFill>
                <a:latin typeface="Times New Roman" pitchFamily="18" charset="0"/>
                <a:cs typeface="Times New Roman" pitchFamily="18" charset="0"/>
              </a:rPr>
              <a:t>x</a:t>
            </a:r>
            <a:r>
              <a:rPr lang="en-US" sz="1800" baseline="-25000" dirty="0">
                <a:solidFill>
                  <a:srgbClr val="000000"/>
                </a:solidFill>
                <a:latin typeface="Times New Roman" pitchFamily="18" charset="0"/>
                <a:cs typeface="Times New Roman" pitchFamily="18" charset="0"/>
              </a:rPr>
              <a:t>3</a:t>
            </a:r>
            <a:r>
              <a:rPr lang="en-US" sz="1800" dirty="0">
                <a:solidFill>
                  <a:srgbClr val="000000"/>
                </a:solidFill>
              </a:rPr>
              <a:t>	…</a:t>
            </a:r>
          </a:p>
          <a:p>
            <a:pPr eaLnBrk="1" hangingPunct="1">
              <a:spcAft>
                <a:spcPts val="600"/>
              </a:spcAft>
            </a:pPr>
            <a:r>
              <a:rPr lang="en-US" sz="1800" dirty="0">
                <a:solidFill>
                  <a:srgbClr val="000000"/>
                </a:solidFill>
              </a:rPr>
              <a:t>					</a:t>
            </a:r>
            <a:r>
              <a:rPr lang="en-US" sz="1800" b="1" dirty="0">
                <a:solidFill>
                  <a:srgbClr val="000000"/>
                </a:solidFill>
              </a:rPr>
              <a:t>Probability:</a:t>
            </a:r>
            <a:r>
              <a:rPr lang="en-US" sz="1800" dirty="0">
                <a:solidFill>
                  <a:srgbClr val="000000"/>
                </a:solidFill>
              </a:rPr>
              <a:t>	</a:t>
            </a:r>
            <a:r>
              <a:rPr lang="en-US" sz="1800" i="1" dirty="0">
                <a:solidFill>
                  <a:srgbClr val="000000"/>
                </a:solidFill>
                <a:latin typeface="Times New Roman" pitchFamily="18" charset="0"/>
                <a:cs typeface="Times New Roman" pitchFamily="18" charset="0"/>
              </a:rPr>
              <a:t>p</a:t>
            </a:r>
            <a:r>
              <a:rPr lang="en-US" sz="1800" baseline="-25000" dirty="0">
                <a:solidFill>
                  <a:srgbClr val="000000"/>
                </a:solidFill>
                <a:latin typeface="Times New Roman" pitchFamily="18" charset="0"/>
                <a:cs typeface="Times New Roman" pitchFamily="18" charset="0"/>
              </a:rPr>
              <a:t>1</a:t>
            </a:r>
            <a:r>
              <a:rPr lang="en-US" sz="1800" dirty="0">
                <a:solidFill>
                  <a:srgbClr val="000000"/>
                </a:solidFill>
                <a:latin typeface="Times New Roman" pitchFamily="18" charset="0"/>
                <a:cs typeface="Times New Roman" pitchFamily="18" charset="0"/>
              </a:rPr>
              <a:t>	</a:t>
            </a:r>
            <a:r>
              <a:rPr lang="en-US" sz="1800" i="1" dirty="0">
                <a:solidFill>
                  <a:srgbClr val="000000"/>
                </a:solidFill>
                <a:latin typeface="Times New Roman" pitchFamily="18" charset="0"/>
                <a:cs typeface="Times New Roman" pitchFamily="18" charset="0"/>
              </a:rPr>
              <a:t>p</a:t>
            </a:r>
            <a:r>
              <a:rPr lang="en-US" sz="1800" baseline="-25000" dirty="0">
                <a:solidFill>
                  <a:srgbClr val="000000"/>
                </a:solidFill>
                <a:latin typeface="Times New Roman" pitchFamily="18" charset="0"/>
                <a:cs typeface="Times New Roman" pitchFamily="18" charset="0"/>
              </a:rPr>
              <a:t>2</a:t>
            </a:r>
            <a:r>
              <a:rPr lang="en-US" sz="1800" dirty="0">
                <a:solidFill>
                  <a:srgbClr val="000000"/>
                </a:solidFill>
                <a:latin typeface="Times New Roman" pitchFamily="18" charset="0"/>
                <a:cs typeface="Times New Roman" pitchFamily="18" charset="0"/>
              </a:rPr>
              <a:t>	</a:t>
            </a:r>
            <a:r>
              <a:rPr lang="en-US" sz="1800" i="1" dirty="0">
                <a:solidFill>
                  <a:srgbClr val="000000"/>
                </a:solidFill>
                <a:latin typeface="Times New Roman" pitchFamily="18" charset="0"/>
                <a:cs typeface="Times New Roman" pitchFamily="18" charset="0"/>
              </a:rPr>
              <a:t>p</a:t>
            </a:r>
            <a:r>
              <a:rPr lang="en-US" sz="1800" baseline="-25000" dirty="0">
                <a:solidFill>
                  <a:srgbClr val="000000"/>
                </a:solidFill>
                <a:latin typeface="Times New Roman" pitchFamily="18" charset="0"/>
                <a:cs typeface="Times New Roman" pitchFamily="18" charset="0"/>
              </a:rPr>
              <a:t>3</a:t>
            </a:r>
            <a:r>
              <a:rPr lang="en-US" sz="1800" dirty="0">
                <a:solidFill>
                  <a:srgbClr val="000000"/>
                </a:solidFill>
              </a:rPr>
              <a:t>	…</a:t>
            </a:r>
          </a:p>
          <a:p>
            <a:pPr eaLnBrk="1" hangingPunct="1">
              <a:spcAft>
                <a:spcPts val="1200"/>
              </a:spcAft>
            </a:pPr>
            <a:r>
              <a:rPr lang="en-US" sz="1800" dirty="0">
                <a:solidFill>
                  <a:srgbClr val="000000"/>
                </a:solidFill>
              </a:rPr>
              <a:t>The probabilities </a:t>
            </a:r>
            <a:r>
              <a:rPr lang="en-US" sz="1800" i="1" dirty="0">
                <a:solidFill>
                  <a:srgbClr val="000000"/>
                </a:solidFill>
                <a:latin typeface="Times New Roman" pitchFamily="18" charset="0"/>
                <a:cs typeface="Times New Roman" pitchFamily="18" charset="0"/>
              </a:rPr>
              <a:t>p</a:t>
            </a:r>
            <a:r>
              <a:rPr lang="en-US" sz="1800" i="1" baseline="-25000" dirty="0">
                <a:solidFill>
                  <a:srgbClr val="000000"/>
                </a:solidFill>
                <a:latin typeface="Times New Roman" pitchFamily="18" charset="0"/>
                <a:cs typeface="Times New Roman" pitchFamily="18" charset="0"/>
              </a:rPr>
              <a:t>i </a:t>
            </a:r>
            <a:r>
              <a:rPr lang="en-US" sz="1800" dirty="0">
                <a:solidFill>
                  <a:srgbClr val="000000"/>
                </a:solidFill>
              </a:rPr>
              <a:t>must satisfy two requirements:</a:t>
            </a:r>
          </a:p>
          <a:p>
            <a:pPr eaLnBrk="1" hangingPunct="1">
              <a:spcAft>
                <a:spcPts val="1200"/>
              </a:spcAft>
              <a:buFontTx/>
              <a:buAutoNum type="arabicPeriod"/>
            </a:pPr>
            <a:r>
              <a:rPr lang="en-US" sz="1800" dirty="0">
                <a:solidFill>
                  <a:srgbClr val="000000"/>
                </a:solidFill>
              </a:rPr>
              <a:t> Every probability </a:t>
            </a:r>
            <a:r>
              <a:rPr lang="en-US" sz="1800" i="1" dirty="0">
                <a:solidFill>
                  <a:srgbClr val="000000"/>
                </a:solidFill>
                <a:latin typeface="Times New Roman" pitchFamily="18" charset="0"/>
                <a:cs typeface="Times New Roman" pitchFamily="18" charset="0"/>
              </a:rPr>
              <a:t>p</a:t>
            </a:r>
            <a:r>
              <a:rPr lang="en-US" sz="1800" i="1" baseline="-25000" dirty="0">
                <a:solidFill>
                  <a:srgbClr val="000000"/>
                </a:solidFill>
                <a:latin typeface="Times New Roman" pitchFamily="18" charset="0"/>
                <a:cs typeface="Times New Roman" pitchFamily="18" charset="0"/>
              </a:rPr>
              <a:t>i</a:t>
            </a:r>
            <a:r>
              <a:rPr lang="en-US" sz="1800" i="1" dirty="0">
                <a:solidFill>
                  <a:srgbClr val="000000"/>
                </a:solidFill>
                <a:latin typeface="Times New Roman" pitchFamily="18" charset="0"/>
                <a:cs typeface="Times New Roman" pitchFamily="18" charset="0"/>
              </a:rPr>
              <a:t> </a:t>
            </a:r>
            <a:r>
              <a:rPr lang="en-US" sz="1800" dirty="0">
                <a:solidFill>
                  <a:srgbClr val="000000"/>
                </a:solidFill>
              </a:rPr>
              <a:t>is a number between 0 and 1.</a:t>
            </a:r>
          </a:p>
          <a:p>
            <a:pPr eaLnBrk="1" hangingPunct="1">
              <a:spcAft>
                <a:spcPts val="1200"/>
              </a:spcAft>
              <a:buFontTx/>
              <a:buAutoNum type="arabicPeriod"/>
            </a:pPr>
            <a:r>
              <a:rPr lang="en-US" sz="1800" dirty="0">
                <a:solidFill>
                  <a:srgbClr val="000000"/>
                </a:solidFill>
              </a:rPr>
              <a:t> The sum of the probabilities is 1.</a:t>
            </a:r>
          </a:p>
          <a:p>
            <a:pPr eaLnBrk="1" hangingPunct="1">
              <a:spcAft>
                <a:spcPts val="1200"/>
              </a:spcAft>
            </a:pPr>
            <a:r>
              <a:rPr lang="en-US" sz="1800" dirty="0">
                <a:solidFill>
                  <a:srgbClr val="000000"/>
                </a:solidFill>
              </a:rPr>
              <a:t>To find the probability of any event, add the probabilities </a:t>
            </a:r>
            <a:r>
              <a:rPr lang="en-US" sz="1800" i="1" dirty="0">
                <a:solidFill>
                  <a:srgbClr val="000000"/>
                </a:solidFill>
                <a:latin typeface="Times New Roman" pitchFamily="18" charset="0"/>
                <a:cs typeface="Times New Roman" pitchFamily="18" charset="0"/>
              </a:rPr>
              <a:t>p</a:t>
            </a:r>
            <a:r>
              <a:rPr lang="en-US" sz="1800" i="1" baseline="-25000" dirty="0">
                <a:solidFill>
                  <a:srgbClr val="000000"/>
                </a:solidFill>
                <a:latin typeface="Times New Roman" pitchFamily="18" charset="0"/>
                <a:cs typeface="Times New Roman" pitchFamily="18" charset="0"/>
              </a:rPr>
              <a:t>i</a:t>
            </a:r>
            <a:r>
              <a:rPr lang="en-US" sz="1800" i="1" dirty="0">
                <a:solidFill>
                  <a:srgbClr val="000000"/>
                </a:solidFill>
                <a:latin typeface="Times New Roman" pitchFamily="18" charset="0"/>
                <a:cs typeface="Times New Roman" pitchFamily="18" charset="0"/>
              </a:rPr>
              <a:t> </a:t>
            </a:r>
            <a:r>
              <a:rPr lang="en-US" sz="1800" dirty="0">
                <a:solidFill>
                  <a:srgbClr val="000000"/>
                </a:solidFill>
              </a:rPr>
              <a:t>of the particular values </a:t>
            </a:r>
            <a:r>
              <a:rPr lang="en-US" sz="1800" i="1" dirty="0">
                <a:solidFill>
                  <a:srgbClr val="000000"/>
                </a:solidFill>
                <a:latin typeface="Times New Roman" pitchFamily="18" charset="0"/>
                <a:cs typeface="Times New Roman" pitchFamily="18" charset="0"/>
              </a:rPr>
              <a:t>x</a:t>
            </a:r>
            <a:r>
              <a:rPr lang="en-US" sz="1800" i="1" baseline="-25000" dirty="0">
                <a:solidFill>
                  <a:srgbClr val="000000"/>
                </a:solidFill>
                <a:latin typeface="Times New Roman" pitchFamily="18" charset="0"/>
                <a:cs typeface="Times New Roman" pitchFamily="18" charset="0"/>
              </a:rPr>
              <a:t>i</a:t>
            </a:r>
            <a:r>
              <a:rPr lang="en-US" sz="1800" i="1" dirty="0">
                <a:solidFill>
                  <a:srgbClr val="000000"/>
                </a:solidFill>
                <a:latin typeface="Times New Roman" pitchFamily="18" charset="0"/>
                <a:cs typeface="Times New Roman" pitchFamily="18" charset="0"/>
              </a:rPr>
              <a:t> </a:t>
            </a:r>
            <a:r>
              <a:rPr lang="en-US" sz="1800" dirty="0">
                <a:solidFill>
                  <a:srgbClr val="000000"/>
                </a:solidFill>
              </a:rPr>
              <a:t>that make up the event.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bg/>
                                          </p:spTgt>
                                        </p:tgtEl>
                                        <p:attrNameLst>
                                          <p:attrName>style.visibility</p:attrName>
                                        </p:attrNameLst>
                                      </p:cBhvr>
                                      <p:to>
                                        <p:strVal val="visible"/>
                                      </p:to>
                                    </p:set>
                                    <p:animEffect transition="in" filter="fade">
                                      <p:cBhvr>
                                        <p:cTn id="7" dur="1000"/>
                                        <p:tgtEl>
                                          <p:spTgt spid="6">
                                            <p:bg/>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fade">
                                      <p:cBhvr>
                                        <p:cTn id="12" dur="1000"/>
                                        <p:tgtEl>
                                          <p:spTgt spid="6">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xEl>
                                              <p:pRg st="1" end="1"/>
                                            </p:txEl>
                                          </p:spTgt>
                                        </p:tgtEl>
                                        <p:attrNameLst>
                                          <p:attrName>style.visibility</p:attrName>
                                        </p:attrNameLst>
                                      </p:cBhvr>
                                      <p:to>
                                        <p:strVal val="visible"/>
                                      </p:to>
                                    </p:set>
                                    <p:animEffect transition="in" filter="fade">
                                      <p:cBhvr>
                                        <p:cTn id="17" dur="1000"/>
                                        <p:tgtEl>
                                          <p:spTgt spid="6">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xEl>
                                              <p:pRg st="2" end="2"/>
                                            </p:txEl>
                                          </p:spTgt>
                                        </p:tgtEl>
                                        <p:attrNameLst>
                                          <p:attrName>style.visibility</p:attrName>
                                        </p:attrNameLst>
                                      </p:cBhvr>
                                      <p:to>
                                        <p:strVal val="visible"/>
                                      </p:to>
                                    </p:set>
                                    <p:animEffect transition="in" filter="fade">
                                      <p:cBhvr>
                                        <p:cTn id="22" dur="1000"/>
                                        <p:tgtEl>
                                          <p:spTgt spid="6">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6">
                                            <p:txEl>
                                              <p:pRg st="3" end="3"/>
                                            </p:txEl>
                                          </p:spTgt>
                                        </p:tgtEl>
                                        <p:attrNameLst>
                                          <p:attrName>style.visibility</p:attrName>
                                        </p:attrNameLst>
                                      </p:cBhvr>
                                      <p:to>
                                        <p:strVal val="visible"/>
                                      </p:to>
                                    </p:set>
                                    <p:animEffect transition="in" filter="fade">
                                      <p:cBhvr>
                                        <p:cTn id="27" dur="1000"/>
                                        <p:tgtEl>
                                          <p:spTgt spid="6">
                                            <p:txEl>
                                              <p:pRg st="3" end="3"/>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6">
                                            <p:txEl>
                                              <p:pRg st="4" end="4"/>
                                            </p:txEl>
                                          </p:spTgt>
                                        </p:tgtEl>
                                        <p:attrNameLst>
                                          <p:attrName>style.visibility</p:attrName>
                                        </p:attrNameLst>
                                      </p:cBhvr>
                                      <p:to>
                                        <p:strVal val="visible"/>
                                      </p:to>
                                    </p:set>
                                    <p:animEffect transition="in" filter="fade">
                                      <p:cBhvr>
                                        <p:cTn id="32" dur="1000"/>
                                        <p:tgtEl>
                                          <p:spTgt spid="6">
                                            <p:txEl>
                                              <p:pRg st="4" end="4"/>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6">
                                            <p:txEl>
                                              <p:pRg st="5" end="5"/>
                                            </p:txEl>
                                          </p:spTgt>
                                        </p:tgtEl>
                                        <p:attrNameLst>
                                          <p:attrName>style.visibility</p:attrName>
                                        </p:attrNameLst>
                                      </p:cBhvr>
                                      <p:to>
                                        <p:strVal val="visible"/>
                                      </p:to>
                                    </p:set>
                                    <p:animEffect transition="in" filter="fade">
                                      <p:cBhvr>
                                        <p:cTn id="37" dur="1000"/>
                                        <p:tgtEl>
                                          <p:spTgt spid="6">
                                            <p:txEl>
                                              <p:pRg st="5" end="5"/>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6">
                                            <p:txEl>
                                              <p:pRg st="6" end="6"/>
                                            </p:txEl>
                                          </p:spTgt>
                                        </p:tgtEl>
                                        <p:attrNameLst>
                                          <p:attrName>style.visibility</p:attrName>
                                        </p:attrNameLst>
                                      </p:cBhvr>
                                      <p:to>
                                        <p:strVal val="visible"/>
                                      </p:to>
                                    </p:set>
                                    <p:animEffect transition="in" filter="fade">
                                      <p:cBhvr>
                                        <p:cTn id="42" dur="1000"/>
                                        <p:tgtEl>
                                          <p:spTgt spid="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bldLvl="5" animBg="1"/>
    </p:bld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pPr eaLnBrk="1" hangingPunct="1"/>
            <a:r>
              <a:rPr lang="en-US" dirty="0">
                <a:ea typeface="ＭＳ Ｐゴシック" pitchFamily="34" charset="-128"/>
                <a:cs typeface="Arial" pitchFamily="34" charset="0"/>
              </a:rPr>
              <a:t>Discrete Random Variable 2</a:t>
            </a:r>
          </a:p>
        </p:txBody>
      </p:sp>
      <p:sp>
        <p:nvSpPr>
          <p:cNvPr id="47105"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nSpc>
                <a:spcPct val="80000"/>
              </a:lnSpc>
            </a:pPr>
            <a:fld id="{86822CA7-BE20-4474-B0A9-4F19D2D2B216}" type="slidenum">
              <a:rPr lang="en-US" sz="1200">
                <a:solidFill>
                  <a:schemeClr val="accent1"/>
                </a:solidFill>
              </a:rPr>
              <a:pPr>
                <a:lnSpc>
                  <a:spcPct val="80000"/>
                </a:lnSpc>
              </a:pPr>
              <a:t>20</a:t>
            </a:fld>
            <a:endParaRPr lang="en-US" sz="1200">
              <a:solidFill>
                <a:schemeClr val="accent1"/>
              </a:solidFill>
            </a:endParaRPr>
          </a:p>
        </p:txBody>
      </p:sp>
      <p:sp>
        <p:nvSpPr>
          <p:cNvPr id="47107" name="Rectangle 1"/>
          <p:cNvSpPr>
            <a:spLocks noChangeArrowheads="1"/>
          </p:cNvSpPr>
          <p:nvPr/>
        </p:nvSpPr>
        <p:spPr bwMode="auto">
          <a:xfrm>
            <a:off x="162645" y="1181100"/>
            <a:ext cx="7784379"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eaLnBrk="1" hangingPunct="1">
              <a:buFont typeface="Wingdings" pitchFamily="2" charset="2"/>
              <a:buNone/>
            </a:pPr>
            <a:r>
              <a:rPr lang="en-US" sz="2000" b="1" u="sng" dirty="0">
                <a:solidFill>
                  <a:schemeClr val="accent1"/>
                </a:solidFill>
              </a:rPr>
              <a:t>Example</a:t>
            </a:r>
            <a:r>
              <a:rPr lang="en-US" sz="2000" b="1" dirty="0">
                <a:solidFill>
                  <a:schemeClr val="accent1"/>
                </a:solidFill>
              </a:rPr>
              <a:t>: </a:t>
            </a:r>
            <a:r>
              <a:rPr lang="en-US" sz="2000" dirty="0">
                <a:solidFill>
                  <a:srgbClr val="000000"/>
                </a:solidFill>
              </a:rPr>
              <a:t>A liberal arts college posts the grade distribution for its courses. In a recent semester, students in one section of English 130 received 32% A</a:t>
            </a:r>
            <a:r>
              <a:rPr lang="en-US" altLang="en-US" sz="2000" dirty="0">
                <a:solidFill>
                  <a:srgbClr val="000000"/>
                </a:solidFill>
              </a:rPr>
              <a:t>’</a:t>
            </a:r>
            <a:r>
              <a:rPr lang="en-US" sz="2000" dirty="0">
                <a:solidFill>
                  <a:srgbClr val="000000"/>
                </a:solidFill>
              </a:rPr>
              <a:t>s, 42% B</a:t>
            </a:r>
            <a:r>
              <a:rPr lang="en-US" altLang="en-US" sz="2000" dirty="0">
                <a:solidFill>
                  <a:srgbClr val="000000"/>
                </a:solidFill>
              </a:rPr>
              <a:t>’</a:t>
            </a:r>
            <a:r>
              <a:rPr lang="en-US" sz="2000" dirty="0">
                <a:solidFill>
                  <a:srgbClr val="000000"/>
                </a:solidFill>
              </a:rPr>
              <a:t>s, 19% C</a:t>
            </a:r>
            <a:r>
              <a:rPr lang="en-US" altLang="en-US" sz="2000" dirty="0">
                <a:solidFill>
                  <a:srgbClr val="000000"/>
                </a:solidFill>
              </a:rPr>
              <a:t>’</a:t>
            </a:r>
            <a:r>
              <a:rPr lang="en-US" sz="2000" dirty="0">
                <a:solidFill>
                  <a:srgbClr val="000000"/>
                </a:solidFill>
              </a:rPr>
              <a:t>s, 3% D</a:t>
            </a:r>
            <a:r>
              <a:rPr lang="en-US" altLang="en-US" sz="2000" dirty="0">
                <a:solidFill>
                  <a:srgbClr val="000000"/>
                </a:solidFill>
              </a:rPr>
              <a:t>’</a:t>
            </a:r>
            <a:r>
              <a:rPr lang="en-US" sz="2000" dirty="0">
                <a:solidFill>
                  <a:srgbClr val="000000"/>
                </a:solidFill>
              </a:rPr>
              <a:t>s, and 4% F</a:t>
            </a:r>
            <a:r>
              <a:rPr lang="en-US" altLang="en-US" sz="2000" dirty="0">
                <a:solidFill>
                  <a:srgbClr val="000000"/>
                </a:solidFill>
              </a:rPr>
              <a:t>’</a:t>
            </a:r>
            <a:r>
              <a:rPr lang="en-US" sz="2000" dirty="0">
                <a:solidFill>
                  <a:srgbClr val="000000"/>
                </a:solidFill>
              </a:rPr>
              <a:t>s.</a:t>
            </a:r>
          </a:p>
        </p:txBody>
      </p:sp>
      <p:sp>
        <p:nvSpPr>
          <p:cNvPr id="6" name="TextBox 5" descr="The image shows a statement &quot;Here is the distribution of the discrete random variable called “Grade Points,” where A = 4, B = 3, etc.&quot;&#10;It shows a table with 2 rows and 5 columns. The value 0 shows probability  0.04, value 1 shows 0.03 probability, value 2 shows 0.19, value 3 shows 0.42, and value 4 shows 0.32 probability.&#10;The statement &quot;What is the probability that a randomly selected student got a B or better?&quot; is mentioned. It also shows probability expressions given as: P bracket open &quot;X&quot; greater than equal to &quot;3&quot; bracket close, which is equal to &quot;P&quot; bracket open &quot;X&quot; equals to &quot;3&quot; bracket close plus &quot;P&quot; bracket open &quot;X&quot; equals to &quot;4&quot; bracket close. The expression is equals to 0.42 plus 0.32 equals to 0.74."/>
          <p:cNvSpPr txBox="1">
            <a:spLocks noChangeArrowheads="1"/>
          </p:cNvSpPr>
          <p:nvPr/>
        </p:nvSpPr>
        <p:spPr bwMode="auto">
          <a:xfrm>
            <a:off x="588511" y="2576513"/>
            <a:ext cx="7772399" cy="2416046"/>
          </a:xfrm>
          <a:prstGeom prst="rect">
            <a:avLst/>
          </a:prstGeom>
          <a:solidFill>
            <a:srgbClr val="FFD780"/>
          </a:solidFill>
          <a:ln w="10000">
            <a:solidFill>
              <a:srgbClr val="D2DA7A"/>
            </a:solidFill>
            <a:miter lim="800000"/>
            <a:headEnd/>
            <a:tailEnd/>
          </a:ln>
          <a:effectLst>
            <a:outerShdw blurRad="38100" dist="30000" dir="5400000" rotWithShape="0">
              <a:srgbClr val="808080">
                <a:alpha val="45000"/>
              </a:srgbClr>
            </a:outerShdw>
          </a:effectLst>
        </p:spPr>
        <p:txBody>
          <a:bodyPr wrap="square">
            <a:spAutoFit/>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Aft>
                <a:spcPts val="1200"/>
              </a:spcAft>
            </a:pPr>
            <a:r>
              <a:rPr lang="en-US" sz="1800" dirty="0">
                <a:solidFill>
                  <a:srgbClr val="000000"/>
                </a:solidFill>
              </a:rPr>
              <a:t>Here is the distribution of the discrete random variable called </a:t>
            </a:r>
            <a:r>
              <a:rPr lang="en-US" altLang="en-US" sz="1800" dirty="0">
                <a:solidFill>
                  <a:srgbClr val="000000"/>
                </a:solidFill>
              </a:rPr>
              <a:t>“</a:t>
            </a:r>
            <a:r>
              <a:rPr lang="en-US" sz="1800" dirty="0">
                <a:solidFill>
                  <a:srgbClr val="000000"/>
                </a:solidFill>
              </a:rPr>
              <a:t>Grade Points,</a:t>
            </a:r>
            <a:r>
              <a:rPr lang="en-US" altLang="en-US" sz="1800" dirty="0">
                <a:solidFill>
                  <a:srgbClr val="000000"/>
                </a:solidFill>
              </a:rPr>
              <a:t>”</a:t>
            </a:r>
            <a:r>
              <a:rPr lang="en-US" sz="1800" dirty="0">
                <a:solidFill>
                  <a:srgbClr val="000000"/>
                </a:solidFill>
              </a:rPr>
              <a:t> where A = 4, B = 3, etc.:</a:t>
            </a:r>
          </a:p>
          <a:p>
            <a:pPr eaLnBrk="1" hangingPunct="1"/>
            <a:r>
              <a:rPr lang="en-US" sz="1800" dirty="0">
                <a:solidFill>
                  <a:srgbClr val="000000"/>
                </a:solidFill>
              </a:rPr>
              <a:t>	</a:t>
            </a:r>
            <a:r>
              <a:rPr lang="en-US" sz="1800" b="1" dirty="0">
                <a:solidFill>
                  <a:srgbClr val="000000"/>
                </a:solidFill>
              </a:rPr>
              <a:t>Value:</a:t>
            </a:r>
            <a:r>
              <a:rPr lang="en-US" sz="1800" dirty="0">
                <a:solidFill>
                  <a:srgbClr val="000000"/>
                </a:solidFill>
              </a:rPr>
              <a:t>		  </a:t>
            </a:r>
            <a:r>
              <a:rPr lang="en-US" sz="1800" dirty="0">
                <a:solidFill>
                  <a:srgbClr val="000000"/>
                </a:solidFill>
                <a:cs typeface="Arial" pitchFamily="34" charset="0"/>
              </a:rPr>
              <a:t>0		  1		  2		  3		  4</a:t>
            </a:r>
          </a:p>
          <a:p>
            <a:pPr eaLnBrk="1" hangingPunct="1">
              <a:spcAft>
                <a:spcPts val="600"/>
              </a:spcAft>
            </a:pPr>
            <a:r>
              <a:rPr lang="en-US" sz="1800" dirty="0">
                <a:solidFill>
                  <a:srgbClr val="000000"/>
                </a:solidFill>
              </a:rPr>
              <a:t>	</a:t>
            </a:r>
            <a:r>
              <a:rPr lang="en-US" sz="1800" b="1" dirty="0">
                <a:solidFill>
                  <a:srgbClr val="000000"/>
                </a:solidFill>
              </a:rPr>
              <a:t>Probability:</a:t>
            </a:r>
            <a:r>
              <a:rPr lang="en-US" sz="1800" dirty="0">
                <a:solidFill>
                  <a:srgbClr val="000000"/>
                </a:solidFill>
              </a:rPr>
              <a:t>	</a:t>
            </a:r>
            <a:r>
              <a:rPr lang="en-US" sz="1800" dirty="0">
                <a:solidFill>
                  <a:srgbClr val="000000"/>
                </a:solidFill>
                <a:cs typeface="Arial" pitchFamily="34" charset="0"/>
              </a:rPr>
              <a:t>0.04		0.03		0.19		0.42		0.32</a:t>
            </a:r>
          </a:p>
          <a:p>
            <a:pPr eaLnBrk="1" hangingPunct="1">
              <a:spcAft>
                <a:spcPts val="600"/>
              </a:spcAft>
            </a:pPr>
            <a:endParaRPr lang="en-US" sz="1800" dirty="0">
              <a:solidFill>
                <a:srgbClr val="000000"/>
              </a:solidFill>
            </a:endParaRPr>
          </a:p>
          <a:p>
            <a:pPr eaLnBrk="1" hangingPunct="1">
              <a:spcAft>
                <a:spcPts val="600"/>
              </a:spcAft>
            </a:pPr>
            <a:r>
              <a:rPr lang="en-US" sz="1800" dirty="0">
                <a:solidFill>
                  <a:srgbClr val="000000"/>
                </a:solidFill>
              </a:rPr>
              <a:t>What is the probability that a randomly selected student got a B or better?</a:t>
            </a:r>
          </a:p>
          <a:p>
            <a:pPr eaLnBrk="1" hangingPunct="1">
              <a:spcAft>
                <a:spcPts val="600"/>
              </a:spcAft>
            </a:pPr>
            <a:r>
              <a:rPr lang="en-US" sz="1800" dirty="0">
                <a:solidFill>
                  <a:srgbClr val="000000"/>
                </a:solidFill>
              </a:rPr>
              <a:t>             P(X ≥ 3) = P(X = 3) + P(X = 4)  = 0.42 + 0.32 = 0.74</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bg/>
                                          </p:spTgt>
                                        </p:tgtEl>
                                        <p:attrNameLst>
                                          <p:attrName>style.visibility</p:attrName>
                                        </p:attrNameLst>
                                      </p:cBhvr>
                                      <p:to>
                                        <p:strVal val="visible"/>
                                      </p:to>
                                    </p:set>
                                    <p:animEffect transition="in" filter="fade">
                                      <p:cBhvr>
                                        <p:cTn id="7" dur="1000"/>
                                        <p:tgtEl>
                                          <p:spTgt spid="6">
                                            <p:bg/>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fade">
                                      <p:cBhvr>
                                        <p:cTn id="12" dur="1000"/>
                                        <p:tgtEl>
                                          <p:spTgt spid="6">
                                            <p:txEl>
                                              <p:pRg st="0" end="0"/>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6">
                                            <p:txEl>
                                              <p:pRg st="1" end="1"/>
                                            </p:txEl>
                                          </p:spTgt>
                                        </p:tgtEl>
                                        <p:attrNameLst>
                                          <p:attrName>style.visibility</p:attrName>
                                        </p:attrNameLst>
                                      </p:cBhvr>
                                      <p:to>
                                        <p:strVal val="visible"/>
                                      </p:to>
                                    </p:set>
                                    <p:animEffect transition="in" filter="fade">
                                      <p:cBhvr>
                                        <p:cTn id="15" dur="1000"/>
                                        <p:tgtEl>
                                          <p:spTgt spid="6">
                                            <p:txEl>
                                              <p:pRg st="1" end="1"/>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6">
                                            <p:txEl>
                                              <p:pRg st="2" end="2"/>
                                            </p:txEl>
                                          </p:spTgt>
                                        </p:tgtEl>
                                        <p:attrNameLst>
                                          <p:attrName>style.visibility</p:attrName>
                                        </p:attrNameLst>
                                      </p:cBhvr>
                                      <p:to>
                                        <p:strVal val="visible"/>
                                      </p:to>
                                    </p:set>
                                    <p:animEffect transition="in" filter="fade">
                                      <p:cBhvr>
                                        <p:cTn id="18" dur="1000"/>
                                        <p:tgtEl>
                                          <p:spTgt spid="6">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animEffect transition="in" filter="fade">
                                      <p:cBhvr>
                                        <p:cTn id="23" dur="1000"/>
                                        <p:tgtEl>
                                          <p:spTgt spid="6">
                                            <p:txEl>
                                              <p:pRg st="4" end="4"/>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6">
                                            <p:txEl>
                                              <p:pRg st="5" end="5"/>
                                            </p:txEl>
                                          </p:spTgt>
                                        </p:tgtEl>
                                        <p:attrNameLst>
                                          <p:attrName>style.visibility</p:attrName>
                                        </p:attrNameLst>
                                      </p:cBhvr>
                                      <p:to>
                                        <p:strVal val="visible"/>
                                      </p:to>
                                    </p:set>
                                    <p:animEffect transition="in" filter="fade">
                                      <p:cBhvr>
                                        <p:cTn id="28" dur="1000"/>
                                        <p:tgtEl>
                                          <p:spTgt spid="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bldLvl="5" animBg="1"/>
    </p:bld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a:xfrm>
            <a:off x="174624" y="154305"/>
            <a:ext cx="8081963" cy="777240"/>
          </a:xfrm>
        </p:spPr>
        <p:txBody>
          <a:bodyPr/>
          <a:lstStyle/>
          <a:p>
            <a:pPr eaLnBrk="1" hangingPunct="1"/>
            <a:r>
              <a:rPr lang="en-US" dirty="0">
                <a:ea typeface="ＭＳ Ｐゴシック" pitchFamily="34" charset="-128"/>
                <a:cs typeface="Arial" pitchFamily="34" charset="0"/>
              </a:rPr>
              <a:t>Continuous Random Variables</a:t>
            </a:r>
          </a:p>
        </p:txBody>
      </p:sp>
      <p:sp>
        <p:nvSpPr>
          <p:cNvPr id="48129"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nSpc>
                <a:spcPct val="80000"/>
              </a:lnSpc>
            </a:pPr>
            <a:fld id="{2590B029-E21E-4376-8484-787953EFF8E7}" type="slidenum">
              <a:rPr lang="en-US" sz="1200">
                <a:solidFill>
                  <a:schemeClr val="accent1"/>
                </a:solidFill>
              </a:rPr>
              <a:pPr>
                <a:lnSpc>
                  <a:spcPct val="80000"/>
                </a:lnSpc>
              </a:pPr>
              <a:t>21</a:t>
            </a:fld>
            <a:endParaRPr lang="en-US" sz="1200">
              <a:solidFill>
                <a:schemeClr val="accent1"/>
              </a:solidFill>
            </a:endParaRPr>
          </a:p>
        </p:txBody>
      </p:sp>
      <p:sp>
        <p:nvSpPr>
          <p:cNvPr id="48131" name="Rectangle 1"/>
          <p:cNvSpPr>
            <a:spLocks noChangeArrowheads="1"/>
          </p:cNvSpPr>
          <p:nvPr/>
        </p:nvSpPr>
        <p:spPr bwMode="auto">
          <a:xfrm>
            <a:off x="183356" y="1076642"/>
            <a:ext cx="8090693" cy="3170099"/>
          </a:xfrm>
          <a:prstGeom prst="rect">
            <a:avLst/>
          </a:prstGeom>
          <a:solidFill>
            <a:srgbClr val="FFD780"/>
          </a:solidFill>
          <a:ln>
            <a:noFill/>
          </a:ln>
        </p:spPr>
        <p:txBody>
          <a:bodyPr wrap="square">
            <a:spAutoFit/>
          </a:bodyPr>
          <a:lstStyle/>
          <a:p>
            <a:pPr algn="just" eaLnBrk="1" hangingPunct="1">
              <a:buFont typeface="Wingdings" pitchFamily="2" charset="2"/>
              <a:buNone/>
            </a:pPr>
            <a:r>
              <a:rPr lang="en-US" sz="2000" dirty="0">
                <a:solidFill>
                  <a:srgbClr val="000000"/>
                </a:solidFill>
              </a:rPr>
              <a:t>Discrete random variables commonly arise from situations that involve </a:t>
            </a:r>
            <a:r>
              <a:rPr lang="en-US" sz="2000" i="1" dirty="0">
                <a:solidFill>
                  <a:srgbClr val="000000"/>
                </a:solidFill>
              </a:rPr>
              <a:t>counting</a:t>
            </a:r>
            <a:r>
              <a:rPr lang="en-US" sz="2000" dirty="0">
                <a:solidFill>
                  <a:srgbClr val="000000"/>
                </a:solidFill>
              </a:rPr>
              <a:t> something. Situations that involve </a:t>
            </a:r>
            <a:r>
              <a:rPr lang="en-US" sz="2000" i="1" dirty="0">
                <a:solidFill>
                  <a:srgbClr val="000000"/>
                </a:solidFill>
              </a:rPr>
              <a:t>measuring</a:t>
            </a:r>
            <a:r>
              <a:rPr lang="en-US" sz="2000" dirty="0">
                <a:solidFill>
                  <a:srgbClr val="000000"/>
                </a:solidFill>
              </a:rPr>
              <a:t> something often result</a:t>
            </a:r>
            <a:r>
              <a:rPr lang="en-US" sz="2000" dirty="0"/>
              <a:t> in a </a:t>
            </a:r>
            <a:r>
              <a:rPr lang="en-US" sz="2000" b="1" dirty="0"/>
              <a:t>continuous random variable</a:t>
            </a:r>
            <a:r>
              <a:rPr lang="en-US" sz="2000" dirty="0"/>
              <a:t>.</a:t>
            </a:r>
          </a:p>
          <a:p>
            <a:pPr algn="just" eaLnBrk="1" hangingPunct="1">
              <a:defRPr/>
            </a:pPr>
            <a:endParaRPr lang="en-US" altLang="en-US" sz="2000" dirty="0"/>
          </a:p>
          <a:p>
            <a:pPr algn="just" eaLnBrk="1" hangingPunct="1">
              <a:defRPr/>
            </a:pPr>
            <a:r>
              <a:rPr lang="en-US" altLang="en-US" sz="2000" dirty="0"/>
              <a:t>A </a:t>
            </a:r>
            <a:r>
              <a:rPr lang="en-US" altLang="en-US" sz="2000" b="1" dirty="0"/>
              <a:t>continuous random variable</a:t>
            </a:r>
            <a:r>
              <a:rPr lang="en-US" altLang="en-US" sz="2000" dirty="0"/>
              <a:t> </a:t>
            </a:r>
            <a:r>
              <a:rPr lang="en-US" altLang="en-US" sz="2000" b="1" i="1" dirty="0"/>
              <a:t>Y</a:t>
            </a:r>
            <a:r>
              <a:rPr lang="en-US" altLang="en-US" sz="2000" dirty="0"/>
              <a:t> takes on all values in an interval of numbers. The probability distribution of </a:t>
            </a:r>
            <a:r>
              <a:rPr lang="en-US" altLang="en-US" sz="2000" i="1" dirty="0"/>
              <a:t>Y</a:t>
            </a:r>
            <a:r>
              <a:rPr lang="en-US" altLang="en-US" sz="2000" dirty="0"/>
              <a:t> is described by a </a:t>
            </a:r>
            <a:r>
              <a:rPr lang="en-US" altLang="en-US" sz="2000" b="1" dirty="0"/>
              <a:t>density curve</a:t>
            </a:r>
            <a:r>
              <a:rPr lang="en-US" altLang="en-US" sz="2000" dirty="0"/>
              <a:t>. </a:t>
            </a:r>
          </a:p>
          <a:p>
            <a:pPr algn="just" eaLnBrk="1" hangingPunct="1">
              <a:defRPr/>
            </a:pPr>
            <a:endParaRPr lang="en-US" altLang="en-US" sz="2000" dirty="0"/>
          </a:p>
          <a:p>
            <a:pPr algn="just" eaLnBrk="1" hangingPunct="1">
              <a:defRPr/>
            </a:pPr>
            <a:r>
              <a:rPr lang="en-US" altLang="en-US" sz="2000" dirty="0"/>
              <a:t>The probability of any event is the area under </a:t>
            </a:r>
            <a:r>
              <a:rPr lang="en-US" altLang="en-US" sz="2000" dirty="0">
                <a:solidFill>
                  <a:srgbClr val="000000"/>
                </a:solidFill>
              </a:rPr>
              <a:t>the density curve and above the values of </a:t>
            </a:r>
            <a:r>
              <a:rPr lang="en-US" altLang="en-US" sz="2000" i="1" dirty="0">
                <a:solidFill>
                  <a:srgbClr val="000000"/>
                </a:solidFill>
              </a:rPr>
              <a:t>Y</a:t>
            </a:r>
            <a:r>
              <a:rPr lang="en-US" altLang="en-US" sz="2000" dirty="0">
                <a:solidFill>
                  <a:srgbClr val="000000"/>
                </a:solidFill>
              </a:rPr>
              <a:t> that make up the event.</a:t>
            </a:r>
            <a:endParaRPr lang="en-US" sz="2000" dirty="0"/>
          </a:p>
        </p:txBody>
      </p:sp>
      <p:sp>
        <p:nvSpPr>
          <p:cNvPr id="8" name="TextBox 7"/>
          <p:cNvSpPr txBox="1">
            <a:spLocks noChangeArrowheads="1"/>
          </p:cNvSpPr>
          <p:nvPr/>
        </p:nvSpPr>
        <p:spPr bwMode="auto">
          <a:xfrm>
            <a:off x="183356" y="4559300"/>
            <a:ext cx="8081962"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just" eaLnBrk="1" hangingPunct="1"/>
            <a:r>
              <a:rPr lang="en-US" sz="2000" dirty="0"/>
              <a:t>Unlike the probability model of a discrete random variable </a:t>
            </a:r>
            <a:r>
              <a:rPr lang="en-US" sz="2000" i="1" dirty="0"/>
              <a:t>X</a:t>
            </a:r>
            <a:r>
              <a:rPr lang="en-US" sz="2000" dirty="0"/>
              <a:t> that assigns a probability between 0 and 1 to each possible value of </a:t>
            </a:r>
            <a:r>
              <a:rPr lang="en-US" sz="2000" i="1" dirty="0"/>
              <a:t>X, </a:t>
            </a:r>
            <a:r>
              <a:rPr lang="en-US" sz="2000" dirty="0"/>
              <a:t>a continuous random variable </a:t>
            </a:r>
            <a:r>
              <a:rPr lang="en-US" sz="2000" i="1" dirty="0"/>
              <a:t>Y</a:t>
            </a:r>
            <a:r>
              <a:rPr lang="en-US" sz="2000" dirty="0"/>
              <a:t> has </a:t>
            </a:r>
            <a:r>
              <a:rPr lang="en-US" sz="2000" i="1" dirty="0"/>
              <a:t>infinitely many</a:t>
            </a:r>
            <a:r>
              <a:rPr lang="en-US" sz="2000" dirty="0"/>
              <a:t> possible values. </a:t>
            </a:r>
          </a:p>
          <a:p>
            <a:pPr algn="just" eaLnBrk="1" hangingPunct="1"/>
            <a:endParaRPr lang="en-US" sz="2000" dirty="0"/>
          </a:p>
          <a:p>
            <a:pPr algn="just" eaLnBrk="1" hangingPunct="1"/>
            <a:r>
              <a:rPr lang="en-US" sz="2000" dirty="0"/>
              <a:t>All continuous probability models assign probability 0 to every individual outcome. </a:t>
            </a:r>
            <a:r>
              <a:rPr lang="en-US" sz="2000" dirty="0">
                <a:highlight>
                  <a:srgbClr val="FFFF00"/>
                </a:highlight>
              </a:rPr>
              <a:t>Only </a:t>
            </a:r>
            <a:r>
              <a:rPr lang="en-US" sz="2000" i="1" dirty="0">
                <a:highlight>
                  <a:srgbClr val="FFFF00"/>
                </a:highlight>
              </a:rPr>
              <a:t>intervals</a:t>
            </a:r>
            <a:r>
              <a:rPr lang="en-US" sz="2000" dirty="0">
                <a:highlight>
                  <a:srgbClr val="FFFF00"/>
                </a:highlight>
              </a:rPr>
              <a:t> of values have positive probability.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lstStyle/>
          <a:p>
            <a:pPr eaLnBrk="1" hangingPunct="1"/>
            <a:r>
              <a:rPr lang="en-US">
                <a:ea typeface="ＭＳ Ｐゴシック" pitchFamily="34" charset="-128"/>
                <a:cs typeface="Arial" pitchFamily="34" charset="0"/>
              </a:rPr>
              <a:t>Continuous Probability Models</a:t>
            </a:r>
          </a:p>
        </p:txBody>
      </p:sp>
      <p:sp>
        <p:nvSpPr>
          <p:cNvPr id="49153"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nSpc>
                <a:spcPct val="80000"/>
              </a:lnSpc>
            </a:pPr>
            <a:fld id="{8044CA7E-B63A-46A1-BD86-5E511C8DCA42}" type="slidenum">
              <a:rPr lang="en-US" sz="1200">
                <a:solidFill>
                  <a:schemeClr val="accent1"/>
                </a:solidFill>
              </a:rPr>
              <a:pPr>
                <a:lnSpc>
                  <a:spcPct val="80000"/>
                </a:lnSpc>
              </a:pPr>
              <a:t>22</a:t>
            </a:fld>
            <a:endParaRPr lang="en-US" sz="1200">
              <a:solidFill>
                <a:schemeClr val="accent1"/>
              </a:solidFill>
            </a:endParaRPr>
          </a:p>
        </p:txBody>
      </p:sp>
      <p:sp>
        <p:nvSpPr>
          <p:cNvPr id="49155" name="Rectangle 1"/>
          <p:cNvSpPr>
            <a:spLocks noChangeArrowheads="1"/>
          </p:cNvSpPr>
          <p:nvPr/>
        </p:nvSpPr>
        <p:spPr bwMode="auto">
          <a:xfrm>
            <a:off x="290660" y="1158875"/>
            <a:ext cx="7656365"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eaLnBrk="1" hangingPunct="1"/>
            <a:r>
              <a:rPr lang="en-US" sz="2000" dirty="0">
                <a:solidFill>
                  <a:srgbClr val="000000"/>
                </a:solidFill>
              </a:rPr>
              <a:t>Suppose we want to choose a number at random between 0 and 1, </a:t>
            </a:r>
            <a:r>
              <a:rPr lang="en-US" sz="2000" dirty="0"/>
              <a:t>allowing </a:t>
            </a:r>
            <a:r>
              <a:rPr lang="en-US" sz="2000" b="1" i="1" dirty="0"/>
              <a:t>any</a:t>
            </a:r>
            <a:r>
              <a:rPr lang="en-US" sz="2000" dirty="0"/>
              <a:t> number </a:t>
            </a:r>
            <a:r>
              <a:rPr lang="en-US" sz="2000" dirty="0">
                <a:solidFill>
                  <a:srgbClr val="000000"/>
                </a:solidFill>
              </a:rPr>
              <a:t>between 0 and 1 as the outcome. We cannot assign probabilities to each individual value, because there is an infinite interval of possible values.</a:t>
            </a:r>
          </a:p>
        </p:txBody>
      </p:sp>
      <p:sp>
        <p:nvSpPr>
          <p:cNvPr id="9" name="TextBox 8"/>
          <p:cNvSpPr txBox="1">
            <a:spLocks noChangeArrowheads="1"/>
          </p:cNvSpPr>
          <p:nvPr/>
        </p:nvSpPr>
        <p:spPr bwMode="auto">
          <a:xfrm>
            <a:off x="350748" y="2603500"/>
            <a:ext cx="7596277" cy="1108075"/>
          </a:xfrm>
          <a:prstGeom prst="rect">
            <a:avLst/>
          </a:prstGeom>
          <a:solidFill>
            <a:srgbClr val="FFD780"/>
          </a:solidFill>
          <a:ln w="10000">
            <a:solidFill>
              <a:srgbClr val="D2DA7A"/>
            </a:solidFill>
            <a:miter lim="800000"/>
            <a:headEnd/>
            <a:tailEnd/>
          </a:ln>
          <a:effectLst>
            <a:outerShdw blurRad="38100" dist="30000" dir="5400000" rotWithShape="0">
              <a:srgbClr val="808080">
                <a:alpha val="45000"/>
              </a:srgbClr>
            </a:outerShdw>
          </a:effectLst>
        </p:spPr>
        <p:txBody>
          <a:bodyPr wrap="square">
            <a:spAutoFit/>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defRPr/>
            </a:pPr>
            <a:endParaRPr lang="en-US" sz="600" b="1" u="sng" dirty="0">
              <a:solidFill>
                <a:srgbClr val="E81F30"/>
              </a:solidFill>
            </a:endParaRPr>
          </a:p>
          <a:p>
            <a:pPr algn="just" eaLnBrk="1" hangingPunct="1">
              <a:defRPr/>
            </a:pPr>
            <a:r>
              <a:rPr lang="en-US" sz="2000" dirty="0">
                <a:solidFill>
                  <a:srgbClr val="000000"/>
                </a:solidFill>
              </a:rPr>
              <a:t>A </a:t>
            </a:r>
            <a:r>
              <a:rPr lang="en-US" sz="2000" b="1" dirty="0"/>
              <a:t>continuous probability model </a:t>
            </a:r>
            <a:r>
              <a:rPr lang="en-US" sz="2000" dirty="0"/>
              <a:t>assigns probabilities as areas under a density curve. The area </a:t>
            </a:r>
            <a:r>
              <a:rPr lang="en-US" sz="2000" dirty="0">
                <a:solidFill>
                  <a:srgbClr val="000000"/>
                </a:solidFill>
              </a:rPr>
              <a:t>under the curve and above any range of values is the probability of an outcome in that range.</a:t>
            </a:r>
          </a:p>
        </p:txBody>
      </p:sp>
      <p:sp>
        <p:nvSpPr>
          <p:cNvPr id="13" name="Text Box 10"/>
          <p:cNvSpPr txBox="1">
            <a:spLocks noChangeArrowheads="1"/>
          </p:cNvSpPr>
          <p:nvPr/>
        </p:nvSpPr>
        <p:spPr bwMode="auto">
          <a:xfrm>
            <a:off x="350748" y="3949700"/>
            <a:ext cx="4087812" cy="1323975"/>
          </a:xfrm>
          <a:prstGeom prst="rect">
            <a:avLst/>
          </a:prstGeom>
          <a:noFill/>
          <a:ln>
            <a:noFill/>
          </a:ln>
        </p:spPr>
        <p:txBody>
          <a:bodyPr>
            <a:spAutoFit/>
          </a:bodyPr>
          <a:lstStyle>
            <a:lvl1pPr eaLnBrk="0" hangingPunct="0">
              <a:defRPr sz="2400">
                <a:solidFill>
                  <a:schemeClr val="tx1"/>
                </a:solidFill>
                <a:latin typeface="Arial" charset="0"/>
                <a:ea typeface="ＭＳ Ｐゴシック" pitchFamily="-65" charset="-128"/>
              </a:defRPr>
            </a:lvl1pPr>
            <a:lvl2pPr marL="37931725" indent="-37474525" eaLnBrk="0" hangingPunct="0">
              <a:defRPr sz="2400">
                <a:solidFill>
                  <a:schemeClr val="tx1"/>
                </a:solidFill>
                <a:latin typeface="Arial" charset="0"/>
                <a:ea typeface="ＭＳ Ｐゴシック" pitchFamily="-65" charset="-128"/>
              </a:defRPr>
            </a:lvl2pPr>
            <a:lvl3pPr eaLnBrk="0" hangingPunct="0">
              <a:defRPr sz="2400">
                <a:solidFill>
                  <a:schemeClr val="tx1"/>
                </a:solidFill>
                <a:latin typeface="Arial" charset="0"/>
                <a:ea typeface="ＭＳ Ｐゴシック" pitchFamily="-65" charset="-128"/>
              </a:defRPr>
            </a:lvl3pPr>
            <a:lvl4pPr eaLnBrk="0" hangingPunct="0">
              <a:defRPr sz="2400">
                <a:solidFill>
                  <a:schemeClr val="tx1"/>
                </a:solidFill>
                <a:latin typeface="Arial" charset="0"/>
                <a:ea typeface="ＭＳ Ｐゴシック" pitchFamily="-65" charset="-128"/>
              </a:defRPr>
            </a:lvl4pPr>
            <a:lvl5pPr eaLnBrk="0" hangingPunct="0">
              <a:defRPr sz="2400">
                <a:solidFill>
                  <a:schemeClr val="tx1"/>
                </a:solidFill>
                <a:latin typeface="Arial" charset="0"/>
                <a:ea typeface="ＭＳ Ｐゴシック" pitchFamily="-65" charset="-128"/>
              </a:defRPr>
            </a:lvl5pPr>
            <a:lvl6pPr marL="457200" eaLnBrk="0" fontAlgn="base" hangingPunct="0">
              <a:spcBef>
                <a:spcPct val="0"/>
              </a:spcBef>
              <a:spcAft>
                <a:spcPct val="0"/>
              </a:spcAft>
              <a:defRPr sz="2400">
                <a:solidFill>
                  <a:schemeClr val="tx1"/>
                </a:solidFill>
                <a:latin typeface="Arial" charset="0"/>
                <a:ea typeface="ＭＳ Ｐゴシック" pitchFamily="-65" charset="-128"/>
              </a:defRPr>
            </a:lvl6pPr>
            <a:lvl7pPr marL="914400" eaLnBrk="0" fontAlgn="base" hangingPunct="0">
              <a:spcBef>
                <a:spcPct val="0"/>
              </a:spcBef>
              <a:spcAft>
                <a:spcPct val="0"/>
              </a:spcAft>
              <a:defRPr sz="2400">
                <a:solidFill>
                  <a:schemeClr val="tx1"/>
                </a:solidFill>
                <a:latin typeface="Arial" charset="0"/>
                <a:ea typeface="ＭＳ Ｐゴシック" pitchFamily="-65" charset="-128"/>
              </a:defRPr>
            </a:lvl7pPr>
            <a:lvl8pPr marL="1371600" eaLnBrk="0" fontAlgn="base" hangingPunct="0">
              <a:spcBef>
                <a:spcPct val="0"/>
              </a:spcBef>
              <a:spcAft>
                <a:spcPct val="0"/>
              </a:spcAft>
              <a:defRPr sz="2400">
                <a:solidFill>
                  <a:schemeClr val="tx1"/>
                </a:solidFill>
                <a:latin typeface="Arial" charset="0"/>
                <a:ea typeface="ＭＳ Ｐゴシック" pitchFamily="-65" charset="-128"/>
              </a:defRPr>
            </a:lvl8pPr>
            <a:lvl9pPr marL="1828800" eaLnBrk="0" fontAlgn="base" hangingPunct="0">
              <a:spcBef>
                <a:spcPct val="0"/>
              </a:spcBef>
              <a:spcAft>
                <a:spcPct val="0"/>
              </a:spcAft>
              <a:defRPr sz="2400">
                <a:solidFill>
                  <a:schemeClr val="tx1"/>
                </a:solidFill>
                <a:latin typeface="Arial" charset="0"/>
                <a:ea typeface="ＭＳ Ｐゴシック" pitchFamily="-65" charset="-128"/>
              </a:defRPr>
            </a:lvl9pPr>
          </a:lstStyle>
          <a:p>
            <a:pPr algn="just" eaLnBrk="1" hangingPunct="1">
              <a:spcBef>
                <a:spcPct val="50000"/>
              </a:spcBef>
              <a:defRPr/>
            </a:pPr>
            <a:r>
              <a:rPr lang="en-US" sz="2000" b="1" u="sng" dirty="0">
                <a:solidFill>
                  <a:schemeClr val="accent1">
                    <a:lumMod val="75000"/>
                  </a:schemeClr>
                </a:solidFill>
              </a:rPr>
              <a:t>Example</a:t>
            </a:r>
            <a:r>
              <a:rPr lang="en-US" sz="2000" b="1" dirty="0">
                <a:solidFill>
                  <a:schemeClr val="accent1">
                    <a:lumMod val="75000"/>
                  </a:schemeClr>
                </a:solidFill>
              </a:rPr>
              <a:t>: </a:t>
            </a:r>
            <a:r>
              <a:rPr lang="en-US" sz="2000" dirty="0"/>
              <a:t>Find the probability of getting a random number that is less than or equal to 0.5 OR greater than 0.8.</a:t>
            </a:r>
          </a:p>
        </p:txBody>
      </p:sp>
      <p:sp>
        <p:nvSpPr>
          <p:cNvPr id="14" name="Text Box 11" descr="The image shows probability expressions that are mentioned as: &quot;P&quot; bracket open &quot;X&quot; less than equal to 0.5 or &quot;X&quot; greater than &quot;0.8&quot; bracket close. The expression equals to &quot;P&quot; bracket open &quot;X&quot; less than equal to 0.5 bracket close plus &quot;P&quot; bracket open &quot;X&quot; greater than &quot;0.8&quot; bracket close. The expression equals to 0.5 plus 0.2, which is equal to 0.7."/>
          <p:cNvSpPr txBox="1">
            <a:spLocks noChangeArrowheads="1"/>
          </p:cNvSpPr>
          <p:nvPr/>
        </p:nvSpPr>
        <p:spPr bwMode="auto">
          <a:xfrm>
            <a:off x="385042" y="5386099"/>
            <a:ext cx="3733800" cy="1382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lnSpc>
                <a:spcPct val="105000"/>
              </a:lnSpc>
            </a:pPr>
            <a:r>
              <a:rPr lang="en-US" sz="2000" b="1" i="1" dirty="0"/>
              <a:t>P</a:t>
            </a:r>
            <a:r>
              <a:rPr lang="en-US" sz="2000" b="1" dirty="0"/>
              <a:t>(X </a:t>
            </a:r>
            <a:r>
              <a:rPr lang="en-US" sz="2000" b="1" dirty="0">
                <a:cs typeface="Arial" pitchFamily="34" charset="0"/>
              </a:rPr>
              <a:t>≤ 0.5 or X &gt; 0.8)</a:t>
            </a:r>
          </a:p>
          <a:p>
            <a:pPr eaLnBrk="1" hangingPunct="1">
              <a:lnSpc>
                <a:spcPct val="105000"/>
              </a:lnSpc>
            </a:pPr>
            <a:r>
              <a:rPr lang="en-US" sz="2000" b="1" dirty="0">
                <a:cs typeface="Arial" pitchFamily="34" charset="0"/>
              </a:rPr>
              <a:t>  =</a:t>
            </a:r>
            <a:r>
              <a:rPr lang="en-US" sz="1800" b="1" dirty="0">
                <a:cs typeface="Arial" pitchFamily="34" charset="0"/>
              </a:rPr>
              <a:t> </a:t>
            </a:r>
            <a:r>
              <a:rPr lang="en-US" sz="2000" b="1" i="1" dirty="0">
                <a:cs typeface="Arial" pitchFamily="34" charset="0"/>
              </a:rPr>
              <a:t>P</a:t>
            </a:r>
            <a:r>
              <a:rPr lang="en-US" sz="2000" b="1" dirty="0">
                <a:cs typeface="Arial" pitchFamily="34" charset="0"/>
              </a:rPr>
              <a:t>(X ≤ 0.5) + </a:t>
            </a:r>
            <a:r>
              <a:rPr lang="en-US" sz="2000" b="1" i="1" dirty="0">
                <a:cs typeface="Arial" pitchFamily="34" charset="0"/>
              </a:rPr>
              <a:t>P</a:t>
            </a:r>
            <a:r>
              <a:rPr lang="en-US" sz="2000" b="1" dirty="0">
                <a:cs typeface="Arial" pitchFamily="34" charset="0"/>
              </a:rPr>
              <a:t>(X &gt; 0.8)</a:t>
            </a:r>
          </a:p>
          <a:p>
            <a:pPr eaLnBrk="1" hangingPunct="1">
              <a:lnSpc>
                <a:spcPct val="105000"/>
              </a:lnSpc>
            </a:pPr>
            <a:r>
              <a:rPr lang="en-US" sz="2000" b="1" dirty="0">
                <a:cs typeface="Arial" pitchFamily="34" charset="0"/>
              </a:rPr>
              <a:t>  = 0.5 + 0.2</a:t>
            </a:r>
          </a:p>
          <a:p>
            <a:pPr eaLnBrk="1" hangingPunct="1">
              <a:lnSpc>
                <a:spcPct val="105000"/>
              </a:lnSpc>
            </a:pPr>
            <a:r>
              <a:rPr lang="en-US" sz="2000" b="1" dirty="0">
                <a:cs typeface="Arial" pitchFamily="34" charset="0"/>
              </a:rPr>
              <a:t>  = 0.7</a:t>
            </a:r>
          </a:p>
        </p:txBody>
      </p:sp>
      <p:pic>
        <p:nvPicPr>
          <p:cNvPr id="49161" name="Picture 5" descr="Both curves have a height of 1 between 0 and 1 on a horizontal axis. Graph a shows P of 0.3 less than or equal to y less than or equal to 0.7. The area under the curve between 0.3 and 0.7 is highlighted, representing an area equal to 0.4. Graph b shows P of y less than or equal to 0.5 or y greater than 0.8. An area under the curve between 0 and 0.5 is highlighted, representing an area equal to 0.5. A second area is highlighted between 0.8 and 1, representing an area equal to 0.2."/>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465370" y="4711700"/>
            <a:ext cx="4518293" cy="18815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a:spLocks noChangeArrowheads="1"/>
          </p:cNvSpPr>
          <p:nvPr/>
        </p:nvSpPr>
        <p:spPr bwMode="auto">
          <a:xfrm>
            <a:off x="6923121" y="4706431"/>
            <a:ext cx="1454150" cy="646113"/>
          </a:xfrm>
          <a:prstGeom prst="rect">
            <a:avLst/>
          </a:prstGeom>
          <a:solidFill>
            <a:srgbClr val="EAEDCB"/>
          </a:solidFill>
          <a:ln w="10000">
            <a:solidFill>
              <a:srgbClr val="D2DA7A"/>
            </a:solidFill>
            <a:miter lim="800000"/>
            <a:headEnd/>
            <a:tailEnd/>
          </a:ln>
          <a:effectLst>
            <a:outerShdw blurRad="38100" dist="30000" dir="5400000" rotWithShape="0">
              <a:srgbClr val="808080">
                <a:alpha val="45000"/>
              </a:srgbClr>
            </a:outerShdw>
          </a:effectLst>
        </p:spPr>
        <p:txBody>
          <a:bodyPr wrap="none">
            <a:spAutoFit/>
          </a:bodyPr>
          <a:lstStyle/>
          <a:p>
            <a:pPr algn="ctr" eaLnBrk="1" hangingPunct="1">
              <a:defRPr/>
            </a:pPr>
            <a:r>
              <a:rPr lang="en-US" b="1" dirty="0">
                <a:latin typeface="+mn-lt"/>
                <a:ea typeface="+mn-ea"/>
              </a:rPr>
              <a:t>Uniform</a:t>
            </a:r>
          </a:p>
          <a:p>
            <a:pPr algn="ctr" eaLnBrk="1" hangingPunct="1">
              <a:defRPr/>
            </a:pPr>
            <a:r>
              <a:rPr lang="en-US" b="1" dirty="0">
                <a:latin typeface="+mn-lt"/>
                <a:ea typeface="+mn-ea"/>
              </a:rPr>
              <a:t>distribution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childTnLst>
                                </p:cTn>
                              </p:par>
                              <p:par>
                                <p:cTn id="12" presetID="9" presetClass="entr" presetSubtype="0" fill="hold" grpId="0" nodeType="with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dissolve">
                                      <p:cBhvr>
                                        <p:cTn id="14" dur="500"/>
                                        <p:tgtEl>
                                          <p:spTgt spid="2"/>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3" grpId="0"/>
      <p:bldP spid="14" grpId="0" build="p"/>
      <p:bldP spid="2" grpId="0" animBg="1"/>
    </p:bld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lstStyle/>
          <a:p>
            <a:pPr eaLnBrk="1" hangingPunct="1"/>
            <a:r>
              <a:rPr lang="en-US" dirty="0">
                <a:ea typeface="ＭＳ Ｐゴシック" pitchFamily="34" charset="-128"/>
                <a:cs typeface="Arial" pitchFamily="34" charset="0"/>
              </a:rPr>
              <a:t>Normal Probability Models 1</a:t>
            </a:r>
          </a:p>
        </p:txBody>
      </p:sp>
      <p:sp>
        <p:nvSpPr>
          <p:cNvPr id="50177"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nSpc>
                <a:spcPct val="80000"/>
              </a:lnSpc>
            </a:pPr>
            <a:fld id="{CD411A30-8A57-4114-9F20-2FF2267E9024}" type="slidenum">
              <a:rPr lang="en-US" sz="1200">
                <a:solidFill>
                  <a:schemeClr val="accent1"/>
                </a:solidFill>
              </a:rPr>
              <a:pPr>
                <a:lnSpc>
                  <a:spcPct val="80000"/>
                </a:lnSpc>
              </a:pPr>
              <a:t>23</a:t>
            </a:fld>
            <a:endParaRPr lang="en-US" sz="1200">
              <a:solidFill>
                <a:schemeClr val="accent1"/>
              </a:solidFill>
            </a:endParaRPr>
          </a:p>
        </p:txBody>
      </p:sp>
      <p:sp>
        <p:nvSpPr>
          <p:cNvPr id="50179" name="Rectangle 1"/>
          <p:cNvSpPr>
            <a:spLocks noChangeArrowheads="1"/>
          </p:cNvSpPr>
          <p:nvPr/>
        </p:nvSpPr>
        <p:spPr bwMode="auto">
          <a:xfrm>
            <a:off x="174625" y="1136650"/>
            <a:ext cx="7772400" cy="677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eaLnBrk="1" hangingPunct="1">
              <a:lnSpc>
                <a:spcPct val="95000"/>
              </a:lnSpc>
            </a:pPr>
            <a:r>
              <a:rPr lang="en-US" sz="2000" dirty="0"/>
              <a:t>Often, the density curve used to assign probabilities to intervals of outcomes is the Normal curve.</a:t>
            </a:r>
          </a:p>
        </p:txBody>
      </p:sp>
      <p:sp>
        <p:nvSpPr>
          <p:cNvPr id="50180" name="Rectangle 1"/>
          <p:cNvSpPr>
            <a:spLocks noChangeArrowheads="1"/>
          </p:cNvSpPr>
          <p:nvPr/>
        </p:nvSpPr>
        <p:spPr bwMode="auto">
          <a:xfrm>
            <a:off x="215900" y="1995941"/>
            <a:ext cx="7731125"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lnSpc>
                <a:spcPct val="95000"/>
              </a:lnSpc>
            </a:pPr>
            <a:r>
              <a:rPr lang="en-US" sz="2000" b="1" u="sng" dirty="0"/>
              <a:t>Normal distributions are probability models.</a:t>
            </a:r>
            <a:r>
              <a:rPr lang="en-US" sz="2000" b="1" dirty="0"/>
              <a:t> </a:t>
            </a:r>
          </a:p>
          <a:p>
            <a:pPr algn="just" eaLnBrk="1" hangingPunct="1">
              <a:lnSpc>
                <a:spcPct val="95000"/>
              </a:lnSpc>
              <a:buClr>
                <a:schemeClr val="accent1"/>
              </a:buClr>
            </a:pPr>
            <a:r>
              <a:rPr lang="en-US" sz="2000" dirty="0"/>
              <a:t>Probabilities can be assigned to intervals of outcomes using the standard Normal probabilities in Table A.</a:t>
            </a:r>
          </a:p>
        </p:txBody>
      </p:sp>
      <p:sp>
        <p:nvSpPr>
          <p:cNvPr id="50181" name="Text Box 2"/>
          <p:cNvSpPr txBox="1">
            <a:spLocks noChangeArrowheads="1"/>
          </p:cNvSpPr>
          <p:nvPr/>
        </p:nvSpPr>
        <p:spPr bwMode="auto">
          <a:xfrm>
            <a:off x="340592" y="3226886"/>
            <a:ext cx="7606434" cy="1015663"/>
          </a:xfrm>
          <a:prstGeom prst="rect">
            <a:avLst/>
          </a:prstGeom>
          <a:solidFill>
            <a:srgbClr val="FFD780"/>
          </a:solidFill>
          <a:ln>
            <a:noFill/>
          </a:ln>
        </p:spPr>
        <p:txBody>
          <a:bodyPr wrap="square">
            <a:spAutoFit/>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spcBef>
                <a:spcPct val="50000"/>
              </a:spcBef>
            </a:pPr>
            <a:r>
              <a:rPr lang="en-US" sz="2000" dirty="0"/>
              <a:t>We </a:t>
            </a:r>
            <a:r>
              <a:rPr lang="en-US" sz="2000" b="1" dirty="0"/>
              <a:t>standardize</a:t>
            </a:r>
            <a:r>
              <a:rPr lang="en-US" sz="2000" dirty="0"/>
              <a:t> Normal data by calculating </a:t>
            </a:r>
            <a:r>
              <a:rPr lang="en-US" sz="2000" i="1" dirty="0"/>
              <a:t>z</a:t>
            </a:r>
            <a:r>
              <a:rPr lang="en-US" sz="2000" dirty="0"/>
              <a:t>-scores so that any Normal curve </a:t>
            </a:r>
            <a:r>
              <a:rPr lang="en-US" sz="2000" i="1" dirty="0"/>
              <a:t>N</a:t>
            </a:r>
            <a:r>
              <a:rPr lang="en-US" sz="2000" dirty="0"/>
              <a:t>(</a:t>
            </a:r>
            <a:r>
              <a:rPr lang="en-US" sz="2000" i="1" dirty="0">
                <a:latin typeface="Symbol" pitchFamily="18" charset="2"/>
              </a:rPr>
              <a:t>m, s</a:t>
            </a:r>
            <a:r>
              <a:rPr lang="en-US" sz="2000" dirty="0"/>
              <a:t>) can be transformed into the standard Normal curve </a:t>
            </a:r>
            <a:r>
              <a:rPr lang="en-US" sz="2000" i="1" dirty="0"/>
              <a:t>N</a:t>
            </a:r>
            <a:r>
              <a:rPr lang="en-US" sz="2000" dirty="0"/>
              <a:t>(0, 1).</a:t>
            </a:r>
          </a:p>
        </p:txBody>
      </p:sp>
      <p:grpSp>
        <p:nvGrpSpPr>
          <p:cNvPr id="50182" name="Group 4" descr="images described separately"/>
          <p:cNvGrpSpPr>
            <a:grpSpLocks/>
          </p:cNvGrpSpPr>
          <p:nvPr/>
        </p:nvGrpSpPr>
        <p:grpSpPr bwMode="auto">
          <a:xfrm>
            <a:off x="3735387" y="4378565"/>
            <a:ext cx="3513137" cy="2431074"/>
            <a:chOff x="2880" y="1643"/>
            <a:chExt cx="2688" cy="1909"/>
          </a:xfrm>
        </p:grpSpPr>
        <p:pic>
          <p:nvPicPr>
            <p:cNvPr id="50184" name="Picture 5" descr="The image shows a normal distribution curve in which the horizontal axis shows integer line from minus 3 to 3 in intervals of 1. The curve shows three segments depicting 68 percent of data, 95 percent of data and 99.7 percent of data."/>
            <p:cNvPicPr>
              <a:picLocks noChangeAspect="1" noChangeArrowheads="1"/>
            </p:cNvPicPr>
            <p:nvPr/>
          </p:nvPicPr>
          <p:blipFill>
            <a:blip r:embed="rId3">
              <a:extLst>
                <a:ext uri="{28A0092B-C50C-407E-A947-70E740481C1C}">
                  <a14:useLocalDpi xmlns:a14="http://schemas.microsoft.com/office/drawing/2010/main" val="0"/>
                </a:ext>
              </a:extLst>
            </a:blip>
            <a:srcRect b="7837"/>
            <a:stretch>
              <a:fillRect/>
            </a:stretch>
          </p:blipFill>
          <p:spPr bwMode="auto">
            <a:xfrm>
              <a:off x="2880" y="1643"/>
              <a:ext cx="2656" cy="18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50186" name="Object 3"/>
            <p:cNvGraphicFramePr>
              <a:graphicFrameLocks noChangeAspect="1"/>
            </p:cNvGraphicFramePr>
            <p:nvPr>
              <p:extLst>
                <p:ext uri="{D42A27DB-BD31-4B8C-83A1-F6EECF244321}">
                  <p14:modId xmlns:p14="http://schemas.microsoft.com/office/powerpoint/2010/main" val="2552148963"/>
                </p:ext>
              </p:extLst>
            </p:nvPr>
          </p:nvGraphicFramePr>
          <p:xfrm>
            <a:off x="5410" y="3394"/>
            <a:ext cx="158" cy="158"/>
          </p:xfrm>
          <a:graphic>
            <a:graphicData uri="http://schemas.openxmlformats.org/presentationml/2006/ole">
              <mc:AlternateContent xmlns:mc="http://schemas.openxmlformats.org/markup-compatibility/2006">
                <mc:Choice xmlns:v="urn:schemas-microsoft-com:vml" Requires="v">
                  <p:oleObj spid="_x0000_s50465" name="Equation" r:id="rId4" imgW="126725" imgH="126725" progId="Equation.3">
                    <p:embed/>
                  </p:oleObj>
                </mc:Choice>
                <mc:Fallback>
                  <p:oleObj name="Equation" r:id="rId4" imgW="126725" imgH="126725"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10" y="3394"/>
                          <a:ext cx="158" cy="1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pSp>
      <p:graphicFrame>
        <p:nvGraphicFramePr>
          <p:cNvPr id="2" name="Object 1"/>
          <p:cNvGraphicFramePr>
            <a:graphicFrameLocks noChangeAspect="1"/>
          </p:cNvGraphicFramePr>
          <p:nvPr>
            <p:extLst>
              <p:ext uri="{D42A27DB-BD31-4B8C-83A1-F6EECF244321}">
                <p14:modId xmlns:p14="http://schemas.microsoft.com/office/powerpoint/2010/main" val="1306163713"/>
              </p:ext>
            </p:extLst>
          </p:nvPr>
        </p:nvGraphicFramePr>
        <p:xfrm>
          <a:off x="1534226" y="5099335"/>
          <a:ext cx="1603609" cy="928405"/>
        </p:xfrm>
        <a:graphic>
          <a:graphicData uri="http://schemas.openxmlformats.org/presentationml/2006/ole">
            <mc:AlternateContent xmlns:mc="http://schemas.openxmlformats.org/markup-compatibility/2006">
              <mc:Choice xmlns:v="urn:schemas-microsoft-com:vml" Requires="v">
                <p:oleObj spid="_x0000_s50466" name="Equation" r:id="rId6" imgW="723600" imgH="419040" progId="Equation.DSMT4">
                  <p:embed/>
                </p:oleObj>
              </mc:Choice>
              <mc:Fallback>
                <p:oleObj name="Equation" r:id="rId6" imgW="723600" imgH="419040" progId="Equation.DSMT4">
                  <p:embed/>
                  <p:pic>
                    <p:nvPicPr>
                      <p:cNvPr id="0" name=""/>
                      <p:cNvPicPr/>
                      <p:nvPr/>
                    </p:nvPicPr>
                    <p:blipFill>
                      <a:blip r:embed="rId7"/>
                      <a:stretch>
                        <a:fillRect/>
                      </a:stretch>
                    </p:blipFill>
                    <p:spPr>
                      <a:xfrm>
                        <a:off x="1534226" y="5099335"/>
                        <a:ext cx="1603609" cy="928405"/>
                      </a:xfrm>
                      <a:prstGeom prst="rect">
                        <a:avLst/>
                      </a:prstGeom>
                    </p:spPr>
                  </p:pic>
                </p:oleObj>
              </mc:Fallback>
            </mc:AlternateContent>
          </a:graphicData>
        </a:graphic>
      </p:graphicFrame>
    </p:spTree>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pPr eaLnBrk="1" hangingPunct="1"/>
            <a:r>
              <a:rPr lang="en-US" dirty="0">
                <a:ea typeface="ＭＳ Ｐゴシック" pitchFamily="34" charset="-128"/>
                <a:cs typeface="Arial" pitchFamily="34" charset="0"/>
              </a:rPr>
              <a:t>Normal Probability Models 2</a:t>
            </a:r>
          </a:p>
        </p:txBody>
      </p:sp>
      <p:sp>
        <p:nvSpPr>
          <p:cNvPr id="51201"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nSpc>
                <a:spcPct val="80000"/>
              </a:lnSpc>
            </a:pPr>
            <a:fld id="{E6ADF238-7168-45D6-9772-0966E8F69132}" type="slidenum">
              <a:rPr lang="en-US" sz="1200">
                <a:solidFill>
                  <a:schemeClr val="accent1"/>
                </a:solidFill>
              </a:rPr>
              <a:pPr>
                <a:lnSpc>
                  <a:spcPct val="80000"/>
                </a:lnSpc>
              </a:pPr>
              <a:t>24</a:t>
            </a:fld>
            <a:endParaRPr lang="en-US" sz="1200">
              <a:solidFill>
                <a:schemeClr val="accent1"/>
              </a:solidFill>
            </a:endParaRPr>
          </a:p>
        </p:txBody>
      </p:sp>
      <p:sp>
        <p:nvSpPr>
          <p:cNvPr id="51203" name="Rectangle 1"/>
          <p:cNvSpPr>
            <a:spLocks noChangeArrowheads="1"/>
          </p:cNvSpPr>
          <p:nvPr/>
        </p:nvSpPr>
        <p:spPr bwMode="auto">
          <a:xfrm>
            <a:off x="174625" y="1095375"/>
            <a:ext cx="7772400" cy="679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lnSpc>
                <a:spcPct val="95000"/>
              </a:lnSpc>
            </a:pPr>
            <a:r>
              <a:rPr lang="en-US" sz="2000" dirty="0"/>
              <a:t>Often the density curve used to assign probabilities to intervals of outcomes is the Normal curve.</a:t>
            </a:r>
          </a:p>
        </p:txBody>
      </p:sp>
      <p:sp>
        <p:nvSpPr>
          <p:cNvPr id="51204" name="Text Box 2"/>
          <p:cNvSpPr txBox="1">
            <a:spLocks noChangeArrowheads="1"/>
          </p:cNvSpPr>
          <p:nvPr/>
        </p:nvSpPr>
        <p:spPr bwMode="auto">
          <a:xfrm>
            <a:off x="187325" y="1865283"/>
            <a:ext cx="7772401"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just"/>
            <a:r>
              <a:rPr lang="en-US" sz="2000" b="1" u="sng" dirty="0">
                <a:solidFill>
                  <a:schemeClr val="accent1">
                    <a:lumMod val="75000"/>
                  </a:schemeClr>
                </a:solidFill>
              </a:rPr>
              <a:t>Example</a:t>
            </a:r>
            <a:r>
              <a:rPr lang="en-US" sz="2000" b="1" dirty="0">
                <a:solidFill>
                  <a:schemeClr val="accent1">
                    <a:lumMod val="75000"/>
                  </a:schemeClr>
                </a:solidFill>
              </a:rPr>
              <a:t>: </a:t>
            </a:r>
            <a:r>
              <a:rPr lang="en-US" sz="2000" dirty="0"/>
              <a:t>Women</a:t>
            </a:r>
            <a:r>
              <a:rPr lang="en-US" altLang="en-US" sz="2000" dirty="0"/>
              <a:t>’</a:t>
            </a:r>
            <a:r>
              <a:rPr lang="en-US" sz="2000" dirty="0"/>
              <a:t>s heights are Normally distributed with mean 64.5 and standard deviation 2.5 inches. If we pick one woman at random, what is the probability that her height, </a:t>
            </a:r>
            <a:r>
              <a:rPr lang="en-US" sz="2000" i="1" dirty="0"/>
              <a:t>X</a:t>
            </a:r>
            <a:r>
              <a:rPr lang="en-US" sz="2000" dirty="0"/>
              <a:t>,  will be between 68 inches and 70 inches?  That is, compute </a:t>
            </a:r>
            <a:r>
              <a:rPr lang="en-US" sz="2000" i="1" dirty="0"/>
              <a:t>P</a:t>
            </a:r>
            <a:r>
              <a:rPr lang="en-US" sz="2000" dirty="0"/>
              <a:t>(68 &lt; </a:t>
            </a:r>
            <a:r>
              <a:rPr lang="en-US" sz="2000" i="1" dirty="0"/>
              <a:t>X</a:t>
            </a:r>
            <a:r>
              <a:rPr lang="en-US" sz="2000" dirty="0"/>
              <a:t> &lt; 70).</a:t>
            </a:r>
          </a:p>
        </p:txBody>
      </p:sp>
      <p:sp>
        <p:nvSpPr>
          <p:cNvPr id="14" name="Text Box 5"/>
          <p:cNvSpPr txBox="1">
            <a:spLocks noChangeArrowheads="1"/>
          </p:cNvSpPr>
          <p:nvPr/>
        </p:nvSpPr>
        <p:spPr bwMode="auto">
          <a:xfrm>
            <a:off x="187324" y="3217697"/>
            <a:ext cx="777240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r>
              <a:rPr lang="en-US" sz="2000" dirty="0"/>
              <a:t>Because the woman is selected at random, </a:t>
            </a:r>
            <a:r>
              <a:rPr lang="en-US" sz="2000" i="1" dirty="0"/>
              <a:t>X</a:t>
            </a:r>
            <a:r>
              <a:rPr lang="en-US" sz="2000" dirty="0"/>
              <a:t> is a random variable</a:t>
            </a:r>
            <a:r>
              <a:rPr lang="en-US" sz="2000" dirty="0" smtClean="0"/>
              <a:t>.</a:t>
            </a:r>
            <a:endParaRPr lang="en-US" sz="2000" b="0" i="1" dirty="0">
              <a:latin typeface="Cambria Math" panose="02040503050406030204" pitchFamily="18" charset="0"/>
            </a:endParaRPr>
          </a:p>
        </p:txBody>
      </p:sp>
      <p:graphicFrame>
        <p:nvGraphicFramePr>
          <p:cNvPr id="3" name="Object 2"/>
          <p:cNvGraphicFramePr>
            <a:graphicFrameLocks noChangeAspect="1"/>
          </p:cNvGraphicFramePr>
          <p:nvPr>
            <p:extLst>
              <p:ext uri="{D42A27DB-BD31-4B8C-83A1-F6EECF244321}">
                <p14:modId xmlns:p14="http://schemas.microsoft.com/office/powerpoint/2010/main" val="1998283823"/>
              </p:ext>
            </p:extLst>
          </p:nvPr>
        </p:nvGraphicFramePr>
        <p:xfrm>
          <a:off x="3516724" y="3641366"/>
          <a:ext cx="1088202" cy="630012"/>
        </p:xfrm>
        <a:graphic>
          <a:graphicData uri="http://schemas.openxmlformats.org/presentationml/2006/ole">
            <mc:AlternateContent xmlns:mc="http://schemas.openxmlformats.org/markup-compatibility/2006">
              <mc:Choice xmlns:v="urn:schemas-microsoft-com:vml" Requires="v">
                <p:oleObj spid="_x0000_s107540" name="Equation" r:id="rId3" imgW="723600" imgH="419040" progId="Equation.DSMT4">
                  <p:embed/>
                </p:oleObj>
              </mc:Choice>
              <mc:Fallback>
                <p:oleObj name="Equation" r:id="rId3" imgW="723600" imgH="419040" progId="Equation.DSMT4">
                  <p:embed/>
                  <p:pic>
                    <p:nvPicPr>
                      <p:cNvPr id="0" name=""/>
                      <p:cNvPicPr/>
                      <p:nvPr/>
                    </p:nvPicPr>
                    <p:blipFill>
                      <a:blip r:embed="rId4"/>
                      <a:stretch>
                        <a:fillRect/>
                      </a:stretch>
                    </p:blipFill>
                    <p:spPr>
                      <a:xfrm>
                        <a:off x="3516724" y="3641366"/>
                        <a:ext cx="1088202" cy="630012"/>
                      </a:xfrm>
                      <a:prstGeom prst="rect">
                        <a:avLst/>
                      </a:prstGeom>
                    </p:spPr>
                  </p:pic>
                </p:oleObj>
              </mc:Fallback>
            </mc:AlternateContent>
          </a:graphicData>
        </a:graphic>
      </p:graphicFrame>
      <p:sp>
        <p:nvSpPr>
          <p:cNvPr id="10" name="Text Box 5"/>
          <p:cNvSpPr txBox="1">
            <a:spLocks noChangeArrowheads="1"/>
          </p:cNvSpPr>
          <p:nvPr/>
        </p:nvSpPr>
        <p:spPr bwMode="auto">
          <a:xfrm>
            <a:off x="187325" y="4372673"/>
            <a:ext cx="777240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r>
              <a:rPr lang="en-US" sz="2000" dirty="0" smtClean="0"/>
              <a:t>Calculate </a:t>
            </a:r>
            <a:r>
              <a:rPr lang="en-US" sz="2000" dirty="0"/>
              <a:t>the </a:t>
            </a:r>
            <a:r>
              <a:rPr lang="en-US" sz="2000" i="1" dirty="0"/>
              <a:t>z</a:t>
            </a:r>
            <a:r>
              <a:rPr lang="en-US" sz="2000" dirty="0"/>
              <a:t>-scores for 68 and 70</a:t>
            </a:r>
            <a:r>
              <a:rPr lang="en-US" sz="2000" dirty="0" smtClean="0"/>
              <a:t>:</a:t>
            </a:r>
            <a:endParaRPr lang="en-US" sz="1800" dirty="0"/>
          </a:p>
        </p:txBody>
      </p:sp>
      <p:graphicFrame>
        <p:nvGraphicFramePr>
          <p:cNvPr id="2" name="Object 1"/>
          <p:cNvGraphicFramePr>
            <a:graphicFrameLocks noChangeAspect="1"/>
          </p:cNvGraphicFramePr>
          <p:nvPr>
            <p:extLst>
              <p:ext uri="{D42A27DB-BD31-4B8C-83A1-F6EECF244321}">
                <p14:modId xmlns:p14="http://schemas.microsoft.com/office/powerpoint/2010/main" val="1221320421"/>
              </p:ext>
            </p:extLst>
          </p:nvPr>
        </p:nvGraphicFramePr>
        <p:xfrm>
          <a:off x="2780017" y="4772783"/>
          <a:ext cx="2561615" cy="1062133"/>
        </p:xfrm>
        <a:graphic>
          <a:graphicData uri="http://schemas.openxmlformats.org/presentationml/2006/ole">
            <mc:AlternateContent xmlns:mc="http://schemas.openxmlformats.org/markup-compatibility/2006">
              <mc:Choice xmlns:v="urn:schemas-microsoft-com:vml" Requires="v">
                <p:oleObj spid="_x0000_s107541" name="Equation" r:id="rId5" imgW="2082600" imgH="863280" progId="Equation.DSMT4">
                  <p:embed/>
                </p:oleObj>
              </mc:Choice>
              <mc:Fallback>
                <p:oleObj name="Equation" r:id="rId5" imgW="2082600" imgH="863280" progId="Equation.DSMT4">
                  <p:embed/>
                  <p:pic>
                    <p:nvPicPr>
                      <p:cNvPr id="0" name=""/>
                      <p:cNvPicPr/>
                      <p:nvPr/>
                    </p:nvPicPr>
                    <p:blipFill>
                      <a:blip r:embed="rId6"/>
                      <a:stretch>
                        <a:fillRect/>
                      </a:stretch>
                    </p:blipFill>
                    <p:spPr>
                      <a:xfrm>
                        <a:off x="2780017" y="4772783"/>
                        <a:ext cx="2561615" cy="1062133"/>
                      </a:xfrm>
                      <a:prstGeom prst="rect">
                        <a:avLst/>
                      </a:prstGeom>
                    </p:spPr>
                  </p:pic>
                </p:oleObj>
              </mc:Fallback>
            </mc:AlternateContent>
          </a:graphicData>
        </a:graphic>
      </p:graphicFrame>
      <p:sp>
        <p:nvSpPr>
          <p:cNvPr id="9" name="Text Box 5"/>
          <p:cNvSpPr txBox="1">
            <a:spLocks noChangeArrowheads="1"/>
          </p:cNvSpPr>
          <p:nvPr/>
        </p:nvSpPr>
        <p:spPr bwMode="auto">
          <a:xfrm>
            <a:off x="187325" y="5634861"/>
            <a:ext cx="7772402"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r>
              <a:rPr lang="en-US" sz="1800" dirty="0" smtClean="0"/>
              <a:t>Therefore</a:t>
            </a:r>
            <a:r>
              <a:rPr lang="en-US" sz="1800" dirty="0"/>
              <a:t>, </a:t>
            </a:r>
          </a:p>
          <a:p>
            <a:pPr algn="ctr"/>
            <a:r>
              <a:rPr lang="en-US" sz="1800" i="1" dirty="0"/>
              <a:t> P</a:t>
            </a:r>
            <a:r>
              <a:rPr lang="en-US" sz="1800" dirty="0"/>
              <a:t>(68 &lt; </a:t>
            </a:r>
            <a:r>
              <a:rPr lang="en-US" sz="1800" i="1" dirty="0"/>
              <a:t>X</a:t>
            </a:r>
            <a:r>
              <a:rPr lang="en-US" sz="1800" dirty="0"/>
              <a:t> &lt; 70) = P(1.4 &lt; Z &lt; 2.2) </a:t>
            </a:r>
          </a:p>
          <a:p>
            <a:pPr algn="ctr"/>
            <a:r>
              <a:rPr lang="en-US" sz="1800" dirty="0"/>
              <a:t>                                    = P(Z &lt; 2.2) – P(Z &lt; 1.4)</a:t>
            </a:r>
          </a:p>
          <a:p>
            <a:pPr algn="ctr"/>
            <a:r>
              <a:rPr lang="en-US" sz="1800" dirty="0"/>
              <a:t>                                   = 0.986 – 0.919 = 0.067</a:t>
            </a:r>
          </a:p>
        </p:txBody>
      </p:sp>
    </p:spTree>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Title 2"/>
          <p:cNvSpPr>
            <a:spLocks noGrp="1"/>
          </p:cNvSpPr>
          <p:nvPr>
            <p:ph type="title"/>
          </p:nvPr>
        </p:nvSpPr>
        <p:spPr>
          <a:xfrm>
            <a:off x="457199" y="526473"/>
            <a:ext cx="7245927" cy="1143000"/>
          </a:xfrm>
        </p:spPr>
        <p:txBody>
          <a:bodyPr anchor="t"/>
          <a:lstStyle/>
          <a:p>
            <a:pPr eaLnBrk="1" hangingPunct="1"/>
            <a:r>
              <a:rPr lang="en-US" b="1" dirty="0">
                <a:ea typeface="ＭＳ Ｐゴシック" pitchFamily="34" charset="-128"/>
              </a:rPr>
              <a:t>4.4 Means and Variances of Random Variables</a:t>
            </a:r>
          </a:p>
        </p:txBody>
      </p:sp>
      <p:sp>
        <p:nvSpPr>
          <p:cNvPr id="52226" name="Text Placeholder 3"/>
          <p:cNvSpPr>
            <a:spLocks noGrp="1"/>
          </p:cNvSpPr>
          <p:nvPr>
            <p:ph idx="1"/>
          </p:nvPr>
        </p:nvSpPr>
        <p:spPr>
          <a:xfrm>
            <a:off x="457199" y="2029691"/>
            <a:ext cx="7245927" cy="3916363"/>
          </a:xfrm>
        </p:spPr>
        <p:txBody>
          <a:bodyPr/>
          <a:lstStyle/>
          <a:p>
            <a:pPr eaLnBrk="1" hangingPunct="1">
              <a:buSzPct val="110000"/>
              <a:buFont typeface="Wingdings" pitchFamily="2" charset="2"/>
              <a:buChar char="§"/>
            </a:pPr>
            <a:r>
              <a:rPr lang="en-US" sz="2400" dirty="0">
                <a:solidFill>
                  <a:schemeClr val="accent1"/>
                </a:solidFill>
                <a:ea typeface="ＭＳ Ｐゴシック" pitchFamily="34" charset="-128"/>
              </a:rPr>
              <a:t>The mean of a random variable</a:t>
            </a:r>
          </a:p>
          <a:p>
            <a:pPr eaLnBrk="1" hangingPunct="1">
              <a:buSzPct val="110000"/>
              <a:buFont typeface="Wingdings" pitchFamily="2" charset="2"/>
              <a:buChar char="§"/>
            </a:pPr>
            <a:r>
              <a:rPr lang="en-US" sz="2400" dirty="0">
                <a:solidFill>
                  <a:schemeClr val="accent1"/>
                </a:solidFill>
                <a:ea typeface="ＭＳ Ｐゴシック" pitchFamily="34" charset="-128"/>
              </a:rPr>
              <a:t>Statistical estimation and the law of large numbers</a:t>
            </a:r>
          </a:p>
          <a:p>
            <a:pPr eaLnBrk="1" hangingPunct="1">
              <a:buSzPct val="110000"/>
              <a:buFont typeface="Wingdings" pitchFamily="2" charset="2"/>
              <a:buChar char="§"/>
            </a:pPr>
            <a:r>
              <a:rPr lang="en-US" sz="2400" dirty="0">
                <a:solidFill>
                  <a:schemeClr val="accent1"/>
                </a:solidFill>
                <a:ea typeface="ＭＳ Ｐゴシック" pitchFamily="34" charset="-128"/>
              </a:rPr>
              <a:t>Rules for means</a:t>
            </a:r>
          </a:p>
          <a:p>
            <a:pPr eaLnBrk="1" hangingPunct="1">
              <a:buSzPct val="110000"/>
              <a:buFont typeface="Wingdings" pitchFamily="2" charset="2"/>
              <a:buChar char="§"/>
            </a:pPr>
            <a:r>
              <a:rPr lang="en-US" sz="2400" dirty="0">
                <a:solidFill>
                  <a:schemeClr val="accent1"/>
                </a:solidFill>
                <a:ea typeface="ＭＳ Ｐゴシック" pitchFamily="34" charset="-128"/>
              </a:rPr>
              <a:t>The variance of a random variable</a:t>
            </a:r>
          </a:p>
          <a:p>
            <a:pPr eaLnBrk="1" hangingPunct="1">
              <a:buSzPct val="110000"/>
              <a:buFont typeface="Wingdings" pitchFamily="2" charset="2"/>
              <a:buChar char="§"/>
            </a:pPr>
            <a:r>
              <a:rPr lang="en-US" sz="2400" dirty="0">
                <a:solidFill>
                  <a:schemeClr val="accent1"/>
                </a:solidFill>
                <a:ea typeface="ＭＳ Ｐゴシック" pitchFamily="34" charset="-128"/>
              </a:rPr>
              <a:t>Rules for variances and standard deviations</a:t>
            </a:r>
          </a:p>
        </p:txBody>
      </p:sp>
      <p:sp>
        <p:nvSpPr>
          <p:cNvPr id="52227" name="Slide Number Placeholder 1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844EDDC4-817D-4560-BC3F-0069B2C896CD}" type="slidenum">
              <a:rPr lang="en-US" sz="1400">
                <a:solidFill>
                  <a:schemeClr val="accent1"/>
                </a:solidFill>
              </a:rPr>
              <a:pPr/>
              <a:t>25</a:t>
            </a:fld>
            <a:endParaRPr lang="en-US" sz="1400">
              <a:solidFill>
                <a:schemeClr val="accent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4624" y="154305"/>
            <a:ext cx="8081963" cy="777240"/>
          </a:xfrm>
        </p:spPr>
        <p:txBody>
          <a:bodyPr/>
          <a:lstStyle/>
          <a:p>
            <a:r>
              <a:rPr lang="en-US" dirty="0">
                <a:ea typeface="Arial" pitchFamily="-65" charset="0"/>
                <a:cs typeface="Arial" pitchFamily="-65" charset="0"/>
              </a:rPr>
              <a:t>The Mean of a Random Variable</a:t>
            </a:r>
            <a:endParaRPr lang="en-US" dirty="0"/>
          </a:p>
        </p:txBody>
      </p:sp>
      <p:sp>
        <p:nvSpPr>
          <p:cNvPr id="4" name="Slide Number Placeholder 3"/>
          <p:cNvSpPr>
            <a:spLocks noGrp="1"/>
          </p:cNvSpPr>
          <p:nvPr>
            <p:ph type="sldNum" sz="quarter" idx="12"/>
          </p:nvPr>
        </p:nvSpPr>
        <p:spPr/>
        <p:txBody>
          <a:bodyPr/>
          <a:lstStyle/>
          <a:p>
            <a:fld id="{455A1ED8-04CA-4908-B4EA-CA0DA15D048B}" type="slidenum">
              <a:rPr lang="en-US" smtClean="0"/>
              <a:pPr/>
              <a:t>26</a:t>
            </a:fld>
            <a:endParaRPr lang="en-US"/>
          </a:p>
        </p:txBody>
      </p:sp>
      <p:sp>
        <p:nvSpPr>
          <p:cNvPr id="5" name="Vertical Text Placeholder 2"/>
          <p:cNvSpPr txBox="1">
            <a:spLocks/>
          </p:cNvSpPr>
          <p:nvPr/>
        </p:nvSpPr>
        <p:spPr bwMode="auto">
          <a:xfrm>
            <a:off x="141288" y="1073801"/>
            <a:ext cx="8213003" cy="1993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0" fontAlgn="base" hangingPunct="0">
              <a:spcBef>
                <a:spcPts val="1800"/>
              </a:spcBef>
              <a:spcAft>
                <a:spcPct val="0"/>
              </a:spcAft>
              <a:buClr>
                <a:schemeClr val="accent1"/>
              </a:buClr>
              <a:buSzPct val="100000"/>
              <a:buFont typeface="Wingdings 2" pitchFamily="18" charset="2"/>
              <a:buChar char="¡"/>
              <a:defRPr sz="2000" kern="1200">
                <a:solidFill>
                  <a:schemeClr val="tx2"/>
                </a:solidFill>
                <a:latin typeface="+mn-lt"/>
                <a:ea typeface="ＭＳ Ｐゴシック" pitchFamily="-1" charset="-128"/>
                <a:cs typeface="ＭＳ Ｐゴシック" pitchFamily="-1" charset="-128"/>
              </a:defRPr>
            </a:lvl1pPr>
            <a:lvl2pPr marL="457200" indent="-228600" algn="l" rtl="0" eaLnBrk="0" fontAlgn="base" hangingPunct="0">
              <a:spcBef>
                <a:spcPts val="600"/>
              </a:spcBef>
              <a:spcAft>
                <a:spcPct val="0"/>
              </a:spcAft>
              <a:buClr>
                <a:srgbClr val="031B3C"/>
              </a:buClr>
              <a:buSzPct val="100000"/>
              <a:buFont typeface="Wingdings 2" pitchFamily="18" charset="2"/>
              <a:buChar char="¡"/>
              <a:defRPr kern="1200">
                <a:solidFill>
                  <a:schemeClr val="tx2"/>
                </a:solidFill>
                <a:latin typeface="+mn-lt"/>
                <a:ea typeface="ＭＳ Ｐゴシック" pitchFamily="-1" charset="-128"/>
                <a:cs typeface="+mn-cs"/>
              </a:defRPr>
            </a:lvl2pPr>
            <a:lvl3pPr marL="685800" indent="-228600" algn="l" rtl="0" eaLnBrk="0" fontAlgn="base" hangingPunct="0">
              <a:spcBef>
                <a:spcPts val="600"/>
              </a:spcBef>
              <a:spcAft>
                <a:spcPct val="0"/>
              </a:spcAft>
              <a:buClr>
                <a:schemeClr val="accent1"/>
              </a:buClr>
              <a:buSzPct val="100000"/>
              <a:buFont typeface="Wingdings 2" pitchFamily="18" charset="2"/>
              <a:buChar char="¡"/>
              <a:defRPr kern="1200">
                <a:solidFill>
                  <a:schemeClr val="tx2"/>
                </a:solidFill>
                <a:latin typeface="+mn-lt"/>
                <a:ea typeface="ＭＳ Ｐゴシック" pitchFamily="-1" charset="-128"/>
                <a:cs typeface="+mn-cs"/>
              </a:defRPr>
            </a:lvl3pPr>
            <a:lvl4pPr marL="914400" indent="-228600" algn="l" rtl="0" eaLnBrk="0" fontAlgn="base" hangingPunct="0">
              <a:spcBef>
                <a:spcPts val="600"/>
              </a:spcBef>
              <a:spcAft>
                <a:spcPct val="0"/>
              </a:spcAft>
              <a:buClr>
                <a:srgbClr val="031B3C"/>
              </a:buClr>
              <a:buSzPct val="100000"/>
              <a:buFont typeface="Wingdings 2" pitchFamily="18" charset="2"/>
              <a:buChar char="¡"/>
              <a:defRPr kern="1200">
                <a:solidFill>
                  <a:schemeClr val="tx2"/>
                </a:solidFill>
                <a:latin typeface="+mn-lt"/>
                <a:ea typeface="ＭＳ Ｐゴシック" pitchFamily="-1" charset="-128"/>
                <a:cs typeface="+mn-cs"/>
              </a:defRPr>
            </a:lvl4pPr>
            <a:lvl5pPr marL="1143000" indent="-228600" algn="l" rtl="0" eaLnBrk="0" fontAlgn="base" hangingPunct="0">
              <a:spcBef>
                <a:spcPts val="600"/>
              </a:spcBef>
              <a:spcAft>
                <a:spcPct val="0"/>
              </a:spcAft>
              <a:buClr>
                <a:schemeClr val="accent1"/>
              </a:buClr>
              <a:buSzPct val="100000"/>
              <a:buFont typeface="Wingdings 2" pitchFamily="18" charset="2"/>
              <a:buChar char="¡"/>
              <a:defRPr kern="1200">
                <a:solidFill>
                  <a:schemeClr val="tx2"/>
                </a:solidFill>
                <a:latin typeface="+mn-lt"/>
                <a:ea typeface="ＭＳ Ｐゴシック" pitchFamily="-1"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Font typeface="Wingdings" pitchFamily="2" charset="2"/>
              <a:buNone/>
            </a:pPr>
            <a:r>
              <a:rPr lang="en-US" dirty="0">
                <a:solidFill>
                  <a:srgbClr val="000000"/>
                </a:solidFill>
                <a:ea typeface="ＭＳ Ｐゴシック" pitchFamily="34" charset="-128"/>
              </a:rPr>
              <a:t>When analyzing discrete random variables, we</a:t>
            </a:r>
            <a:r>
              <a:rPr lang="en-US" altLang="en-US" dirty="0">
                <a:solidFill>
                  <a:srgbClr val="000000"/>
                </a:solidFill>
                <a:ea typeface="ＭＳ Ｐゴシック" pitchFamily="34" charset="-128"/>
              </a:rPr>
              <a:t> will</a:t>
            </a:r>
            <a:r>
              <a:rPr lang="en-US" dirty="0">
                <a:solidFill>
                  <a:srgbClr val="000000"/>
                </a:solidFill>
                <a:ea typeface="ＭＳ Ｐゴシック" pitchFamily="34" charset="-128"/>
              </a:rPr>
              <a:t> follow the same stra</a:t>
            </a:r>
            <a:r>
              <a:rPr lang="en-US" dirty="0">
                <a:solidFill>
                  <a:schemeClr val="tx1"/>
                </a:solidFill>
                <a:ea typeface="ＭＳ Ｐゴシック" pitchFamily="34" charset="-128"/>
              </a:rPr>
              <a:t>tegy we used with quantitative data―describe the shape, center, and spread, and identify any outliers.</a:t>
            </a:r>
          </a:p>
          <a:p>
            <a:pPr marL="0" indent="0" algn="just">
              <a:buFont typeface="Wingdings" pitchFamily="2" charset="2"/>
              <a:buNone/>
            </a:pPr>
            <a:r>
              <a:rPr lang="en-US" dirty="0">
                <a:solidFill>
                  <a:schemeClr val="tx1"/>
                </a:solidFill>
                <a:ea typeface="ＭＳ Ｐゴシック" pitchFamily="34" charset="-128"/>
              </a:rPr>
              <a:t>The </a:t>
            </a:r>
            <a:r>
              <a:rPr lang="en-US" b="1" dirty="0">
                <a:solidFill>
                  <a:schemeClr val="tx1"/>
                </a:solidFill>
                <a:ea typeface="ＭＳ Ｐゴシック" pitchFamily="34" charset="-128"/>
              </a:rPr>
              <a:t>mean of a discrete random variable </a:t>
            </a:r>
            <a:r>
              <a:rPr lang="en-US" dirty="0">
                <a:solidFill>
                  <a:schemeClr val="tx1"/>
                </a:solidFill>
                <a:ea typeface="ＭＳ Ｐゴシック" pitchFamily="34" charset="-128"/>
              </a:rPr>
              <a:t>is the average of the possible outcomes, with each outcome weighted </a:t>
            </a:r>
            <a:r>
              <a:rPr lang="en-US" dirty="0">
                <a:solidFill>
                  <a:srgbClr val="000000"/>
                </a:solidFill>
                <a:ea typeface="ＭＳ Ｐゴシック" pitchFamily="34" charset="-128"/>
              </a:rPr>
              <a:t>by its probability.</a:t>
            </a:r>
          </a:p>
        </p:txBody>
      </p:sp>
      <p:sp>
        <p:nvSpPr>
          <p:cNvPr id="6" name="TextBox 5" descr="The image shows the probability calculation of the mean of a discrete random variable, and is given as : &quot;mew subscript x&quot; equals to &quot;E bracket open X bracket close&quot; (both alphabets in capital) equals to &quot;x subscript 1 p subscript 1 plus x subscript 2 p subscript 2 plus x subscript 3 p subscript 3 plus and so on&quot; is equals to &quot;summation x subscript i p subscript i&quot;."/>
          <p:cNvSpPr txBox="1">
            <a:spLocks noChangeArrowheads="1"/>
          </p:cNvSpPr>
          <p:nvPr/>
        </p:nvSpPr>
        <p:spPr bwMode="auto">
          <a:xfrm>
            <a:off x="257755" y="3103430"/>
            <a:ext cx="8096536" cy="2231380"/>
          </a:xfrm>
          <a:prstGeom prst="rect">
            <a:avLst/>
          </a:prstGeom>
          <a:solidFill>
            <a:srgbClr val="FFD780"/>
          </a:solidFill>
          <a:ln w="25400">
            <a:solidFill>
              <a:srgbClr val="EEEFD6"/>
            </a:solidFill>
            <a:miter lim="800000"/>
            <a:headEnd/>
            <a:tailEnd/>
          </a:ln>
          <a:effectLst>
            <a:outerShdw blurRad="50800" dist="38100" dir="2700000" rotWithShape="0">
              <a:srgbClr val="808080">
                <a:alpha val="42998"/>
              </a:srgbClr>
            </a:outerShdw>
          </a:effectLst>
        </p:spPr>
        <p:txBody>
          <a:bodyPr wrap="square">
            <a:spAutoFit/>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sz="2000" b="1" u="sng" dirty="0"/>
              <a:t>Mean of a Discrete Random Variable</a:t>
            </a:r>
          </a:p>
          <a:p>
            <a:pPr eaLnBrk="1" hangingPunct="1"/>
            <a:endParaRPr lang="en-US" sz="600" b="1" u="sng" dirty="0">
              <a:solidFill>
                <a:srgbClr val="E81F30"/>
              </a:solidFill>
            </a:endParaRPr>
          </a:p>
          <a:p>
            <a:pPr algn="just" eaLnBrk="1" hangingPunct="1"/>
            <a:r>
              <a:rPr lang="en-US" sz="1800" dirty="0">
                <a:solidFill>
                  <a:srgbClr val="000000"/>
                </a:solidFill>
              </a:rPr>
              <a:t>Suppose that </a:t>
            </a:r>
            <a:r>
              <a:rPr lang="en-US" sz="1800" i="1" dirty="0">
                <a:solidFill>
                  <a:srgbClr val="000000"/>
                </a:solidFill>
              </a:rPr>
              <a:t>X </a:t>
            </a:r>
            <a:r>
              <a:rPr lang="en-US" sz="1800" dirty="0">
                <a:solidFill>
                  <a:srgbClr val="000000"/>
                </a:solidFill>
              </a:rPr>
              <a:t>is a discrete random variable whose probability distribution is</a:t>
            </a:r>
          </a:p>
          <a:p>
            <a:pPr eaLnBrk="1" hangingPunct="1"/>
            <a:r>
              <a:rPr lang="en-US" sz="1800" b="1" dirty="0">
                <a:solidFill>
                  <a:srgbClr val="000000"/>
                </a:solidFill>
              </a:rPr>
              <a:t>					Value:</a:t>
            </a:r>
            <a:r>
              <a:rPr lang="en-US" sz="1800" dirty="0">
                <a:solidFill>
                  <a:srgbClr val="000000"/>
                </a:solidFill>
              </a:rPr>
              <a:t>		</a:t>
            </a:r>
            <a:r>
              <a:rPr lang="en-US" sz="1800" i="1" dirty="0">
                <a:solidFill>
                  <a:srgbClr val="000000"/>
                </a:solidFill>
                <a:latin typeface="Times New Roman" pitchFamily="18" charset="0"/>
                <a:cs typeface="Times New Roman" pitchFamily="18" charset="0"/>
              </a:rPr>
              <a:t>x</a:t>
            </a:r>
            <a:r>
              <a:rPr lang="en-US" sz="1800" baseline="-25000" dirty="0">
                <a:solidFill>
                  <a:srgbClr val="000000"/>
                </a:solidFill>
                <a:latin typeface="Times New Roman" pitchFamily="18" charset="0"/>
                <a:cs typeface="Times New Roman" pitchFamily="18" charset="0"/>
              </a:rPr>
              <a:t>1</a:t>
            </a:r>
            <a:r>
              <a:rPr lang="en-US" sz="1800" dirty="0">
                <a:solidFill>
                  <a:srgbClr val="000000"/>
                </a:solidFill>
                <a:latin typeface="Times New Roman" pitchFamily="18" charset="0"/>
                <a:cs typeface="Times New Roman" pitchFamily="18" charset="0"/>
              </a:rPr>
              <a:t>	</a:t>
            </a:r>
            <a:r>
              <a:rPr lang="en-US" sz="1800" i="1" dirty="0">
                <a:solidFill>
                  <a:srgbClr val="000000"/>
                </a:solidFill>
                <a:latin typeface="Times New Roman" pitchFamily="18" charset="0"/>
                <a:cs typeface="Times New Roman" pitchFamily="18" charset="0"/>
              </a:rPr>
              <a:t>x</a:t>
            </a:r>
            <a:r>
              <a:rPr lang="en-US" sz="1800" baseline="-25000" dirty="0">
                <a:solidFill>
                  <a:srgbClr val="000000"/>
                </a:solidFill>
                <a:latin typeface="Times New Roman" pitchFamily="18" charset="0"/>
                <a:cs typeface="Times New Roman" pitchFamily="18" charset="0"/>
              </a:rPr>
              <a:t>2</a:t>
            </a:r>
            <a:r>
              <a:rPr lang="en-US" sz="1800" dirty="0">
                <a:solidFill>
                  <a:srgbClr val="000000"/>
                </a:solidFill>
                <a:latin typeface="Times New Roman" pitchFamily="18" charset="0"/>
                <a:cs typeface="Times New Roman" pitchFamily="18" charset="0"/>
              </a:rPr>
              <a:t>	</a:t>
            </a:r>
            <a:r>
              <a:rPr lang="en-US" sz="1800" i="1" dirty="0">
                <a:solidFill>
                  <a:srgbClr val="000000"/>
                </a:solidFill>
                <a:latin typeface="Times New Roman" pitchFamily="18" charset="0"/>
                <a:cs typeface="Times New Roman" pitchFamily="18" charset="0"/>
              </a:rPr>
              <a:t>x</a:t>
            </a:r>
            <a:r>
              <a:rPr lang="en-US" sz="1800" baseline="-25000" dirty="0">
                <a:solidFill>
                  <a:srgbClr val="000000"/>
                </a:solidFill>
                <a:latin typeface="Times New Roman" pitchFamily="18" charset="0"/>
                <a:cs typeface="Times New Roman" pitchFamily="18" charset="0"/>
              </a:rPr>
              <a:t>3</a:t>
            </a:r>
            <a:r>
              <a:rPr lang="en-US" sz="1800" dirty="0">
                <a:solidFill>
                  <a:srgbClr val="000000"/>
                </a:solidFill>
              </a:rPr>
              <a:t>	…</a:t>
            </a:r>
          </a:p>
          <a:p>
            <a:pPr eaLnBrk="1" hangingPunct="1">
              <a:spcAft>
                <a:spcPts val="600"/>
              </a:spcAft>
            </a:pPr>
            <a:r>
              <a:rPr lang="en-US" sz="1800" dirty="0">
                <a:solidFill>
                  <a:srgbClr val="000000"/>
                </a:solidFill>
              </a:rPr>
              <a:t>					</a:t>
            </a:r>
            <a:r>
              <a:rPr lang="en-US" sz="1800" b="1" dirty="0">
                <a:solidFill>
                  <a:srgbClr val="000000"/>
                </a:solidFill>
              </a:rPr>
              <a:t>Probability:</a:t>
            </a:r>
            <a:r>
              <a:rPr lang="en-US" sz="1800" dirty="0">
                <a:solidFill>
                  <a:srgbClr val="000000"/>
                </a:solidFill>
              </a:rPr>
              <a:t>	</a:t>
            </a:r>
            <a:r>
              <a:rPr lang="en-US" sz="1800" i="1" dirty="0">
                <a:solidFill>
                  <a:srgbClr val="000000"/>
                </a:solidFill>
                <a:latin typeface="Times New Roman" pitchFamily="18" charset="0"/>
                <a:cs typeface="Times New Roman" pitchFamily="18" charset="0"/>
              </a:rPr>
              <a:t>p</a:t>
            </a:r>
            <a:r>
              <a:rPr lang="en-US" sz="1800" baseline="-25000" dirty="0">
                <a:solidFill>
                  <a:srgbClr val="000000"/>
                </a:solidFill>
                <a:latin typeface="Times New Roman" pitchFamily="18" charset="0"/>
                <a:cs typeface="Times New Roman" pitchFamily="18" charset="0"/>
              </a:rPr>
              <a:t>1</a:t>
            </a:r>
            <a:r>
              <a:rPr lang="en-US" sz="1800" dirty="0">
                <a:solidFill>
                  <a:srgbClr val="000000"/>
                </a:solidFill>
                <a:latin typeface="Times New Roman" pitchFamily="18" charset="0"/>
                <a:cs typeface="Times New Roman" pitchFamily="18" charset="0"/>
              </a:rPr>
              <a:t>	</a:t>
            </a:r>
            <a:r>
              <a:rPr lang="en-US" sz="1800" i="1" dirty="0">
                <a:solidFill>
                  <a:srgbClr val="000000"/>
                </a:solidFill>
                <a:latin typeface="Times New Roman" pitchFamily="18" charset="0"/>
                <a:cs typeface="Times New Roman" pitchFamily="18" charset="0"/>
              </a:rPr>
              <a:t>p</a:t>
            </a:r>
            <a:r>
              <a:rPr lang="en-US" sz="1800" baseline="-25000" dirty="0">
                <a:solidFill>
                  <a:srgbClr val="000000"/>
                </a:solidFill>
                <a:latin typeface="Times New Roman" pitchFamily="18" charset="0"/>
                <a:cs typeface="Times New Roman" pitchFamily="18" charset="0"/>
              </a:rPr>
              <a:t>2</a:t>
            </a:r>
            <a:r>
              <a:rPr lang="en-US" sz="1800" dirty="0">
                <a:solidFill>
                  <a:srgbClr val="000000"/>
                </a:solidFill>
                <a:latin typeface="Times New Roman" pitchFamily="18" charset="0"/>
                <a:cs typeface="Times New Roman" pitchFamily="18" charset="0"/>
              </a:rPr>
              <a:t>	</a:t>
            </a:r>
            <a:r>
              <a:rPr lang="en-US" sz="1800" i="1" dirty="0">
                <a:solidFill>
                  <a:srgbClr val="000000"/>
                </a:solidFill>
                <a:latin typeface="Times New Roman" pitchFamily="18" charset="0"/>
                <a:cs typeface="Times New Roman" pitchFamily="18" charset="0"/>
              </a:rPr>
              <a:t>p</a:t>
            </a:r>
            <a:r>
              <a:rPr lang="en-US" sz="1800" baseline="-25000" dirty="0">
                <a:solidFill>
                  <a:srgbClr val="000000"/>
                </a:solidFill>
                <a:latin typeface="Times New Roman" pitchFamily="18" charset="0"/>
                <a:cs typeface="Times New Roman" pitchFamily="18" charset="0"/>
              </a:rPr>
              <a:t>3</a:t>
            </a:r>
            <a:r>
              <a:rPr lang="en-US" sz="1800" dirty="0">
                <a:solidFill>
                  <a:srgbClr val="000000"/>
                </a:solidFill>
              </a:rPr>
              <a:t>	…</a:t>
            </a:r>
          </a:p>
          <a:p>
            <a:pPr algn="just" eaLnBrk="1" hangingPunct="1"/>
            <a:endParaRPr lang="en-US" sz="1800" dirty="0">
              <a:solidFill>
                <a:srgbClr val="000000"/>
              </a:solidFill>
            </a:endParaRPr>
          </a:p>
          <a:p>
            <a:pPr algn="just" eaLnBrk="1" hangingPunct="1"/>
            <a:r>
              <a:rPr lang="en-US" sz="1800" dirty="0">
                <a:solidFill>
                  <a:srgbClr val="000000"/>
                </a:solidFill>
              </a:rPr>
              <a:t>To </a:t>
            </a:r>
            <a:r>
              <a:rPr lang="en-US" sz="1800" dirty="0"/>
              <a:t>find the </a:t>
            </a:r>
            <a:r>
              <a:rPr lang="en-US" sz="1800" b="1" dirty="0"/>
              <a:t>mean (expected value) of </a:t>
            </a:r>
            <a:r>
              <a:rPr lang="en-US" sz="1800" b="1" i="1" dirty="0"/>
              <a:t>X</a:t>
            </a:r>
            <a:r>
              <a:rPr lang="en-US" sz="1800" dirty="0"/>
              <a:t>, multiply </a:t>
            </a:r>
            <a:r>
              <a:rPr lang="en-US" sz="1800" dirty="0">
                <a:solidFill>
                  <a:srgbClr val="000000"/>
                </a:solidFill>
              </a:rPr>
              <a:t>each value by its probability, and then add all the products</a:t>
            </a:r>
            <a:r>
              <a:rPr lang="en-US" sz="1800" dirty="0" smtClean="0">
                <a:solidFill>
                  <a:srgbClr val="000000"/>
                </a:solidFill>
              </a:rPr>
              <a:t>:</a:t>
            </a:r>
            <a:endParaRPr lang="en-US" sz="1800" dirty="0">
              <a:solidFill>
                <a:srgbClr val="000000"/>
              </a:solidFill>
            </a:endParaRPr>
          </a:p>
        </p:txBody>
      </p:sp>
      <p:graphicFrame>
        <p:nvGraphicFramePr>
          <p:cNvPr id="3" name="Object 2"/>
          <p:cNvGraphicFramePr>
            <a:graphicFrameLocks noChangeAspect="1"/>
          </p:cNvGraphicFramePr>
          <p:nvPr>
            <p:extLst>
              <p:ext uri="{D42A27DB-BD31-4B8C-83A1-F6EECF244321}">
                <p14:modId xmlns:p14="http://schemas.microsoft.com/office/powerpoint/2010/main" val="3324565711"/>
              </p:ext>
            </p:extLst>
          </p:nvPr>
        </p:nvGraphicFramePr>
        <p:xfrm>
          <a:off x="2434949" y="5482406"/>
          <a:ext cx="3742148" cy="870267"/>
        </p:xfrm>
        <a:graphic>
          <a:graphicData uri="http://schemas.openxmlformats.org/presentationml/2006/ole">
            <mc:AlternateContent xmlns:mc="http://schemas.openxmlformats.org/markup-compatibility/2006">
              <mc:Choice xmlns:v="urn:schemas-microsoft-com:vml" Requires="v">
                <p:oleObj spid="_x0000_s108553" name="Equation" r:id="rId3" imgW="2184120" imgH="507960" progId="Equation.DSMT4">
                  <p:embed/>
                </p:oleObj>
              </mc:Choice>
              <mc:Fallback>
                <p:oleObj name="Equation" r:id="rId3" imgW="2184120" imgH="507960" progId="Equation.DSMT4">
                  <p:embed/>
                  <p:pic>
                    <p:nvPicPr>
                      <p:cNvPr id="0" name=""/>
                      <p:cNvPicPr/>
                      <p:nvPr/>
                    </p:nvPicPr>
                    <p:blipFill>
                      <a:blip r:embed="rId4"/>
                      <a:stretch>
                        <a:fillRect/>
                      </a:stretch>
                    </p:blipFill>
                    <p:spPr>
                      <a:xfrm>
                        <a:off x="2434949" y="5482406"/>
                        <a:ext cx="3742148" cy="870267"/>
                      </a:xfrm>
                      <a:prstGeom prst="rect">
                        <a:avLst/>
                      </a:prstGeom>
                      <a:solidFill>
                        <a:srgbClr val="FFD780"/>
                      </a:solidFill>
                    </p:spPr>
                  </p:pic>
                </p:oleObj>
              </mc:Fallback>
            </mc:AlternateContent>
          </a:graphicData>
        </a:graphic>
      </p:graphicFrame>
    </p:spTree>
    <p:extLst>
      <p:ext uri="{BB962C8B-B14F-4D97-AF65-F5344CB8AC3E}">
        <p14:creationId xmlns:p14="http://schemas.microsoft.com/office/powerpoint/2010/main" val="11829946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2"/>
          <p:cNvSpPr>
            <a:spLocks noGrp="1" noChangeArrowheads="1"/>
          </p:cNvSpPr>
          <p:nvPr>
            <p:ph type="title"/>
          </p:nvPr>
        </p:nvSpPr>
        <p:spPr bwMode="auto">
          <a:prstGeom prst="rect">
            <a:avLst/>
          </a:prstGeom>
          <a:solidFill>
            <a:schemeClr val="accent2"/>
          </a:solidFill>
          <a:ln>
            <a:noFill/>
          </a:ln>
        </p:spPr>
        <p:txBody>
          <a:bodyPr wrap="square">
            <a:spAutoFit/>
          </a:bodyPr>
          <a:lstStyle/>
          <a:p>
            <a:pPr eaLnBrk="1" hangingPunct="1">
              <a:buFont typeface="Wingdings 2" pitchFamily="18" charset="2"/>
              <a:buNone/>
            </a:pPr>
            <a:r>
              <a:rPr lang="en-US" dirty="0">
                <a:solidFill>
                  <a:schemeClr val="accent1"/>
                </a:solidFill>
              </a:rPr>
              <a:t>Example: Babies</a:t>
            </a:r>
            <a:r>
              <a:rPr lang="en-US" altLang="en-US" dirty="0">
                <a:solidFill>
                  <a:schemeClr val="accent1"/>
                </a:solidFill>
              </a:rPr>
              <a:t>’</a:t>
            </a:r>
            <a:r>
              <a:rPr lang="en-US" dirty="0">
                <a:solidFill>
                  <a:schemeClr val="accent1"/>
                </a:solidFill>
              </a:rPr>
              <a:t> Health at Birth</a:t>
            </a:r>
          </a:p>
        </p:txBody>
      </p:sp>
      <p:sp>
        <p:nvSpPr>
          <p:cNvPr id="7" name="Vertical Text Placeholder 2"/>
          <p:cNvSpPr txBox="1">
            <a:spLocks/>
          </p:cNvSpPr>
          <p:nvPr/>
        </p:nvSpPr>
        <p:spPr bwMode="auto">
          <a:xfrm>
            <a:off x="193675" y="1073802"/>
            <a:ext cx="8467725" cy="1285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0" fontAlgn="base" hangingPunct="0">
              <a:spcBef>
                <a:spcPts val="1800"/>
              </a:spcBef>
              <a:spcAft>
                <a:spcPct val="0"/>
              </a:spcAft>
              <a:buClr>
                <a:schemeClr val="accent1"/>
              </a:buClr>
              <a:buSzPct val="100000"/>
              <a:buFont typeface="Wingdings 2" pitchFamily="18" charset="2"/>
              <a:buChar char="¡"/>
              <a:defRPr sz="2000" kern="1200">
                <a:solidFill>
                  <a:schemeClr val="tx2"/>
                </a:solidFill>
                <a:latin typeface="+mn-lt"/>
                <a:ea typeface="ＭＳ Ｐゴシック" pitchFamily="-1" charset="-128"/>
                <a:cs typeface="ＭＳ Ｐゴシック" pitchFamily="-1" charset="-128"/>
              </a:defRPr>
            </a:lvl1pPr>
            <a:lvl2pPr marL="457200" indent="-228600" algn="l" rtl="0" eaLnBrk="0" fontAlgn="base" hangingPunct="0">
              <a:spcBef>
                <a:spcPts val="600"/>
              </a:spcBef>
              <a:spcAft>
                <a:spcPct val="0"/>
              </a:spcAft>
              <a:buClr>
                <a:srgbClr val="031B3C"/>
              </a:buClr>
              <a:buSzPct val="100000"/>
              <a:buFont typeface="Wingdings 2" pitchFamily="18" charset="2"/>
              <a:buChar char="¡"/>
              <a:defRPr kern="1200">
                <a:solidFill>
                  <a:schemeClr val="tx2"/>
                </a:solidFill>
                <a:latin typeface="+mn-lt"/>
                <a:ea typeface="ＭＳ Ｐゴシック" pitchFamily="-1" charset="-128"/>
                <a:cs typeface="+mn-cs"/>
              </a:defRPr>
            </a:lvl2pPr>
            <a:lvl3pPr marL="685800" indent="-228600" algn="l" rtl="0" eaLnBrk="0" fontAlgn="base" hangingPunct="0">
              <a:spcBef>
                <a:spcPts val="600"/>
              </a:spcBef>
              <a:spcAft>
                <a:spcPct val="0"/>
              </a:spcAft>
              <a:buClr>
                <a:schemeClr val="accent1"/>
              </a:buClr>
              <a:buSzPct val="100000"/>
              <a:buFont typeface="Wingdings 2" pitchFamily="18" charset="2"/>
              <a:buChar char="¡"/>
              <a:defRPr kern="1200">
                <a:solidFill>
                  <a:schemeClr val="tx2"/>
                </a:solidFill>
                <a:latin typeface="+mn-lt"/>
                <a:ea typeface="ＭＳ Ｐゴシック" pitchFamily="-1" charset="-128"/>
                <a:cs typeface="+mn-cs"/>
              </a:defRPr>
            </a:lvl3pPr>
            <a:lvl4pPr marL="914400" indent="-228600" algn="l" rtl="0" eaLnBrk="0" fontAlgn="base" hangingPunct="0">
              <a:spcBef>
                <a:spcPts val="600"/>
              </a:spcBef>
              <a:spcAft>
                <a:spcPct val="0"/>
              </a:spcAft>
              <a:buClr>
                <a:srgbClr val="031B3C"/>
              </a:buClr>
              <a:buSzPct val="100000"/>
              <a:buFont typeface="Wingdings 2" pitchFamily="18" charset="2"/>
              <a:buChar char="¡"/>
              <a:defRPr kern="1200">
                <a:solidFill>
                  <a:schemeClr val="tx2"/>
                </a:solidFill>
                <a:latin typeface="+mn-lt"/>
                <a:ea typeface="ＭＳ Ｐゴシック" pitchFamily="-1" charset="-128"/>
                <a:cs typeface="+mn-cs"/>
              </a:defRPr>
            </a:lvl4pPr>
            <a:lvl5pPr marL="1143000" indent="-228600" algn="l" rtl="0" eaLnBrk="0" fontAlgn="base" hangingPunct="0">
              <a:spcBef>
                <a:spcPts val="600"/>
              </a:spcBef>
              <a:spcAft>
                <a:spcPct val="0"/>
              </a:spcAft>
              <a:buClr>
                <a:schemeClr val="accent1"/>
              </a:buClr>
              <a:buSzPct val="100000"/>
              <a:buFont typeface="Wingdings 2" pitchFamily="18" charset="2"/>
              <a:buChar char="¡"/>
              <a:defRPr kern="1200">
                <a:solidFill>
                  <a:schemeClr val="tx2"/>
                </a:solidFill>
                <a:latin typeface="+mn-lt"/>
                <a:ea typeface="ＭＳ Ｐゴシック" pitchFamily="-1"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defTabSz="457200">
              <a:buClr>
                <a:srgbClr val="073779"/>
              </a:buClr>
              <a:buFont typeface="Wingdings" pitchFamily="2" charset="2"/>
              <a:buNone/>
            </a:pPr>
            <a:r>
              <a:rPr lang="en-US" sz="1600" dirty="0">
                <a:solidFill>
                  <a:srgbClr val="000000"/>
                </a:solidFill>
                <a:ea typeface="ＭＳ Ｐゴシック" pitchFamily="34" charset="-128"/>
              </a:rPr>
              <a:t>The probability distribution for </a:t>
            </a:r>
            <a:r>
              <a:rPr lang="en-US" sz="1600" i="1" dirty="0">
                <a:solidFill>
                  <a:srgbClr val="000000"/>
                </a:solidFill>
                <a:ea typeface="ＭＳ Ｐゴシック" pitchFamily="34" charset="-128"/>
              </a:rPr>
              <a:t>X</a:t>
            </a:r>
            <a:r>
              <a:rPr lang="en-US" sz="1600" dirty="0">
                <a:solidFill>
                  <a:srgbClr val="000000"/>
                </a:solidFill>
                <a:ea typeface="ＭＳ Ｐゴシック" pitchFamily="34" charset="-128"/>
              </a:rPr>
              <a:t> = Apgar score is shown below.</a:t>
            </a:r>
          </a:p>
          <a:p>
            <a:pPr defTabSz="457200">
              <a:spcBef>
                <a:spcPts val="500"/>
              </a:spcBef>
              <a:buClr>
                <a:prstClr val="black"/>
              </a:buClr>
              <a:buFont typeface="Arial" pitchFamily="34" charset="0"/>
              <a:buAutoNum type="alphaLcPeriod"/>
            </a:pPr>
            <a:r>
              <a:rPr lang="en-US" sz="1600" dirty="0">
                <a:solidFill>
                  <a:srgbClr val="000000"/>
                </a:solidFill>
                <a:ea typeface="ＭＳ Ｐゴシック" pitchFamily="34" charset="-128"/>
              </a:rPr>
              <a:t>Show that the probability distribution for </a:t>
            </a:r>
            <a:r>
              <a:rPr lang="en-US" sz="1600" i="1" dirty="0">
                <a:solidFill>
                  <a:srgbClr val="000000"/>
                </a:solidFill>
                <a:ea typeface="ＭＳ Ｐゴシック" pitchFamily="34" charset="-128"/>
                <a:cs typeface="Times New Roman" pitchFamily="18" charset="0"/>
              </a:rPr>
              <a:t>X</a:t>
            </a:r>
            <a:r>
              <a:rPr lang="en-US" sz="1600" i="1" dirty="0">
                <a:solidFill>
                  <a:srgbClr val="000000"/>
                </a:solidFill>
                <a:latin typeface="Times New Roman" pitchFamily="18" charset="0"/>
                <a:ea typeface="ＭＳ Ｐゴシック" pitchFamily="34" charset="-128"/>
                <a:cs typeface="Times New Roman" pitchFamily="18" charset="0"/>
              </a:rPr>
              <a:t> </a:t>
            </a:r>
            <a:r>
              <a:rPr lang="en-US" sz="1600" dirty="0">
                <a:solidFill>
                  <a:srgbClr val="000000"/>
                </a:solidFill>
                <a:ea typeface="ＭＳ Ｐゴシック" pitchFamily="34" charset="-128"/>
              </a:rPr>
              <a:t>is legitimate.</a:t>
            </a:r>
          </a:p>
          <a:p>
            <a:pPr defTabSz="457200">
              <a:spcBef>
                <a:spcPts val="500"/>
              </a:spcBef>
              <a:buClr>
                <a:prstClr val="black"/>
              </a:buClr>
              <a:buFont typeface="Arial" pitchFamily="34" charset="0"/>
              <a:buAutoNum type="alphaLcPeriod"/>
            </a:pPr>
            <a:r>
              <a:rPr lang="en-US" sz="1600" dirty="0">
                <a:solidFill>
                  <a:srgbClr val="000000"/>
                </a:solidFill>
                <a:ea typeface="ＭＳ Ｐゴシック" pitchFamily="34" charset="-128"/>
              </a:rPr>
              <a:t>Make a histogram of the probability distribution. Describe what you see.</a:t>
            </a:r>
          </a:p>
          <a:p>
            <a:pPr defTabSz="457200">
              <a:spcBef>
                <a:spcPts val="500"/>
              </a:spcBef>
              <a:buClr>
                <a:prstClr val="black"/>
              </a:buClr>
              <a:buFont typeface="Arial" pitchFamily="34" charset="0"/>
              <a:buAutoNum type="alphaLcPeriod"/>
            </a:pPr>
            <a:r>
              <a:rPr lang="en-US" sz="1600" dirty="0">
                <a:solidFill>
                  <a:srgbClr val="000000"/>
                </a:solidFill>
                <a:ea typeface="ＭＳ Ｐゴシック" pitchFamily="34" charset="-128"/>
              </a:rPr>
              <a:t>Apgar scores of 7 or higher indicate a healthy baby. What is </a:t>
            </a:r>
            <a:r>
              <a:rPr lang="en-US" sz="1600" i="1" dirty="0">
                <a:solidFill>
                  <a:srgbClr val="000000"/>
                </a:solidFill>
                <a:ea typeface="ＭＳ Ｐゴシック" pitchFamily="34" charset="-128"/>
              </a:rPr>
              <a:t>P</a:t>
            </a:r>
            <a:r>
              <a:rPr lang="en-US" sz="1600" dirty="0">
                <a:solidFill>
                  <a:srgbClr val="000000"/>
                </a:solidFill>
                <a:ea typeface="ＭＳ Ｐゴシック" pitchFamily="34" charset="-128"/>
              </a:rPr>
              <a:t>(</a:t>
            </a:r>
            <a:r>
              <a:rPr lang="en-US" sz="1600" i="1" dirty="0">
                <a:solidFill>
                  <a:srgbClr val="000000"/>
                </a:solidFill>
                <a:ea typeface="ＭＳ Ｐゴシック" pitchFamily="34" charset="-128"/>
                <a:cs typeface="Times New Roman" pitchFamily="18" charset="0"/>
              </a:rPr>
              <a:t>X</a:t>
            </a:r>
            <a:r>
              <a:rPr lang="en-US" sz="1600" i="1" dirty="0">
                <a:solidFill>
                  <a:srgbClr val="000000"/>
                </a:solidFill>
                <a:latin typeface="Times New Roman" pitchFamily="18" charset="0"/>
                <a:ea typeface="ＭＳ Ｐゴシック" pitchFamily="34" charset="-128"/>
                <a:cs typeface="Times New Roman" pitchFamily="18" charset="0"/>
              </a:rPr>
              <a:t> </a:t>
            </a:r>
            <a:r>
              <a:rPr lang="en-US" sz="1600" dirty="0">
                <a:solidFill>
                  <a:srgbClr val="000000"/>
                </a:solidFill>
                <a:ea typeface="ＭＳ Ｐゴシック" pitchFamily="34" charset="-128"/>
              </a:rPr>
              <a:t>≥ 7)?</a:t>
            </a:r>
          </a:p>
        </p:txBody>
      </p:sp>
      <p:graphicFrame>
        <p:nvGraphicFramePr>
          <p:cNvPr id="15" name="Table 14" descr="already described"/>
          <p:cNvGraphicFramePr>
            <a:graphicFrameLocks noGrp="1"/>
          </p:cNvGraphicFramePr>
          <p:nvPr>
            <p:extLst>
              <p:ext uri="{D42A27DB-BD31-4B8C-83A1-F6EECF244321}">
                <p14:modId xmlns:p14="http://schemas.microsoft.com/office/powerpoint/2010/main" val="2844570235"/>
              </p:ext>
            </p:extLst>
          </p:nvPr>
        </p:nvGraphicFramePr>
        <p:xfrm>
          <a:off x="120650" y="2358990"/>
          <a:ext cx="8877300" cy="742950"/>
        </p:xfrm>
        <a:graphic>
          <a:graphicData uri="http://schemas.openxmlformats.org/drawingml/2006/table">
            <a:tbl>
              <a:tblPr firstRow="1"/>
              <a:tblGrid>
                <a:gridCol w="1271588">
                  <a:extLst>
                    <a:ext uri="{9D8B030D-6E8A-4147-A177-3AD203B41FA5}">
                      <a16:colId xmlns:a16="http://schemas.microsoft.com/office/drawing/2014/main" xmlns="" val="20000"/>
                    </a:ext>
                  </a:extLst>
                </a:gridCol>
                <a:gridCol w="690562">
                  <a:extLst>
                    <a:ext uri="{9D8B030D-6E8A-4147-A177-3AD203B41FA5}">
                      <a16:colId xmlns:a16="http://schemas.microsoft.com/office/drawing/2014/main" xmlns="" val="20001"/>
                    </a:ext>
                  </a:extLst>
                </a:gridCol>
                <a:gridCol w="692150">
                  <a:extLst>
                    <a:ext uri="{9D8B030D-6E8A-4147-A177-3AD203B41FA5}">
                      <a16:colId xmlns:a16="http://schemas.microsoft.com/office/drawing/2014/main" xmlns="" val="20002"/>
                    </a:ext>
                  </a:extLst>
                </a:gridCol>
                <a:gridCol w="690563">
                  <a:extLst>
                    <a:ext uri="{9D8B030D-6E8A-4147-A177-3AD203B41FA5}">
                      <a16:colId xmlns:a16="http://schemas.microsoft.com/office/drawing/2014/main" xmlns="" val="20003"/>
                    </a:ext>
                  </a:extLst>
                </a:gridCol>
                <a:gridCol w="692150">
                  <a:extLst>
                    <a:ext uri="{9D8B030D-6E8A-4147-A177-3AD203B41FA5}">
                      <a16:colId xmlns:a16="http://schemas.microsoft.com/office/drawing/2014/main" xmlns="" val="20004"/>
                    </a:ext>
                  </a:extLst>
                </a:gridCol>
                <a:gridCol w="692150">
                  <a:extLst>
                    <a:ext uri="{9D8B030D-6E8A-4147-A177-3AD203B41FA5}">
                      <a16:colId xmlns:a16="http://schemas.microsoft.com/office/drawing/2014/main" xmlns="" val="20005"/>
                    </a:ext>
                  </a:extLst>
                </a:gridCol>
                <a:gridCol w="690562">
                  <a:extLst>
                    <a:ext uri="{9D8B030D-6E8A-4147-A177-3AD203B41FA5}">
                      <a16:colId xmlns:a16="http://schemas.microsoft.com/office/drawing/2014/main" xmlns="" val="20006"/>
                    </a:ext>
                  </a:extLst>
                </a:gridCol>
                <a:gridCol w="692150">
                  <a:extLst>
                    <a:ext uri="{9D8B030D-6E8A-4147-A177-3AD203B41FA5}">
                      <a16:colId xmlns:a16="http://schemas.microsoft.com/office/drawing/2014/main" xmlns="" val="20007"/>
                    </a:ext>
                  </a:extLst>
                </a:gridCol>
                <a:gridCol w="690563">
                  <a:extLst>
                    <a:ext uri="{9D8B030D-6E8A-4147-A177-3AD203B41FA5}">
                      <a16:colId xmlns:a16="http://schemas.microsoft.com/office/drawing/2014/main" xmlns="" val="20008"/>
                    </a:ext>
                  </a:extLst>
                </a:gridCol>
                <a:gridCol w="692150">
                  <a:extLst>
                    <a:ext uri="{9D8B030D-6E8A-4147-A177-3AD203B41FA5}">
                      <a16:colId xmlns:a16="http://schemas.microsoft.com/office/drawing/2014/main" xmlns="" val="20009"/>
                    </a:ext>
                  </a:extLst>
                </a:gridCol>
                <a:gridCol w="690562">
                  <a:extLst>
                    <a:ext uri="{9D8B030D-6E8A-4147-A177-3AD203B41FA5}">
                      <a16:colId xmlns:a16="http://schemas.microsoft.com/office/drawing/2014/main" xmlns="" val="20010"/>
                    </a:ext>
                  </a:extLst>
                </a:gridCol>
                <a:gridCol w="692150">
                  <a:extLst>
                    <a:ext uri="{9D8B030D-6E8A-4147-A177-3AD203B41FA5}">
                      <a16:colId xmlns:a16="http://schemas.microsoft.com/office/drawing/2014/main" xmlns="" val="20011"/>
                    </a:ext>
                  </a:extLst>
                </a:gridCol>
              </a:tblGrid>
              <a:tr h="371475">
                <a:tc>
                  <a:txBody>
                    <a:bodyPr/>
                    <a:lstStyle>
                      <a:lvl1pPr eaLnBrk="0" hangingPunct="0">
                        <a:spcBef>
                          <a:spcPts val="1800"/>
                        </a:spcBef>
                        <a:buClr>
                          <a:schemeClr val="accent1"/>
                        </a:buClr>
                        <a:buSzPct val="100000"/>
                        <a:buFont typeface="Wingdings 2" pitchFamily="-65" charset="2"/>
                        <a:defRPr>
                          <a:solidFill>
                            <a:schemeClr val="tx2"/>
                          </a:solidFill>
                          <a:latin typeface="Arial" charset="0"/>
                          <a:ea typeface="ＭＳ Ｐゴシック" pitchFamily="-65" charset="-128"/>
                        </a:defRPr>
                      </a:lvl1pPr>
                      <a:lvl2pPr marL="37931725" indent="-37474525" eaLnBrk="0" hangingPunct="0">
                        <a:spcBef>
                          <a:spcPts val="600"/>
                        </a:spcBef>
                        <a:buClr>
                          <a:srgbClr val="031B3C"/>
                        </a:buClr>
                        <a:buSzPct val="100000"/>
                        <a:buFont typeface="Wingdings 2" pitchFamily="-65" charset="2"/>
                        <a:defRPr sz="1600">
                          <a:solidFill>
                            <a:schemeClr val="tx2"/>
                          </a:solidFill>
                          <a:latin typeface="Arial" charset="0"/>
                          <a:ea typeface="ＭＳ Ｐゴシック" pitchFamily="-65" charset="-128"/>
                        </a:defRPr>
                      </a:lvl2pPr>
                      <a:lvl3pPr eaLnBrk="0" hangingPunct="0">
                        <a:spcBef>
                          <a:spcPts val="600"/>
                        </a:spcBef>
                        <a:defRPr sz="1600">
                          <a:solidFill>
                            <a:schemeClr val="tx2"/>
                          </a:solidFill>
                          <a:latin typeface="Arial" charset="0"/>
                          <a:ea typeface="ＭＳ Ｐゴシック" pitchFamily="-65" charset="-128"/>
                        </a:defRPr>
                      </a:lvl3pPr>
                      <a:lvl4pPr eaLnBrk="0" hangingPunct="0">
                        <a:spcBef>
                          <a:spcPts val="600"/>
                        </a:spcBef>
                        <a:defRPr sz="1600">
                          <a:solidFill>
                            <a:schemeClr val="tx2"/>
                          </a:solidFill>
                          <a:latin typeface="Arial" charset="0"/>
                          <a:ea typeface="ＭＳ Ｐゴシック" pitchFamily="-65" charset="-128"/>
                        </a:defRPr>
                      </a:lvl4pPr>
                      <a:lvl5pPr eaLnBrk="0" hangingPunct="0">
                        <a:spcBef>
                          <a:spcPts val="600"/>
                        </a:spcBef>
                        <a:defRPr sz="1600">
                          <a:solidFill>
                            <a:schemeClr val="tx2"/>
                          </a:solidFill>
                          <a:latin typeface="Arial" charset="0"/>
                          <a:ea typeface="ＭＳ Ｐゴシック" pitchFamily="-65" charset="-128"/>
                        </a:defRPr>
                      </a:lvl5pPr>
                      <a:lvl6pPr marL="457200" eaLnBrk="0" fontAlgn="base" hangingPunct="0">
                        <a:spcBef>
                          <a:spcPts val="600"/>
                        </a:spcBef>
                        <a:spcAft>
                          <a:spcPct val="0"/>
                        </a:spcAft>
                        <a:defRPr sz="1600">
                          <a:solidFill>
                            <a:schemeClr val="tx2"/>
                          </a:solidFill>
                          <a:latin typeface="Arial" charset="0"/>
                          <a:ea typeface="ＭＳ Ｐゴシック" pitchFamily="-65" charset="-128"/>
                        </a:defRPr>
                      </a:lvl6pPr>
                      <a:lvl7pPr marL="914400" eaLnBrk="0" fontAlgn="base" hangingPunct="0">
                        <a:spcBef>
                          <a:spcPts val="600"/>
                        </a:spcBef>
                        <a:spcAft>
                          <a:spcPct val="0"/>
                        </a:spcAft>
                        <a:defRPr sz="1600">
                          <a:solidFill>
                            <a:schemeClr val="tx2"/>
                          </a:solidFill>
                          <a:latin typeface="Arial" charset="0"/>
                          <a:ea typeface="ＭＳ Ｐゴシック" pitchFamily="-65" charset="-128"/>
                        </a:defRPr>
                      </a:lvl7pPr>
                      <a:lvl8pPr marL="1371600" eaLnBrk="0" fontAlgn="base" hangingPunct="0">
                        <a:spcBef>
                          <a:spcPts val="600"/>
                        </a:spcBef>
                        <a:spcAft>
                          <a:spcPct val="0"/>
                        </a:spcAft>
                        <a:defRPr sz="1600">
                          <a:solidFill>
                            <a:schemeClr val="tx2"/>
                          </a:solidFill>
                          <a:latin typeface="Arial" charset="0"/>
                          <a:ea typeface="ＭＳ Ｐゴシック" pitchFamily="-65" charset="-128"/>
                        </a:defRPr>
                      </a:lvl8pPr>
                      <a:lvl9pPr marL="1828800" eaLnBrk="0" fontAlgn="base" hangingPunct="0">
                        <a:spcBef>
                          <a:spcPts val="600"/>
                        </a:spcBef>
                        <a:spcAft>
                          <a:spcPct val="0"/>
                        </a:spcAft>
                        <a:defRPr sz="1600">
                          <a:solidFill>
                            <a:schemeClr val="tx2"/>
                          </a:solidFill>
                          <a:latin typeface="Arial" charset="0"/>
                          <a:ea typeface="ＭＳ Ｐゴシック" pitchFamily="-65"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pitchFamily="-65" charset="0"/>
                          <a:ea typeface="ＭＳ Ｐゴシック" pitchFamily="-65" charset="-128"/>
                          <a:cs typeface="Times New Roman" pitchFamily="-65" charset="0"/>
                        </a:rPr>
                        <a:t>Value:</a:t>
                      </a:r>
                    </a:p>
                  </a:txBody>
                  <a:tcPr horzOverflow="overflow">
                    <a:lnL w="12700" cap="flat" cmpd="sng" algn="ctr">
                      <a:solidFill>
                        <a:srgbClr val="C76402"/>
                      </a:solidFill>
                      <a:prstDash val="solid"/>
                      <a:round/>
                      <a:headEnd type="none" w="med" len="med"/>
                      <a:tailEnd type="none" w="med" len="med"/>
                    </a:lnL>
                    <a:lnR w="12700" cap="flat" cmpd="sng" algn="ctr">
                      <a:solidFill>
                        <a:srgbClr val="C76402"/>
                      </a:solidFill>
                      <a:prstDash val="solid"/>
                      <a:round/>
                      <a:headEnd type="none" w="med" len="med"/>
                      <a:tailEnd type="none" w="med" len="med"/>
                    </a:lnR>
                    <a:lnT w="12700" cap="flat" cmpd="sng" algn="ctr">
                      <a:solidFill>
                        <a:srgbClr val="C76402"/>
                      </a:solidFill>
                      <a:prstDash val="solid"/>
                      <a:round/>
                      <a:headEnd type="none" w="med" len="med"/>
                      <a:tailEnd type="none" w="med" len="med"/>
                    </a:lnT>
                    <a:lnB w="25400" cap="flat" cmpd="sng" algn="ctr">
                      <a:solidFill>
                        <a:srgbClr val="C76402"/>
                      </a:solidFill>
                      <a:prstDash val="solid"/>
                      <a:round/>
                      <a:headEnd type="none" w="med" len="med"/>
                      <a:tailEnd type="none" w="med" len="med"/>
                    </a:lnB>
                    <a:lnTlToBr>
                      <a:noFill/>
                    </a:lnTlToBr>
                    <a:lnBlToTr>
                      <a:noFill/>
                    </a:lnBlToTr>
                    <a:noFill/>
                  </a:tcPr>
                </a:tc>
                <a:tc>
                  <a:txBody>
                    <a:bodyPr/>
                    <a:lstStyle>
                      <a:lvl1pPr eaLnBrk="0" hangingPunct="0">
                        <a:spcBef>
                          <a:spcPts val="1800"/>
                        </a:spcBef>
                        <a:buClr>
                          <a:schemeClr val="accent1"/>
                        </a:buClr>
                        <a:buSzPct val="100000"/>
                        <a:buFont typeface="Wingdings 2" pitchFamily="-65" charset="2"/>
                        <a:defRPr>
                          <a:solidFill>
                            <a:schemeClr val="tx2"/>
                          </a:solidFill>
                          <a:latin typeface="Arial" charset="0"/>
                          <a:ea typeface="ＭＳ Ｐゴシック" pitchFamily="-65" charset="-128"/>
                        </a:defRPr>
                      </a:lvl1pPr>
                      <a:lvl2pPr marL="37931725" indent="-37474525" eaLnBrk="0" hangingPunct="0">
                        <a:spcBef>
                          <a:spcPts val="600"/>
                        </a:spcBef>
                        <a:buClr>
                          <a:srgbClr val="031B3C"/>
                        </a:buClr>
                        <a:buSzPct val="100000"/>
                        <a:buFont typeface="Wingdings 2" pitchFamily="-65" charset="2"/>
                        <a:defRPr sz="1600">
                          <a:solidFill>
                            <a:schemeClr val="tx2"/>
                          </a:solidFill>
                          <a:latin typeface="Arial" charset="0"/>
                          <a:ea typeface="ＭＳ Ｐゴシック" pitchFamily="-65" charset="-128"/>
                        </a:defRPr>
                      </a:lvl2pPr>
                      <a:lvl3pPr eaLnBrk="0" hangingPunct="0">
                        <a:spcBef>
                          <a:spcPts val="600"/>
                        </a:spcBef>
                        <a:defRPr sz="1600">
                          <a:solidFill>
                            <a:schemeClr val="tx2"/>
                          </a:solidFill>
                          <a:latin typeface="Arial" charset="0"/>
                          <a:ea typeface="ＭＳ Ｐゴシック" pitchFamily="-65" charset="-128"/>
                        </a:defRPr>
                      </a:lvl3pPr>
                      <a:lvl4pPr eaLnBrk="0" hangingPunct="0">
                        <a:spcBef>
                          <a:spcPts val="600"/>
                        </a:spcBef>
                        <a:defRPr sz="1600">
                          <a:solidFill>
                            <a:schemeClr val="tx2"/>
                          </a:solidFill>
                          <a:latin typeface="Arial" charset="0"/>
                          <a:ea typeface="ＭＳ Ｐゴシック" pitchFamily="-65" charset="-128"/>
                        </a:defRPr>
                      </a:lvl4pPr>
                      <a:lvl5pPr eaLnBrk="0" hangingPunct="0">
                        <a:spcBef>
                          <a:spcPts val="600"/>
                        </a:spcBef>
                        <a:defRPr sz="1600">
                          <a:solidFill>
                            <a:schemeClr val="tx2"/>
                          </a:solidFill>
                          <a:latin typeface="Arial" charset="0"/>
                          <a:ea typeface="ＭＳ Ｐゴシック" pitchFamily="-65" charset="-128"/>
                        </a:defRPr>
                      </a:lvl5pPr>
                      <a:lvl6pPr marL="457200" eaLnBrk="0" fontAlgn="base" hangingPunct="0">
                        <a:spcBef>
                          <a:spcPts val="600"/>
                        </a:spcBef>
                        <a:spcAft>
                          <a:spcPct val="0"/>
                        </a:spcAft>
                        <a:defRPr sz="1600">
                          <a:solidFill>
                            <a:schemeClr val="tx2"/>
                          </a:solidFill>
                          <a:latin typeface="Arial" charset="0"/>
                          <a:ea typeface="ＭＳ Ｐゴシック" pitchFamily="-65" charset="-128"/>
                        </a:defRPr>
                      </a:lvl6pPr>
                      <a:lvl7pPr marL="914400" eaLnBrk="0" fontAlgn="base" hangingPunct="0">
                        <a:spcBef>
                          <a:spcPts val="600"/>
                        </a:spcBef>
                        <a:spcAft>
                          <a:spcPct val="0"/>
                        </a:spcAft>
                        <a:defRPr sz="1600">
                          <a:solidFill>
                            <a:schemeClr val="tx2"/>
                          </a:solidFill>
                          <a:latin typeface="Arial" charset="0"/>
                          <a:ea typeface="ＭＳ Ｐゴシック" pitchFamily="-65" charset="-128"/>
                        </a:defRPr>
                      </a:lvl7pPr>
                      <a:lvl8pPr marL="1371600" eaLnBrk="0" fontAlgn="base" hangingPunct="0">
                        <a:spcBef>
                          <a:spcPts val="600"/>
                        </a:spcBef>
                        <a:spcAft>
                          <a:spcPct val="0"/>
                        </a:spcAft>
                        <a:defRPr sz="1600">
                          <a:solidFill>
                            <a:schemeClr val="tx2"/>
                          </a:solidFill>
                          <a:latin typeface="Arial" charset="0"/>
                          <a:ea typeface="ＭＳ Ｐゴシック" pitchFamily="-65" charset="-128"/>
                        </a:defRPr>
                      </a:lvl8pPr>
                      <a:lvl9pPr marL="1828800" eaLnBrk="0" fontAlgn="base" hangingPunct="0">
                        <a:spcBef>
                          <a:spcPts val="600"/>
                        </a:spcBef>
                        <a:spcAft>
                          <a:spcPct val="0"/>
                        </a:spcAft>
                        <a:defRPr sz="1600">
                          <a:solidFill>
                            <a:schemeClr val="tx2"/>
                          </a:solidFill>
                          <a:latin typeface="Arial" charset="0"/>
                          <a:ea typeface="ＭＳ Ｐゴシック" pitchFamily="-65"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1" i="0" u="none" strike="noStrike" cap="none" normalizeH="0" baseline="0">
                          <a:ln>
                            <a:noFill/>
                          </a:ln>
                          <a:solidFill>
                            <a:schemeClr val="tx1"/>
                          </a:solidFill>
                          <a:effectLst/>
                          <a:latin typeface="Times New Roman" pitchFamily="-65" charset="0"/>
                          <a:ea typeface="ＭＳ Ｐゴシック" pitchFamily="-65" charset="-128"/>
                          <a:cs typeface="Times New Roman" pitchFamily="-65" charset="0"/>
                        </a:rPr>
                        <a:t>0</a:t>
                      </a:r>
                    </a:p>
                  </a:txBody>
                  <a:tcPr horzOverflow="overflow">
                    <a:lnL w="12700" cap="flat" cmpd="sng" algn="ctr">
                      <a:solidFill>
                        <a:srgbClr val="C76402"/>
                      </a:solidFill>
                      <a:prstDash val="solid"/>
                      <a:round/>
                      <a:headEnd type="none" w="med" len="med"/>
                      <a:tailEnd type="none" w="med" len="med"/>
                    </a:lnL>
                    <a:lnR w="12700" cap="flat" cmpd="sng" algn="ctr">
                      <a:solidFill>
                        <a:srgbClr val="C76402"/>
                      </a:solidFill>
                      <a:prstDash val="solid"/>
                      <a:round/>
                      <a:headEnd type="none" w="med" len="med"/>
                      <a:tailEnd type="none" w="med" len="med"/>
                    </a:lnR>
                    <a:lnT w="12700" cap="flat" cmpd="sng" algn="ctr">
                      <a:solidFill>
                        <a:srgbClr val="C76402"/>
                      </a:solidFill>
                      <a:prstDash val="solid"/>
                      <a:round/>
                      <a:headEnd type="none" w="med" len="med"/>
                      <a:tailEnd type="none" w="med" len="med"/>
                    </a:lnT>
                    <a:lnB w="25400" cap="flat" cmpd="sng" algn="ctr">
                      <a:solidFill>
                        <a:srgbClr val="C76402"/>
                      </a:solidFill>
                      <a:prstDash val="solid"/>
                      <a:round/>
                      <a:headEnd type="none" w="med" len="med"/>
                      <a:tailEnd type="none" w="med" len="med"/>
                    </a:lnB>
                    <a:lnTlToBr>
                      <a:noFill/>
                    </a:lnTlToBr>
                    <a:lnBlToTr>
                      <a:noFill/>
                    </a:lnBlToTr>
                    <a:noFill/>
                  </a:tcPr>
                </a:tc>
                <a:tc>
                  <a:txBody>
                    <a:bodyPr/>
                    <a:lstStyle>
                      <a:lvl1pPr eaLnBrk="0" hangingPunct="0">
                        <a:spcBef>
                          <a:spcPts val="1800"/>
                        </a:spcBef>
                        <a:buClr>
                          <a:schemeClr val="accent1"/>
                        </a:buClr>
                        <a:buSzPct val="100000"/>
                        <a:buFont typeface="Wingdings 2" pitchFamily="-65" charset="2"/>
                        <a:defRPr>
                          <a:solidFill>
                            <a:schemeClr val="tx2"/>
                          </a:solidFill>
                          <a:latin typeface="Arial" charset="0"/>
                          <a:ea typeface="ＭＳ Ｐゴシック" pitchFamily="-65" charset="-128"/>
                        </a:defRPr>
                      </a:lvl1pPr>
                      <a:lvl2pPr marL="37931725" indent="-37474525" eaLnBrk="0" hangingPunct="0">
                        <a:spcBef>
                          <a:spcPts val="600"/>
                        </a:spcBef>
                        <a:buClr>
                          <a:srgbClr val="031B3C"/>
                        </a:buClr>
                        <a:buSzPct val="100000"/>
                        <a:buFont typeface="Wingdings 2" pitchFamily="-65" charset="2"/>
                        <a:defRPr sz="1600">
                          <a:solidFill>
                            <a:schemeClr val="tx2"/>
                          </a:solidFill>
                          <a:latin typeface="Arial" charset="0"/>
                          <a:ea typeface="ＭＳ Ｐゴシック" pitchFamily="-65" charset="-128"/>
                        </a:defRPr>
                      </a:lvl2pPr>
                      <a:lvl3pPr eaLnBrk="0" hangingPunct="0">
                        <a:spcBef>
                          <a:spcPts val="600"/>
                        </a:spcBef>
                        <a:defRPr sz="1600">
                          <a:solidFill>
                            <a:schemeClr val="tx2"/>
                          </a:solidFill>
                          <a:latin typeface="Arial" charset="0"/>
                          <a:ea typeface="ＭＳ Ｐゴシック" pitchFamily="-65" charset="-128"/>
                        </a:defRPr>
                      </a:lvl3pPr>
                      <a:lvl4pPr eaLnBrk="0" hangingPunct="0">
                        <a:spcBef>
                          <a:spcPts val="600"/>
                        </a:spcBef>
                        <a:defRPr sz="1600">
                          <a:solidFill>
                            <a:schemeClr val="tx2"/>
                          </a:solidFill>
                          <a:latin typeface="Arial" charset="0"/>
                          <a:ea typeface="ＭＳ Ｐゴシック" pitchFamily="-65" charset="-128"/>
                        </a:defRPr>
                      </a:lvl4pPr>
                      <a:lvl5pPr eaLnBrk="0" hangingPunct="0">
                        <a:spcBef>
                          <a:spcPts val="600"/>
                        </a:spcBef>
                        <a:defRPr sz="1600">
                          <a:solidFill>
                            <a:schemeClr val="tx2"/>
                          </a:solidFill>
                          <a:latin typeface="Arial" charset="0"/>
                          <a:ea typeface="ＭＳ Ｐゴシック" pitchFamily="-65" charset="-128"/>
                        </a:defRPr>
                      </a:lvl5pPr>
                      <a:lvl6pPr marL="457200" eaLnBrk="0" fontAlgn="base" hangingPunct="0">
                        <a:spcBef>
                          <a:spcPts val="600"/>
                        </a:spcBef>
                        <a:spcAft>
                          <a:spcPct val="0"/>
                        </a:spcAft>
                        <a:defRPr sz="1600">
                          <a:solidFill>
                            <a:schemeClr val="tx2"/>
                          </a:solidFill>
                          <a:latin typeface="Arial" charset="0"/>
                          <a:ea typeface="ＭＳ Ｐゴシック" pitchFamily="-65" charset="-128"/>
                        </a:defRPr>
                      </a:lvl6pPr>
                      <a:lvl7pPr marL="914400" eaLnBrk="0" fontAlgn="base" hangingPunct="0">
                        <a:spcBef>
                          <a:spcPts val="600"/>
                        </a:spcBef>
                        <a:spcAft>
                          <a:spcPct val="0"/>
                        </a:spcAft>
                        <a:defRPr sz="1600">
                          <a:solidFill>
                            <a:schemeClr val="tx2"/>
                          </a:solidFill>
                          <a:latin typeface="Arial" charset="0"/>
                          <a:ea typeface="ＭＳ Ｐゴシック" pitchFamily="-65" charset="-128"/>
                        </a:defRPr>
                      </a:lvl7pPr>
                      <a:lvl8pPr marL="1371600" eaLnBrk="0" fontAlgn="base" hangingPunct="0">
                        <a:spcBef>
                          <a:spcPts val="600"/>
                        </a:spcBef>
                        <a:spcAft>
                          <a:spcPct val="0"/>
                        </a:spcAft>
                        <a:defRPr sz="1600">
                          <a:solidFill>
                            <a:schemeClr val="tx2"/>
                          </a:solidFill>
                          <a:latin typeface="Arial" charset="0"/>
                          <a:ea typeface="ＭＳ Ｐゴシック" pitchFamily="-65" charset="-128"/>
                        </a:defRPr>
                      </a:lvl8pPr>
                      <a:lvl9pPr marL="1828800" eaLnBrk="0" fontAlgn="base" hangingPunct="0">
                        <a:spcBef>
                          <a:spcPts val="600"/>
                        </a:spcBef>
                        <a:spcAft>
                          <a:spcPct val="0"/>
                        </a:spcAft>
                        <a:defRPr sz="1600">
                          <a:solidFill>
                            <a:schemeClr val="tx2"/>
                          </a:solidFill>
                          <a:latin typeface="Arial" charset="0"/>
                          <a:ea typeface="ＭＳ Ｐゴシック" pitchFamily="-65"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1" i="0" u="none" strike="noStrike" cap="none" normalizeH="0" baseline="0">
                          <a:ln>
                            <a:noFill/>
                          </a:ln>
                          <a:solidFill>
                            <a:schemeClr val="tx1"/>
                          </a:solidFill>
                          <a:effectLst/>
                          <a:latin typeface="Times New Roman" pitchFamily="-65" charset="0"/>
                          <a:ea typeface="ＭＳ Ｐゴシック" pitchFamily="-65" charset="-128"/>
                          <a:cs typeface="Times New Roman" pitchFamily="-65" charset="0"/>
                        </a:rPr>
                        <a:t>1</a:t>
                      </a:r>
                    </a:p>
                  </a:txBody>
                  <a:tcPr horzOverflow="overflow">
                    <a:lnL w="12700" cap="flat" cmpd="sng" algn="ctr">
                      <a:solidFill>
                        <a:srgbClr val="C76402"/>
                      </a:solidFill>
                      <a:prstDash val="solid"/>
                      <a:round/>
                      <a:headEnd type="none" w="med" len="med"/>
                      <a:tailEnd type="none" w="med" len="med"/>
                    </a:lnL>
                    <a:lnR w="12700" cap="flat" cmpd="sng" algn="ctr">
                      <a:solidFill>
                        <a:srgbClr val="C76402"/>
                      </a:solidFill>
                      <a:prstDash val="solid"/>
                      <a:round/>
                      <a:headEnd type="none" w="med" len="med"/>
                      <a:tailEnd type="none" w="med" len="med"/>
                    </a:lnR>
                    <a:lnT w="12700" cap="flat" cmpd="sng" algn="ctr">
                      <a:solidFill>
                        <a:srgbClr val="C76402"/>
                      </a:solidFill>
                      <a:prstDash val="solid"/>
                      <a:round/>
                      <a:headEnd type="none" w="med" len="med"/>
                      <a:tailEnd type="none" w="med" len="med"/>
                    </a:lnT>
                    <a:lnB w="25400" cap="flat" cmpd="sng" algn="ctr">
                      <a:solidFill>
                        <a:srgbClr val="C76402"/>
                      </a:solidFill>
                      <a:prstDash val="solid"/>
                      <a:round/>
                      <a:headEnd type="none" w="med" len="med"/>
                      <a:tailEnd type="none" w="med" len="med"/>
                    </a:lnB>
                    <a:lnTlToBr>
                      <a:noFill/>
                    </a:lnTlToBr>
                    <a:lnBlToTr>
                      <a:noFill/>
                    </a:lnBlToTr>
                    <a:noFill/>
                  </a:tcPr>
                </a:tc>
                <a:tc>
                  <a:txBody>
                    <a:bodyPr/>
                    <a:lstStyle>
                      <a:lvl1pPr eaLnBrk="0" hangingPunct="0">
                        <a:spcBef>
                          <a:spcPts val="1800"/>
                        </a:spcBef>
                        <a:buClr>
                          <a:schemeClr val="accent1"/>
                        </a:buClr>
                        <a:buSzPct val="100000"/>
                        <a:buFont typeface="Wingdings 2" pitchFamily="-65" charset="2"/>
                        <a:defRPr>
                          <a:solidFill>
                            <a:schemeClr val="tx2"/>
                          </a:solidFill>
                          <a:latin typeface="Arial" charset="0"/>
                          <a:ea typeface="ＭＳ Ｐゴシック" pitchFamily="-65" charset="-128"/>
                        </a:defRPr>
                      </a:lvl1pPr>
                      <a:lvl2pPr marL="37931725" indent="-37474525" eaLnBrk="0" hangingPunct="0">
                        <a:spcBef>
                          <a:spcPts val="600"/>
                        </a:spcBef>
                        <a:buClr>
                          <a:srgbClr val="031B3C"/>
                        </a:buClr>
                        <a:buSzPct val="100000"/>
                        <a:buFont typeface="Wingdings 2" pitchFamily="-65" charset="2"/>
                        <a:defRPr sz="1600">
                          <a:solidFill>
                            <a:schemeClr val="tx2"/>
                          </a:solidFill>
                          <a:latin typeface="Arial" charset="0"/>
                          <a:ea typeface="ＭＳ Ｐゴシック" pitchFamily="-65" charset="-128"/>
                        </a:defRPr>
                      </a:lvl2pPr>
                      <a:lvl3pPr eaLnBrk="0" hangingPunct="0">
                        <a:spcBef>
                          <a:spcPts val="600"/>
                        </a:spcBef>
                        <a:defRPr sz="1600">
                          <a:solidFill>
                            <a:schemeClr val="tx2"/>
                          </a:solidFill>
                          <a:latin typeface="Arial" charset="0"/>
                          <a:ea typeface="ＭＳ Ｐゴシック" pitchFamily="-65" charset="-128"/>
                        </a:defRPr>
                      </a:lvl3pPr>
                      <a:lvl4pPr eaLnBrk="0" hangingPunct="0">
                        <a:spcBef>
                          <a:spcPts val="600"/>
                        </a:spcBef>
                        <a:defRPr sz="1600">
                          <a:solidFill>
                            <a:schemeClr val="tx2"/>
                          </a:solidFill>
                          <a:latin typeface="Arial" charset="0"/>
                          <a:ea typeface="ＭＳ Ｐゴシック" pitchFamily="-65" charset="-128"/>
                        </a:defRPr>
                      </a:lvl4pPr>
                      <a:lvl5pPr eaLnBrk="0" hangingPunct="0">
                        <a:spcBef>
                          <a:spcPts val="600"/>
                        </a:spcBef>
                        <a:defRPr sz="1600">
                          <a:solidFill>
                            <a:schemeClr val="tx2"/>
                          </a:solidFill>
                          <a:latin typeface="Arial" charset="0"/>
                          <a:ea typeface="ＭＳ Ｐゴシック" pitchFamily="-65" charset="-128"/>
                        </a:defRPr>
                      </a:lvl5pPr>
                      <a:lvl6pPr marL="457200" eaLnBrk="0" fontAlgn="base" hangingPunct="0">
                        <a:spcBef>
                          <a:spcPts val="600"/>
                        </a:spcBef>
                        <a:spcAft>
                          <a:spcPct val="0"/>
                        </a:spcAft>
                        <a:defRPr sz="1600">
                          <a:solidFill>
                            <a:schemeClr val="tx2"/>
                          </a:solidFill>
                          <a:latin typeface="Arial" charset="0"/>
                          <a:ea typeface="ＭＳ Ｐゴシック" pitchFamily="-65" charset="-128"/>
                        </a:defRPr>
                      </a:lvl6pPr>
                      <a:lvl7pPr marL="914400" eaLnBrk="0" fontAlgn="base" hangingPunct="0">
                        <a:spcBef>
                          <a:spcPts val="600"/>
                        </a:spcBef>
                        <a:spcAft>
                          <a:spcPct val="0"/>
                        </a:spcAft>
                        <a:defRPr sz="1600">
                          <a:solidFill>
                            <a:schemeClr val="tx2"/>
                          </a:solidFill>
                          <a:latin typeface="Arial" charset="0"/>
                          <a:ea typeface="ＭＳ Ｐゴシック" pitchFamily="-65" charset="-128"/>
                        </a:defRPr>
                      </a:lvl7pPr>
                      <a:lvl8pPr marL="1371600" eaLnBrk="0" fontAlgn="base" hangingPunct="0">
                        <a:spcBef>
                          <a:spcPts val="600"/>
                        </a:spcBef>
                        <a:spcAft>
                          <a:spcPct val="0"/>
                        </a:spcAft>
                        <a:defRPr sz="1600">
                          <a:solidFill>
                            <a:schemeClr val="tx2"/>
                          </a:solidFill>
                          <a:latin typeface="Arial" charset="0"/>
                          <a:ea typeface="ＭＳ Ｐゴシック" pitchFamily="-65" charset="-128"/>
                        </a:defRPr>
                      </a:lvl8pPr>
                      <a:lvl9pPr marL="1828800" eaLnBrk="0" fontAlgn="base" hangingPunct="0">
                        <a:spcBef>
                          <a:spcPts val="600"/>
                        </a:spcBef>
                        <a:spcAft>
                          <a:spcPct val="0"/>
                        </a:spcAft>
                        <a:defRPr sz="1600">
                          <a:solidFill>
                            <a:schemeClr val="tx2"/>
                          </a:solidFill>
                          <a:latin typeface="Arial" charset="0"/>
                          <a:ea typeface="ＭＳ Ｐゴシック" pitchFamily="-65"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pitchFamily="-65" charset="0"/>
                          <a:ea typeface="ＭＳ Ｐゴシック" pitchFamily="-65" charset="-128"/>
                          <a:cs typeface="Times New Roman" pitchFamily="-65" charset="0"/>
                        </a:rPr>
                        <a:t>2</a:t>
                      </a:r>
                    </a:p>
                  </a:txBody>
                  <a:tcPr horzOverflow="overflow">
                    <a:lnL w="12700" cap="flat" cmpd="sng" algn="ctr">
                      <a:solidFill>
                        <a:srgbClr val="C76402"/>
                      </a:solidFill>
                      <a:prstDash val="solid"/>
                      <a:round/>
                      <a:headEnd type="none" w="med" len="med"/>
                      <a:tailEnd type="none" w="med" len="med"/>
                    </a:lnL>
                    <a:lnR w="12700" cap="flat" cmpd="sng" algn="ctr">
                      <a:solidFill>
                        <a:srgbClr val="C76402"/>
                      </a:solidFill>
                      <a:prstDash val="solid"/>
                      <a:round/>
                      <a:headEnd type="none" w="med" len="med"/>
                      <a:tailEnd type="none" w="med" len="med"/>
                    </a:lnR>
                    <a:lnT w="12700" cap="flat" cmpd="sng" algn="ctr">
                      <a:solidFill>
                        <a:srgbClr val="C76402"/>
                      </a:solidFill>
                      <a:prstDash val="solid"/>
                      <a:round/>
                      <a:headEnd type="none" w="med" len="med"/>
                      <a:tailEnd type="none" w="med" len="med"/>
                    </a:lnT>
                    <a:lnB w="25400" cap="flat" cmpd="sng" algn="ctr">
                      <a:solidFill>
                        <a:srgbClr val="C76402"/>
                      </a:solidFill>
                      <a:prstDash val="solid"/>
                      <a:round/>
                      <a:headEnd type="none" w="med" len="med"/>
                      <a:tailEnd type="none" w="med" len="med"/>
                    </a:lnB>
                    <a:lnTlToBr>
                      <a:noFill/>
                    </a:lnTlToBr>
                    <a:lnBlToTr>
                      <a:noFill/>
                    </a:lnBlToTr>
                    <a:noFill/>
                  </a:tcPr>
                </a:tc>
                <a:tc>
                  <a:txBody>
                    <a:bodyPr/>
                    <a:lstStyle>
                      <a:lvl1pPr eaLnBrk="0" hangingPunct="0">
                        <a:spcBef>
                          <a:spcPts val="1800"/>
                        </a:spcBef>
                        <a:buClr>
                          <a:schemeClr val="accent1"/>
                        </a:buClr>
                        <a:buSzPct val="100000"/>
                        <a:buFont typeface="Wingdings 2" pitchFamily="-65" charset="2"/>
                        <a:defRPr>
                          <a:solidFill>
                            <a:schemeClr val="tx2"/>
                          </a:solidFill>
                          <a:latin typeface="Arial" charset="0"/>
                          <a:ea typeface="ＭＳ Ｐゴシック" pitchFamily="-65" charset="-128"/>
                        </a:defRPr>
                      </a:lvl1pPr>
                      <a:lvl2pPr marL="37931725" indent="-37474525" eaLnBrk="0" hangingPunct="0">
                        <a:spcBef>
                          <a:spcPts val="600"/>
                        </a:spcBef>
                        <a:buClr>
                          <a:srgbClr val="031B3C"/>
                        </a:buClr>
                        <a:buSzPct val="100000"/>
                        <a:buFont typeface="Wingdings 2" pitchFamily="-65" charset="2"/>
                        <a:defRPr sz="1600">
                          <a:solidFill>
                            <a:schemeClr val="tx2"/>
                          </a:solidFill>
                          <a:latin typeface="Arial" charset="0"/>
                          <a:ea typeface="ＭＳ Ｐゴシック" pitchFamily="-65" charset="-128"/>
                        </a:defRPr>
                      </a:lvl2pPr>
                      <a:lvl3pPr eaLnBrk="0" hangingPunct="0">
                        <a:spcBef>
                          <a:spcPts val="600"/>
                        </a:spcBef>
                        <a:defRPr sz="1600">
                          <a:solidFill>
                            <a:schemeClr val="tx2"/>
                          </a:solidFill>
                          <a:latin typeface="Arial" charset="0"/>
                          <a:ea typeface="ＭＳ Ｐゴシック" pitchFamily="-65" charset="-128"/>
                        </a:defRPr>
                      </a:lvl3pPr>
                      <a:lvl4pPr eaLnBrk="0" hangingPunct="0">
                        <a:spcBef>
                          <a:spcPts val="600"/>
                        </a:spcBef>
                        <a:defRPr sz="1600">
                          <a:solidFill>
                            <a:schemeClr val="tx2"/>
                          </a:solidFill>
                          <a:latin typeface="Arial" charset="0"/>
                          <a:ea typeface="ＭＳ Ｐゴシック" pitchFamily="-65" charset="-128"/>
                        </a:defRPr>
                      </a:lvl4pPr>
                      <a:lvl5pPr eaLnBrk="0" hangingPunct="0">
                        <a:spcBef>
                          <a:spcPts val="600"/>
                        </a:spcBef>
                        <a:defRPr sz="1600">
                          <a:solidFill>
                            <a:schemeClr val="tx2"/>
                          </a:solidFill>
                          <a:latin typeface="Arial" charset="0"/>
                          <a:ea typeface="ＭＳ Ｐゴシック" pitchFamily="-65" charset="-128"/>
                        </a:defRPr>
                      </a:lvl5pPr>
                      <a:lvl6pPr marL="457200" eaLnBrk="0" fontAlgn="base" hangingPunct="0">
                        <a:spcBef>
                          <a:spcPts val="600"/>
                        </a:spcBef>
                        <a:spcAft>
                          <a:spcPct val="0"/>
                        </a:spcAft>
                        <a:defRPr sz="1600">
                          <a:solidFill>
                            <a:schemeClr val="tx2"/>
                          </a:solidFill>
                          <a:latin typeface="Arial" charset="0"/>
                          <a:ea typeface="ＭＳ Ｐゴシック" pitchFamily="-65" charset="-128"/>
                        </a:defRPr>
                      </a:lvl6pPr>
                      <a:lvl7pPr marL="914400" eaLnBrk="0" fontAlgn="base" hangingPunct="0">
                        <a:spcBef>
                          <a:spcPts val="600"/>
                        </a:spcBef>
                        <a:spcAft>
                          <a:spcPct val="0"/>
                        </a:spcAft>
                        <a:defRPr sz="1600">
                          <a:solidFill>
                            <a:schemeClr val="tx2"/>
                          </a:solidFill>
                          <a:latin typeface="Arial" charset="0"/>
                          <a:ea typeface="ＭＳ Ｐゴシック" pitchFamily="-65" charset="-128"/>
                        </a:defRPr>
                      </a:lvl7pPr>
                      <a:lvl8pPr marL="1371600" eaLnBrk="0" fontAlgn="base" hangingPunct="0">
                        <a:spcBef>
                          <a:spcPts val="600"/>
                        </a:spcBef>
                        <a:spcAft>
                          <a:spcPct val="0"/>
                        </a:spcAft>
                        <a:defRPr sz="1600">
                          <a:solidFill>
                            <a:schemeClr val="tx2"/>
                          </a:solidFill>
                          <a:latin typeface="Arial" charset="0"/>
                          <a:ea typeface="ＭＳ Ｐゴシック" pitchFamily="-65" charset="-128"/>
                        </a:defRPr>
                      </a:lvl8pPr>
                      <a:lvl9pPr marL="1828800" eaLnBrk="0" fontAlgn="base" hangingPunct="0">
                        <a:spcBef>
                          <a:spcPts val="600"/>
                        </a:spcBef>
                        <a:spcAft>
                          <a:spcPct val="0"/>
                        </a:spcAft>
                        <a:defRPr sz="1600">
                          <a:solidFill>
                            <a:schemeClr val="tx2"/>
                          </a:solidFill>
                          <a:latin typeface="Arial" charset="0"/>
                          <a:ea typeface="ＭＳ Ｐゴシック" pitchFamily="-65"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1" i="0" u="none" strike="noStrike" cap="none" normalizeH="0" baseline="0">
                          <a:ln>
                            <a:noFill/>
                          </a:ln>
                          <a:solidFill>
                            <a:schemeClr val="tx1"/>
                          </a:solidFill>
                          <a:effectLst/>
                          <a:latin typeface="Times New Roman" pitchFamily="-65" charset="0"/>
                          <a:ea typeface="ＭＳ Ｐゴシック" pitchFamily="-65" charset="-128"/>
                          <a:cs typeface="Times New Roman" pitchFamily="-65" charset="0"/>
                        </a:rPr>
                        <a:t>3</a:t>
                      </a:r>
                    </a:p>
                  </a:txBody>
                  <a:tcPr horzOverflow="overflow">
                    <a:lnL w="12700" cap="flat" cmpd="sng" algn="ctr">
                      <a:solidFill>
                        <a:srgbClr val="C76402"/>
                      </a:solidFill>
                      <a:prstDash val="solid"/>
                      <a:round/>
                      <a:headEnd type="none" w="med" len="med"/>
                      <a:tailEnd type="none" w="med" len="med"/>
                    </a:lnL>
                    <a:lnR w="12700" cap="flat" cmpd="sng" algn="ctr">
                      <a:solidFill>
                        <a:srgbClr val="C76402"/>
                      </a:solidFill>
                      <a:prstDash val="solid"/>
                      <a:round/>
                      <a:headEnd type="none" w="med" len="med"/>
                      <a:tailEnd type="none" w="med" len="med"/>
                    </a:lnR>
                    <a:lnT w="12700" cap="flat" cmpd="sng" algn="ctr">
                      <a:solidFill>
                        <a:srgbClr val="C76402"/>
                      </a:solidFill>
                      <a:prstDash val="solid"/>
                      <a:round/>
                      <a:headEnd type="none" w="med" len="med"/>
                      <a:tailEnd type="none" w="med" len="med"/>
                    </a:lnT>
                    <a:lnB w="25400" cap="flat" cmpd="sng" algn="ctr">
                      <a:solidFill>
                        <a:srgbClr val="C76402"/>
                      </a:solidFill>
                      <a:prstDash val="solid"/>
                      <a:round/>
                      <a:headEnd type="none" w="med" len="med"/>
                      <a:tailEnd type="none" w="med" len="med"/>
                    </a:lnB>
                    <a:lnTlToBr>
                      <a:noFill/>
                    </a:lnTlToBr>
                    <a:lnBlToTr>
                      <a:noFill/>
                    </a:lnBlToTr>
                    <a:noFill/>
                  </a:tcPr>
                </a:tc>
                <a:tc>
                  <a:txBody>
                    <a:bodyPr/>
                    <a:lstStyle>
                      <a:lvl1pPr eaLnBrk="0" hangingPunct="0">
                        <a:spcBef>
                          <a:spcPts val="1800"/>
                        </a:spcBef>
                        <a:buClr>
                          <a:schemeClr val="accent1"/>
                        </a:buClr>
                        <a:buSzPct val="100000"/>
                        <a:buFont typeface="Wingdings 2" pitchFamily="-65" charset="2"/>
                        <a:defRPr>
                          <a:solidFill>
                            <a:schemeClr val="tx2"/>
                          </a:solidFill>
                          <a:latin typeface="Arial" charset="0"/>
                          <a:ea typeface="ＭＳ Ｐゴシック" pitchFamily="-65" charset="-128"/>
                        </a:defRPr>
                      </a:lvl1pPr>
                      <a:lvl2pPr marL="37931725" indent="-37474525" eaLnBrk="0" hangingPunct="0">
                        <a:spcBef>
                          <a:spcPts val="600"/>
                        </a:spcBef>
                        <a:buClr>
                          <a:srgbClr val="031B3C"/>
                        </a:buClr>
                        <a:buSzPct val="100000"/>
                        <a:buFont typeface="Wingdings 2" pitchFamily="-65" charset="2"/>
                        <a:defRPr sz="1600">
                          <a:solidFill>
                            <a:schemeClr val="tx2"/>
                          </a:solidFill>
                          <a:latin typeface="Arial" charset="0"/>
                          <a:ea typeface="ＭＳ Ｐゴシック" pitchFamily="-65" charset="-128"/>
                        </a:defRPr>
                      </a:lvl2pPr>
                      <a:lvl3pPr eaLnBrk="0" hangingPunct="0">
                        <a:spcBef>
                          <a:spcPts val="600"/>
                        </a:spcBef>
                        <a:defRPr sz="1600">
                          <a:solidFill>
                            <a:schemeClr val="tx2"/>
                          </a:solidFill>
                          <a:latin typeface="Arial" charset="0"/>
                          <a:ea typeface="ＭＳ Ｐゴシック" pitchFamily="-65" charset="-128"/>
                        </a:defRPr>
                      </a:lvl3pPr>
                      <a:lvl4pPr eaLnBrk="0" hangingPunct="0">
                        <a:spcBef>
                          <a:spcPts val="600"/>
                        </a:spcBef>
                        <a:defRPr sz="1600">
                          <a:solidFill>
                            <a:schemeClr val="tx2"/>
                          </a:solidFill>
                          <a:latin typeface="Arial" charset="0"/>
                          <a:ea typeface="ＭＳ Ｐゴシック" pitchFamily="-65" charset="-128"/>
                        </a:defRPr>
                      </a:lvl4pPr>
                      <a:lvl5pPr eaLnBrk="0" hangingPunct="0">
                        <a:spcBef>
                          <a:spcPts val="600"/>
                        </a:spcBef>
                        <a:defRPr sz="1600">
                          <a:solidFill>
                            <a:schemeClr val="tx2"/>
                          </a:solidFill>
                          <a:latin typeface="Arial" charset="0"/>
                          <a:ea typeface="ＭＳ Ｐゴシック" pitchFamily="-65" charset="-128"/>
                        </a:defRPr>
                      </a:lvl5pPr>
                      <a:lvl6pPr marL="457200" eaLnBrk="0" fontAlgn="base" hangingPunct="0">
                        <a:spcBef>
                          <a:spcPts val="600"/>
                        </a:spcBef>
                        <a:spcAft>
                          <a:spcPct val="0"/>
                        </a:spcAft>
                        <a:defRPr sz="1600">
                          <a:solidFill>
                            <a:schemeClr val="tx2"/>
                          </a:solidFill>
                          <a:latin typeface="Arial" charset="0"/>
                          <a:ea typeface="ＭＳ Ｐゴシック" pitchFamily="-65" charset="-128"/>
                        </a:defRPr>
                      </a:lvl6pPr>
                      <a:lvl7pPr marL="914400" eaLnBrk="0" fontAlgn="base" hangingPunct="0">
                        <a:spcBef>
                          <a:spcPts val="600"/>
                        </a:spcBef>
                        <a:spcAft>
                          <a:spcPct val="0"/>
                        </a:spcAft>
                        <a:defRPr sz="1600">
                          <a:solidFill>
                            <a:schemeClr val="tx2"/>
                          </a:solidFill>
                          <a:latin typeface="Arial" charset="0"/>
                          <a:ea typeface="ＭＳ Ｐゴシック" pitchFamily="-65" charset="-128"/>
                        </a:defRPr>
                      </a:lvl7pPr>
                      <a:lvl8pPr marL="1371600" eaLnBrk="0" fontAlgn="base" hangingPunct="0">
                        <a:spcBef>
                          <a:spcPts val="600"/>
                        </a:spcBef>
                        <a:spcAft>
                          <a:spcPct val="0"/>
                        </a:spcAft>
                        <a:defRPr sz="1600">
                          <a:solidFill>
                            <a:schemeClr val="tx2"/>
                          </a:solidFill>
                          <a:latin typeface="Arial" charset="0"/>
                          <a:ea typeface="ＭＳ Ｐゴシック" pitchFamily="-65" charset="-128"/>
                        </a:defRPr>
                      </a:lvl8pPr>
                      <a:lvl9pPr marL="1828800" eaLnBrk="0" fontAlgn="base" hangingPunct="0">
                        <a:spcBef>
                          <a:spcPts val="600"/>
                        </a:spcBef>
                        <a:spcAft>
                          <a:spcPct val="0"/>
                        </a:spcAft>
                        <a:defRPr sz="1600">
                          <a:solidFill>
                            <a:schemeClr val="tx2"/>
                          </a:solidFill>
                          <a:latin typeface="Arial" charset="0"/>
                          <a:ea typeface="ＭＳ Ｐゴシック" pitchFamily="-65"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1" i="0" u="none" strike="noStrike" cap="none" normalizeH="0" baseline="0">
                          <a:ln>
                            <a:noFill/>
                          </a:ln>
                          <a:solidFill>
                            <a:schemeClr val="tx1"/>
                          </a:solidFill>
                          <a:effectLst/>
                          <a:latin typeface="Times New Roman" pitchFamily="-65" charset="0"/>
                          <a:ea typeface="ＭＳ Ｐゴシック" pitchFamily="-65" charset="-128"/>
                          <a:cs typeface="Times New Roman" pitchFamily="-65" charset="0"/>
                        </a:rPr>
                        <a:t>4</a:t>
                      </a:r>
                    </a:p>
                  </a:txBody>
                  <a:tcPr horzOverflow="overflow">
                    <a:lnL w="12700" cap="flat" cmpd="sng" algn="ctr">
                      <a:solidFill>
                        <a:srgbClr val="C76402"/>
                      </a:solidFill>
                      <a:prstDash val="solid"/>
                      <a:round/>
                      <a:headEnd type="none" w="med" len="med"/>
                      <a:tailEnd type="none" w="med" len="med"/>
                    </a:lnL>
                    <a:lnR w="12700" cap="flat" cmpd="sng" algn="ctr">
                      <a:solidFill>
                        <a:srgbClr val="C76402"/>
                      </a:solidFill>
                      <a:prstDash val="solid"/>
                      <a:round/>
                      <a:headEnd type="none" w="med" len="med"/>
                      <a:tailEnd type="none" w="med" len="med"/>
                    </a:lnR>
                    <a:lnT w="12700" cap="flat" cmpd="sng" algn="ctr">
                      <a:solidFill>
                        <a:srgbClr val="C76402"/>
                      </a:solidFill>
                      <a:prstDash val="solid"/>
                      <a:round/>
                      <a:headEnd type="none" w="med" len="med"/>
                      <a:tailEnd type="none" w="med" len="med"/>
                    </a:lnT>
                    <a:lnB w="25400" cap="flat" cmpd="sng" algn="ctr">
                      <a:solidFill>
                        <a:srgbClr val="C76402"/>
                      </a:solidFill>
                      <a:prstDash val="solid"/>
                      <a:round/>
                      <a:headEnd type="none" w="med" len="med"/>
                      <a:tailEnd type="none" w="med" len="med"/>
                    </a:lnB>
                    <a:lnTlToBr>
                      <a:noFill/>
                    </a:lnTlToBr>
                    <a:lnBlToTr>
                      <a:noFill/>
                    </a:lnBlToTr>
                    <a:noFill/>
                  </a:tcPr>
                </a:tc>
                <a:tc>
                  <a:txBody>
                    <a:bodyPr/>
                    <a:lstStyle>
                      <a:lvl1pPr eaLnBrk="0" hangingPunct="0">
                        <a:spcBef>
                          <a:spcPts val="1800"/>
                        </a:spcBef>
                        <a:buClr>
                          <a:schemeClr val="accent1"/>
                        </a:buClr>
                        <a:buSzPct val="100000"/>
                        <a:buFont typeface="Wingdings 2" pitchFamily="-65" charset="2"/>
                        <a:defRPr>
                          <a:solidFill>
                            <a:schemeClr val="tx2"/>
                          </a:solidFill>
                          <a:latin typeface="Arial" charset="0"/>
                          <a:ea typeface="ＭＳ Ｐゴシック" pitchFamily="-65" charset="-128"/>
                        </a:defRPr>
                      </a:lvl1pPr>
                      <a:lvl2pPr marL="37931725" indent="-37474525" eaLnBrk="0" hangingPunct="0">
                        <a:spcBef>
                          <a:spcPts val="600"/>
                        </a:spcBef>
                        <a:buClr>
                          <a:srgbClr val="031B3C"/>
                        </a:buClr>
                        <a:buSzPct val="100000"/>
                        <a:buFont typeface="Wingdings 2" pitchFamily="-65" charset="2"/>
                        <a:defRPr sz="1600">
                          <a:solidFill>
                            <a:schemeClr val="tx2"/>
                          </a:solidFill>
                          <a:latin typeface="Arial" charset="0"/>
                          <a:ea typeface="ＭＳ Ｐゴシック" pitchFamily="-65" charset="-128"/>
                        </a:defRPr>
                      </a:lvl2pPr>
                      <a:lvl3pPr eaLnBrk="0" hangingPunct="0">
                        <a:spcBef>
                          <a:spcPts val="600"/>
                        </a:spcBef>
                        <a:defRPr sz="1600">
                          <a:solidFill>
                            <a:schemeClr val="tx2"/>
                          </a:solidFill>
                          <a:latin typeface="Arial" charset="0"/>
                          <a:ea typeface="ＭＳ Ｐゴシック" pitchFamily="-65" charset="-128"/>
                        </a:defRPr>
                      </a:lvl3pPr>
                      <a:lvl4pPr eaLnBrk="0" hangingPunct="0">
                        <a:spcBef>
                          <a:spcPts val="600"/>
                        </a:spcBef>
                        <a:defRPr sz="1600">
                          <a:solidFill>
                            <a:schemeClr val="tx2"/>
                          </a:solidFill>
                          <a:latin typeface="Arial" charset="0"/>
                          <a:ea typeface="ＭＳ Ｐゴシック" pitchFamily="-65" charset="-128"/>
                        </a:defRPr>
                      </a:lvl4pPr>
                      <a:lvl5pPr eaLnBrk="0" hangingPunct="0">
                        <a:spcBef>
                          <a:spcPts val="600"/>
                        </a:spcBef>
                        <a:defRPr sz="1600">
                          <a:solidFill>
                            <a:schemeClr val="tx2"/>
                          </a:solidFill>
                          <a:latin typeface="Arial" charset="0"/>
                          <a:ea typeface="ＭＳ Ｐゴシック" pitchFamily="-65" charset="-128"/>
                        </a:defRPr>
                      </a:lvl5pPr>
                      <a:lvl6pPr marL="457200" eaLnBrk="0" fontAlgn="base" hangingPunct="0">
                        <a:spcBef>
                          <a:spcPts val="600"/>
                        </a:spcBef>
                        <a:spcAft>
                          <a:spcPct val="0"/>
                        </a:spcAft>
                        <a:defRPr sz="1600">
                          <a:solidFill>
                            <a:schemeClr val="tx2"/>
                          </a:solidFill>
                          <a:latin typeface="Arial" charset="0"/>
                          <a:ea typeface="ＭＳ Ｐゴシック" pitchFamily="-65" charset="-128"/>
                        </a:defRPr>
                      </a:lvl6pPr>
                      <a:lvl7pPr marL="914400" eaLnBrk="0" fontAlgn="base" hangingPunct="0">
                        <a:spcBef>
                          <a:spcPts val="600"/>
                        </a:spcBef>
                        <a:spcAft>
                          <a:spcPct val="0"/>
                        </a:spcAft>
                        <a:defRPr sz="1600">
                          <a:solidFill>
                            <a:schemeClr val="tx2"/>
                          </a:solidFill>
                          <a:latin typeface="Arial" charset="0"/>
                          <a:ea typeface="ＭＳ Ｐゴシック" pitchFamily="-65" charset="-128"/>
                        </a:defRPr>
                      </a:lvl7pPr>
                      <a:lvl8pPr marL="1371600" eaLnBrk="0" fontAlgn="base" hangingPunct="0">
                        <a:spcBef>
                          <a:spcPts val="600"/>
                        </a:spcBef>
                        <a:spcAft>
                          <a:spcPct val="0"/>
                        </a:spcAft>
                        <a:defRPr sz="1600">
                          <a:solidFill>
                            <a:schemeClr val="tx2"/>
                          </a:solidFill>
                          <a:latin typeface="Arial" charset="0"/>
                          <a:ea typeface="ＭＳ Ｐゴシック" pitchFamily="-65" charset="-128"/>
                        </a:defRPr>
                      </a:lvl8pPr>
                      <a:lvl9pPr marL="1828800" eaLnBrk="0" fontAlgn="base" hangingPunct="0">
                        <a:spcBef>
                          <a:spcPts val="600"/>
                        </a:spcBef>
                        <a:spcAft>
                          <a:spcPct val="0"/>
                        </a:spcAft>
                        <a:defRPr sz="1600">
                          <a:solidFill>
                            <a:schemeClr val="tx2"/>
                          </a:solidFill>
                          <a:latin typeface="Arial" charset="0"/>
                          <a:ea typeface="ＭＳ Ｐゴシック" pitchFamily="-65"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1" i="0" u="none" strike="noStrike" cap="none" normalizeH="0" baseline="0">
                          <a:ln>
                            <a:noFill/>
                          </a:ln>
                          <a:solidFill>
                            <a:schemeClr val="tx1"/>
                          </a:solidFill>
                          <a:effectLst/>
                          <a:latin typeface="Times New Roman" pitchFamily="-65" charset="0"/>
                          <a:ea typeface="ＭＳ Ｐゴシック" pitchFamily="-65" charset="-128"/>
                          <a:cs typeface="Times New Roman" pitchFamily="-65" charset="0"/>
                        </a:rPr>
                        <a:t>5</a:t>
                      </a:r>
                    </a:p>
                  </a:txBody>
                  <a:tcPr horzOverflow="overflow">
                    <a:lnL w="12700" cap="flat" cmpd="sng" algn="ctr">
                      <a:solidFill>
                        <a:srgbClr val="C76402"/>
                      </a:solidFill>
                      <a:prstDash val="solid"/>
                      <a:round/>
                      <a:headEnd type="none" w="med" len="med"/>
                      <a:tailEnd type="none" w="med" len="med"/>
                    </a:lnL>
                    <a:lnR w="12700" cap="flat" cmpd="sng" algn="ctr">
                      <a:solidFill>
                        <a:srgbClr val="C76402"/>
                      </a:solidFill>
                      <a:prstDash val="solid"/>
                      <a:round/>
                      <a:headEnd type="none" w="med" len="med"/>
                      <a:tailEnd type="none" w="med" len="med"/>
                    </a:lnR>
                    <a:lnT w="12700" cap="flat" cmpd="sng" algn="ctr">
                      <a:solidFill>
                        <a:srgbClr val="C76402"/>
                      </a:solidFill>
                      <a:prstDash val="solid"/>
                      <a:round/>
                      <a:headEnd type="none" w="med" len="med"/>
                      <a:tailEnd type="none" w="med" len="med"/>
                    </a:lnT>
                    <a:lnB w="25400" cap="flat" cmpd="sng" algn="ctr">
                      <a:solidFill>
                        <a:srgbClr val="C76402"/>
                      </a:solidFill>
                      <a:prstDash val="solid"/>
                      <a:round/>
                      <a:headEnd type="none" w="med" len="med"/>
                      <a:tailEnd type="none" w="med" len="med"/>
                    </a:lnB>
                    <a:lnTlToBr>
                      <a:noFill/>
                    </a:lnTlToBr>
                    <a:lnBlToTr>
                      <a:noFill/>
                    </a:lnBlToTr>
                    <a:noFill/>
                  </a:tcPr>
                </a:tc>
                <a:tc>
                  <a:txBody>
                    <a:bodyPr/>
                    <a:lstStyle>
                      <a:lvl1pPr eaLnBrk="0" hangingPunct="0">
                        <a:spcBef>
                          <a:spcPts val="1800"/>
                        </a:spcBef>
                        <a:buClr>
                          <a:schemeClr val="accent1"/>
                        </a:buClr>
                        <a:buSzPct val="100000"/>
                        <a:buFont typeface="Wingdings 2" pitchFamily="-65" charset="2"/>
                        <a:defRPr>
                          <a:solidFill>
                            <a:schemeClr val="tx2"/>
                          </a:solidFill>
                          <a:latin typeface="Arial" charset="0"/>
                          <a:ea typeface="ＭＳ Ｐゴシック" pitchFamily="-65" charset="-128"/>
                        </a:defRPr>
                      </a:lvl1pPr>
                      <a:lvl2pPr marL="37931725" indent="-37474525" eaLnBrk="0" hangingPunct="0">
                        <a:spcBef>
                          <a:spcPts val="600"/>
                        </a:spcBef>
                        <a:buClr>
                          <a:srgbClr val="031B3C"/>
                        </a:buClr>
                        <a:buSzPct val="100000"/>
                        <a:buFont typeface="Wingdings 2" pitchFamily="-65" charset="2"/>
                        <a:defRPr sz="1600">
                          <a:solidFill>
                            <a:schemeClr val="tx2"/>
                          </a:solidFill>
                          <a:latin typeface="Arial" charset="0"/>
                          <a:ea typeface="ＭＳ Ｐゴシック" pitchFamily="-65" charset="-128"/>
                        </a:defRPr>
                      </a:lvl2pPr>
                      <a:lvl3pPr eaLnBrk="0" hangingPunct="0">
                        <a:spcBef>
                          <a:spcPts val="600"/>
                        </a:spcBef>
                        <a:defRPr sz="1600">
                          <a:solidFill>
                            <a:schemeClr val="tx2"/>
                          </a:solidFill>
                          <a:latin typeface="Arial" charset="0"/>
                          <a:ea typeface="ＭＳ Ｐゴシック" pitchFamily="-65" charset="-128"/>
                        </a:defRPr>
                      </a:lvl3pPr>
                      <a:lvl4pPr eaLnBrk="0" hangingPunct="0">
                        <a:spcBef>
                          <a:spcPts val="600"/>
                        </a:spcBef>
                        <a:defRPr sz="1600">
                          <a:solidFill>
                            <a:schemeClr val="tx2"/>
                          </a:solidFill>
                          <a:latin typeface="Arial" charset="0"/>
                          <a:ea typeface="ＭＳ Ｐゴシック" pitchFamily="-65" charset="-128"/>
                        </a:defRPr>
                      </a:lvl4pPr>
                      <a:lvl5pPr eaLnBrk="0" hangingPunct="0">
                        <a:spcBef>
                          <a:spcPts val="600"/>
                        </a:spcBef>
                        <a:defRPr sz="1600">
                          <a:solidFill>
                            <a:schemeClr val="tx2"/>
                          </a:solidFill>
                          <a:latin typeface="Arial" charset="0"/>
                          <a:ea typeface="ＭＳ Ｐゴシック" pitchFamily="-65" charset="-128"/>
                        </a:defRPr>
                      </a:lvl5pPr>
                      <a:lvl6pPr marL="457200" eaLnBrk="0" fontAlgn="base" hangingPunct="0">
                        <a:spcBef>
                          <a:spcPts val="600"/>
                        </a:spcBef>
                        <a:spcAft>
                          <a:spcPct val="0"/>
                        </a:spcAft>
                        <a:defRPr sz="1600">
                          <a:solidFill>
                            <a:schemeClr val="tx2"/>
                          </a:solidFill>
                          <a:latin typeface="Arial" charset="0"/>
                          <a:ea typeface="ＭＳ Ｐゴシック" pitchFamily="-65" charset="-128"/>
                        </a:defRPr>
                      </a:lvl6pPr>
                      <a:lvl7pPr marL="914400" eaLnBrk="0" fontAlgn="base" hangingPunct="0">
                        <a:spcBef>
                          <a:spcPts val="600"/>
                        </a:spcBef>
                        <a:spcAft>
                          <a:spcPct val="0"/>
                        </a:spcAft>
                        <a:defRPr sz="1600">
                          <a:solidFill>
                            <a:schemeClr val="tx2"/>
                          </a:solidFill>
                          <a:latin typeface="Arial" charset="0"/>
                          <a:ea typeface="ＭＳ Ｐゴシック" pitchFamily="-65" charset="-128"/>
                        </a:defRPr>
                      </a:lvl7pPr>
                      <a:lvl8pPr marL="1371600" eaLnBrk="0" fontAlgn="base" hangingPunct="0">
                        <a:spcBef>
                          <a:spcPts val="600"/>
                        </a:spcBef>
                        <a:spcAft>
                          <a:spcPct val="0"/>
                        </a:spcAft>
                        <a:defRPr sz="1600">
                          <a:solidFill>
                            <a:schemeClr val="tx2"/>
                          </a:solidFill>
                          <a:latin typeface="Arial" charset="0"/>
                          <a:ea typeface="ＭＳ Ｐゴシック" pitchFamily="-65" charset="-128"/>
                        </a:defRPr>
                      </a:lvl8pPr>
                      <a:lvl9pPr marL="1828800" eaLnBrk="0" fontAlgn="base" hangingPunct="0">
                        <a:spcBef>
                          <a:spcPts val="600"/>
                        </a:spcBef>
                        <a:spcAft>
                          <a:spcPct val="0"/>
                        </a:spcAft>
                        <a:defRPr sz="1600">
                          <a:solidFill>
                            <a:schemeClr val="tx2"/>
                          </a:solidFill>
                          <a:latin typeface="Arial" charset="0"/>
                          <a:ea typeface="ＭＳ Ｐゴシック" pitchFamily="-65"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1" i="0" u="none" strike="noStrike" cap="none" normalizeH="0" baseline="0">
                          <a:ln>
                            <a:noFill/>
                          </a:ln>
                          <a:solidFill>
                            <a:schemeClr val="tx1"/>
                          </a:solidFill>
                          <a:effectLst/>
                          <a:latin typeface="Times New Roman" pitchFamily="-65" charset="0"/>
                          <a:ea typeface="ＭＳ Ｐゴシック" pitchFamily="-65" charset="-128"/>
                          <a:cs typeface="Times New Roman" pitchFamily="-65" charset="0"/>
                        </a:rPr>
                        <a:t>6</a:t>
                      </a:r>
                    </a:p>
                  </a:txBody>
                  <a:tcPr horzOverflow="overflow">
                    <a:lnL w="12700" cap="flat" cmpd="sng" algn="ctr">
                      <a:solidFill>
                        <a:srgbClr val="C76402"/>
                      </a:solidFill>
                      <a:prstDash val="solid"/>
                      <a:round/>
                      <a:headEnd type="none" w="med" len="med"/>
                      <a:tailEnd type="none" w="med" len="med"/>
                    </a:lnL>
                    <a:lnR w="12700" cap="flat" cmpd="sng" algn="ctr">
                      <a:solidFill>
                        <a:srgbClr val="C76402"/>
                      </a:solidFill>
                      <a:prstDash val="solid"/>
                      <a:round/>
                      <a:headEnd type="none" w="med" len="med"/>
                      <a:tailEnd type="none" w="med" len="med"/>
                    </a:lnR>
                    <a:lnT w="12700" cap="flat" cmpd="sng" algn="ctr">
                      <a:solidFill>
                        <a:srgbClr val="C76402"/>
                      </a:solidFill>
                      <a:prstDash val="solid"/>
                      <a:round/>
                      <a:headEnd type="none" w="med" len="med"/>
                      <a:tailEnd type="none" w="med" len="med"/>
                    </a:lnT>
                    <a:lnB w="25400" cap="flat" cmpd="sng" algn="ctr">
                      <a:solidFill>
                        <a:srgbClr val="C76402"/>
                      </a:solidFill>
                      <a:prstDash val="solid"/>
                      <a:round/>
                      <a:headEnd type="none" w="med" len="med"/>
                      <a:tailEnd type="none" w="med" len="med"/>
                    </a:lnB>
                    <a:lnTlToBr>
                      <a:noFill/>
                    </a:lnTlToBr>
                    <a:lnBlToTr>
                      <a:noFill/>
                    </a:lnBlToTr>
                    <a:noFill/>
                  </a:tcPr>
                </a:tc>
                <a:tc>
                  <a:txBody>
                    <a:bodyPr/>
                    <a:lstStyle>
                      <a:lvl1pPr eaLnBrk="0" hangingPunct="0">
                        <a:spcBef>
                          <a:spcPts val="1800"/>
                        </a:spcBef>
                        <a:buClr>
                          <a:schemeClr val="accent1"/>
                        </a:buClr>
                        <a:buSzPct val="100000"/>
                        <a:buFont typeface="Wingdings 2" pitchFamily="-65" charset="2"/>
                        <a:defRPr>
                          <a:solidFill>
                            <a:schemeClr val="tx2"/>
                          </a:solidFill>
                          <a:latin typeface="Arial" charset="0"/>
                          <a:ea typeface="ＭＳ Ｐゴシック" pitchFamily="-65" charset="-128"/>
                        </a:defRPr>
                      </a:lvl1pPr>
                      <a:lvl2pPr marL="37931725" indent="-37474525" eaLnBrk="0" hangingPunct="0">
                        <a:spcBef>
                          <a:spcPts val="600"/>
                        </a:spcBef>
                        <a:buClr>
                          <a:srgbClr val="031B3C"/>
                        </a:buClr>
                        <a:buSzPct val="100000"/>
                        <a:buFont typeface="Wingdings 2" pitchFamily="-65" charset="2"/>
                        <a:defRPr sz="1600">
                          <a:solidFill>
                            <a:schemeClr val="tx2"/>
                          </a:solidFill>
                          <a:latin typeface="Arial" charset="0"/>
                          <a:ea typeface="ＭＳ Ｐゴシック" pitchFamily="-65" charset="-128"/>
                        </a:defRPr>
                      </a:lvl2pPr>
                      <a:lvl3pPr eaLnBrk="0" hangingPunct="0">
                        <a:spcBef>
                          <a:spcPts val="600"/>
                        </a:spcBef>
                        <a:defRPr sz="1600">
                          <a:solidFill>
                            <a:schemeClr val="tx2"/>
                          </a:solidFill>
                          <a:latin typeface="Arial" charset="0"/>
                          <a:ea typeface="ＭＳ Ｐゴシック" pitchFamily="-65" charset="-128"/>
                        </a:defRPr>
                      </a:lvl3pPr>
                      <a:lvl4pPr eaLnBrk="0" hangingPunct="0">
                        <a:spcBef>
                          <a:spcPts val="600"/>
                        </a:spcBef>
                        <a:defRPr sz="1600">
                          <a:solidFill>
                            <a:schemeClr val="tx2"/>
                          </a:solidFill>
                          <a:latin typeface="Arial" charset="0"/>
                          <a:ea typeface="ＭＳ Ｐゴシック" pitchFamily="-65" charset="-128"/>
                        </a:defRPr>
                      </a:lvl4pPr>
                      <a:lvl5pPr eaLnBrk="0" hangingPunct="0">
                        <a:spcBef>
                          <a:spcPts val="600"/>
                        </a:spcBef>
                        <a:defRPr sz="1600">
                          <a:solidFill>
                            <a:schemeClr val="tx2"/>
                          </a:solidFill>
                          <a:latin typeface="Arial" charset="0"/>
                          <a:ea typeface="ＭＳ Ｐゴシック" pitchFamily="-65" charset="-128"/>
                        </a:defRPr>
                      </a:lvl5pPr>
                      <a:lvl6pPr marL="457200" eaLnBrk="0" fontAlgn="base" hangingPunct="0">
                        <a:spcBef>
                          <a:spcPts val="600"/>
                        </a:spcBef>
                        <a:spcAft>
                          <a:spcPct val="0"/>
                        </a:spcAft>
                        <a:defRPr sz="1600">
                          <a:solidFill>
                            <a:schemeClr val="tx2"/>
                          </a:solidFill>
                          <a:latin typeface="Arial" charset="0"/>
                          <a:ea typeface="ＭＳ Ｐゴシック" pitchFamily="-65" charset="-128"/>
                        </a:defRPr>
                      </a:lvl6pPr>
                      <a:lvl7pPr marL="914400" eaLnBrk="0" fontAlgn="base" hangingPunct="0">
                        <a:spcBef>
                          <a:spcPts val="600"/>
                        </a:spcBef>
                        <a:spcAft>
                          <a:spcPct val="0"/>
                        </a:spcAft>
                        <a:defRPr sz="1600">
                          <a:solidFill>
                            <a:schemeClr val="tx2"/>
                          </a:solidFill>
                          <a:latin typeface="Arial" charset="0"/>
                          <a:ea typeface="ＭＳ Ｐゴシック" pitchFamily="-65" charset="-128"/>
                        </a:defRPr>
                      </a:lvl7pPr>
                      <a:lvl8pPr marL="1371600" eaLnBrk="0" fontAlgn="base" hangingPunct="0">
                        <a:spcBef>
                          <a:spcPts val="600"/>
                        </a:spcBef>
                        <a:spcAft>
                          <a:spcPct val="0"/>
                        </a:spcAft>
                        <a:defRPr sz="1600">
                          <a:solidFill>
                            <a:schemeClr val="tx2"/>
                          </a:solidFill>
                          <a:latin typeface="Arial" charset="0"/>
                          <a:ea typeface="ＭＳ Ｐゴシック" pitchFamily="-65" charset="-128"/>
                        </a:defRPr>
                      </a:lvl8pPr>
                      <a:lvl9pPr marL="1828800" eaLnBrk="0" fontAlgn="base" hangingPunct="0">
                        <a:spcBef>
                          <a:spcPts val="600"/>
                        </a:spcBef>
                        <a:spcAft>
                          <a:spcPct val="0"/>
                        </a:spcAft>
                        <a:defRPr sz="1600">
                          <a:solidFill>
                            <a:schemeClr val="tx2"/>
                          </a:solidFill>
                          <a:latin typeface="Arial" charset="0"/>
                          <a:ea typeface="ＭＳ Ｐゴシック" pitchFamily="-65"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1" i="0" u="none" strike="noStrike" cap="none" normalizeH="0" baseline="0">
                          <a:ln>
                            <a:noFill/>
                          </a:ln>
                          <a:solidFill>
                            <a:schemeClr val="tx1"/>
                          </a:solidFill>
                          <a:effectLst/>
                          <a:latin typeface="Times New Roman" pitchFamily="-65" charset="0"/>
                          <a:ea typeface="ＭＳ Ｐゴシック" pitchFamily="-65" charset="-128"/>
                          <a:cs typeface="Times New Roman" pitchFamily="-65" charset="0"/>
                        </a:rPr>
                        <a:t>7</a:t>
                      </a:r>
                    </a:p>
                  </a:txBody>
                  <a:tcPr horzOverflow="overflow">
                    <a:lnL w="12700" cap="flat" cmpd="sng" algn="ctr">
                      <a:solidFill>
                        <a:srgbClr val="C76402"/>
                      </a:solidFill>
                      <a:prstDash val="solid"/>
                      <a:round/>
                      <a:headEnd type="none" w="med" len="med"/>
                      <a:tailEnd type="none" w="med" len="med"/>
                    </a:lnL>
                    <a:lnR w="12700" cap="flat" cmpd="sng" algn="ctr">
                      <a:solidFill>
                        <a:srgbClr val="C76402"/>
                      </a:solidFill>
                      <a:prstDash val="solid"/>
                      <a:round/>
                      <a:headEnd type="none" w="med" len="med"/>
                      <a:tailEnd type="none" w="med" len="med"/>
                    </a:lnR>
                    <a:lnT w="12700" cap="flat" cmpd="sng" algn="ctr">
                      <a:solidFill>
                        <a:srgbClr val="C76402"/>
                      </a:solidFill>
                      <a:prstDash val="solid"/>
                      <a:round/>
                      <a:headEnd type="none" w="med" len="med"/>
                      <a:tailEnd type="none" w="med" len="med"/>
                    </a:lnT>
                    <a:lnB w="25400" cap="flat" cmpd="sng" algn="ctr">
                      <a:solidFill>
                        <a:srgbClr val="C76402"/>
                      </a:solidFill>
                      <a:prstDash val="solid"/>
                      <a:round/>
                      <a:headEnd type="none" w="med" len="med"/>
                      <a:tailEnd type="none" w="med" len="med"/>
                    </a:lnB>
                    <a:lnTlToBr>
                      <a:noFill/>
                    </a:lnTlToBr>
                    <a:lnBlToTr>
                      <a:noFill/>
                    </a:lnBlToTr>
                    <a:noFill/>
                  </a:tcPr>
                </a:tc>
                <a:tc>
                  <a:txBody>
                    <a:bodyPr/>
                    <a:lstStyle>
                      <a:lvl1pPr eaLnBrk="0" hangingPunct="0">
                        <a:spcBef>
                          <a:spcPts val="1800"/>
                        </a:spcBef>
                        <a:buClr>
                          <a:schemeClr val="accent1"/>
                        </a:buClr>
                        <a:buSzPct val="100000"/>
                        <a:buFont typeface="Wingdings 2" pitchFamily="-65" charset="2"/>
                        <a:defRPr>
                          <a:solidFill>
                            <a:schemeClr val="tx2"/>
                          </a:solidFill>
                          <a:latin typeface="Arial" charset="0"/>
                          <a:ea typeface="ＭＳ Ｐゴシック" pitchFamily="-65" charset="-128"/>
                        </a:defRPr>
                      </a:lvl1pPr>
                      <a:lvl2pPr marL="37931725" indent="-37474525" eaLnBrk="0" hangingPunct="0">
                        <a:spcBef>
                          <a:spcPts val="600"/>
                        </a:spcBef>
                        <a:buClr>
                          <a:srgbClr val="031B3C"/>
                        </a:buClr>
                        <a:buSzPct val="100000"/>
                        <a:buFont typeface="Wingdings 2" pitchFamily="-65" charset="2"/>
                        <a:defRPr sz="1600">
                          <a:solidFill>
                            <a:schemeClr val="tx2"/>
                          </a:solidFill>
                          <a:latin typeface="Arial" charset="0"/>
                          <a:ea typeface="ＭＳ Ｐゴシック" pitchFamily="-65" charset="-128"/>
                        </a:defRPr>
                      </a:lvl2pPr>
                      <a:lvl3pPr eaLnBrk="0" hangingPunct="0">
                        <a:spcBef>
                          <a:spcPts val="600"/>
                        </a:spcBef>
                        <a:defRPr sz="1600">
                          <a:solidFill>
                            <a:schemeClr val="tx2"/>
                          </a:solidFill>
                          <a:latin typeface="Arial" charset="0"/>
                          <a:ea typeface="ＭＳ Ｐゴシック" pitchFamily="-65" charset="-128"/>
                        </a:defRPr>
                      </a:lvl3pPr>
                      <a:lvl4pPr eaLnBrk="0" hangingPunct="0">
                        <a:spcBef>
                          <a:spcPts val="600"/>
                        </a:spcBef>
                        <a:defRPr sz="1600">
                          <a:solidFill>
                            <a:schemeClr val="tx2"/>
                          </a:solidFill>
                          <a:latin typeface="Arial" charset="0"/>
                          <a:ea typeface="ＭＳ Ｐゴシック" pitchFamily="-65" charset="-128"/>
                        </a:defRPr>
                      </a:lvl4pPr>
                      <a:lvl5pPr eaLnBrk="0" hangingPunct="0">
                        <a:spcBef>
                          <a:spcPts val="600"/>
                        </a:spcBef>
                        <a:defRPr sz="1600">
                          <a:solidFill>
                            <a:schemeClr val="tx2"/>
                          </a:solidFill>
                          <a:latin typeface="Arial" charset="0"/>
                          <a:ea typeface="ＭＳ Ｐゴシック" pitchFamily="-65" charset="-128"/>
                        </a:defRPr>
                      </a:lvl5pPr>
                      <a:lvl6pPr marL="457200" eaLnBrk="0" fontAlgn="base" hangingPunct="0">
                        <a:spcBef>
                          <a:spcPts val="600"/>
                        </a:spcBef>
                        <a:spcAft>
                          <a:spcPct val="0"/>
                        </a:spcAft>
                        <a:defRPr sz="1600">
                          <a:solidFill>
                            <a:schemeClr val="tx2"/>
                          </a:solidFill>
                          <a:latin typeface="Arial" charset="0"/>
                          <a:ea typeface="ＭＳ Ｐゴシック" pitchFamily="-65" charset="-128"/>
                        </a:defRPr>
                      </a:lvl6pPr>
                      <a:lvl7pPr marL="914400" eaLnBrk="0" fontAlgn="base" hangingPunct="0">
                        <a:spcBef>
                          <a:spcPts val="600"/>
                        </a:spcBef>
                        <a:spcAft>
                          <a:spcPct val="0"/>
                        </a:spcAft>
                        <a:defRPr sz="1600">
                          <a:solidFill>
                            <a:schemeClr val="tx2"/>
                          </a:solidFill>
                          <a:latin typeface="Arial" charset="0"/>
                          <a:ea typeface="ＭＳ Ｐゴシック" pitchFamily="-65" charset="-128"/>
                        </a:defRPr>
                      </a:lvl7pPr>
                      <a:lvl8pPr marL="1371600" eaLnBrk="0" fontAlgn="base" hangingPunct="0">
                        <a:spcBef>
                          <a:spcPts val="600"/>
                        </a:spcBef>
                        <a:spcAft>
                          <a:spcPct val="0"/>
                        </a:spcAft>
                        <a:defRPr sz="1600">
                          <a:solidFill>
                            <a:schemeClr val="tx2"/>
                          </a:solidFill>
                          <a:latin typeface="Arial" charset="0"/>
                          <a:ea typeface="ＭＳ Ｐゴシック" pitchFamily="-65" charset="-128"/>
                        </a:defRPr>
                      </a:lvl8pPr>
                      <a:lvl9pPr marL="1828800" eaLnBrk="0" fontAlgn="base" hangingPunct="0">
                        <a:spcBef>
                          <a:spcPts val="600"/>
                        </a:spcBef>
                        <a:spcAft>
                          <a:spcPct val="0"/>
                        </a:spcAft>
                        <a:defRPr sz="1600">
                          <a:solidFill>
                            <a:schemeClr val="tx2"/>
                          </a:solidFill>
                          <a:latin typeface="Arial" charset="0"/>
                          <a:ea typeface="ＭＳ Ｐゴシック" pitchFamily="-65"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1" i="0" u="none" strike="noStrike" cap="none" normalizeH="0" baseline="0">
                          <a:ln>
                            <a:noFill/>
                          </a:ln>
                          <a:solidFill>
                            <a:schemeClr val="tx1"/>
                          </a:solidFill>
                          <a:effectLst/>
                          <a:latin typeface="Times New Roman" pitchFamily="-65" charset="0"/>
                          <a:ea typeface="ＭＳ Ｐゴシック" pitchFamily="-65" charset="-128"/>
                          <a:cs typeface="Times New Roman" pitchFamily="-65" charset="0"/>
                        </a:rPr>
                        <a:t>8</a:t>
                      </a:r>
                    </a:p>
                  </a:txBody>
                  <a:tcPr horzOverflow="overflow">
                    <a:lnL w="12700" cap="flat" cmpd="sng" algn="ctr">
                      <a:solidFill>
                        <a:srgbClr val="C76402"/>
                      </a:solidFill>
                      <a:prstDash val="solid"/>
                      <a:round/>
                      <a:headEnd type="none" w="med" len="med"/>
                      <a:tailEnd type="none" w="med" len="med"/>
                    </a:lnL>
                    <a:lnR w="12700" cap="flat" cmpd="sng" algn="ctr">
                      <a:solidFill>
                        <a:srgbClr val="C76402"/>
                      </a:solidFill>
                      <a:prstDash val="solid"/>
                      <a:round/>
                      <a:headEnd type="none" w="med" len="med"/>
                      <a:tailEnd type="none" w="med" len="med"/>
                    </a:lnR>
                    <a:lnT w="12700" cap="flat" cmpd="sng" algn="ctr">
                      <a:solidFill>
                        <a:srgbClr val="C76402"/>
                      </a:solidFill>
                      <a:prstDash val="solid"/>
                      <a:round/>
                      <a:headEnd type="none" w="med" len="med"/>
                      <a:tailEnd type="none" w="med" len="med"/>
                    </a:lnT>
                    <a:lnB w="25400" cap="flat" cmpd="sng" algn="ctr">
                      <a:solidFill>
                        <a:srgbClr val="C76402"/>
                      </a:solidFill>
                      <a:prstDash val="solid"/>
                      <a:round/>
                      <a:headEnd type="none" w="med" len="med"/>
                      <a:tailEnd type="none" w="med" len="med"/>
                    </a:lnB>
                    <a:lnTlToBr>
                      <a:noFill/>
                    </a:lnTlToBr>
                    <a:lnBlToTr>
                      <a:noFill/>
                    </a:lnBlToTr>
                    <a:noFill/>
                  </a:tcPr>
                </a:tc>
                <a:tc>
                  <a:txBody>
                    <a:bodyPr/>
                    <a:lstStyle>
                      <a:lvl1pPr eaLnBrk="0" hangingPunct="0">
                        <a:spcBef>
                          <a:spcPts val="1800"/>
                        </a:spcBef>
                        <a:buClr>
                          <a:schemeClr val="accent1"/>
                        </a:buClr>
                        <a:buSzPct val="100000"/>
                        <a:buFont typeface="Wingdings 2" pitchFamily="-65" charset="2"/>
                        <a:defRPr>
                          <a:solidFill>
                            <a:schemeClr val="tx2"/>
                          </a:solidFill>
                          <a:latin typeface="Arial" charset="0"/>
                          <a:ea typeface="ＭＳ Ｐゴシック" pitchFamily="-65" charset="-128"/>
                        </a:defRPr>
                      </a:lvl1pPr>
                      <a:lvl2pPr marL="37931725" indent="-37474525" eaLnBrk="0" hangingPunct="0">
                        <a:spcBef>
                          <a:spcPts val="600"/>
                        </a:spcBef>
                        <a:buClr>
                          <a:srgbClr val="031B3C"/>
                        </a:buClr>
                        <a:buSzPct val="100000"/>
                        <a:buFont typeface="Wingdings 2" pitchFamily="-65" charset="2"/>
                        <a:defRPr sz="1600">
                          <a:solidFill>
                            <a:schemeClr val="tx2"/>
                          </a:solidFill>
                          <a:latin typeface="Arial" charset="0"/>
                          <a:ea typeface="ＭＳ Ｐゴシック" pitchFamily="-65" charset="-128"/>
                        </a:defRPr>
                      </a:lvl2pPr>
                      <a:lvl3pPr eaLnBrk="0" hangingPunct="0">
                        <a:spcBef>
                          <a:spcPts val="600"/>
                        </a:spcBef>
                        <a:defRPr sz="1600">
                          <a:solidFill>
                            <a:schemeClr val="tx2"/>
                          </a:solidFill>
                          <a:latin typeface="Arial" charset="0"/>
                          <a:ea typeface="ＭＳ Ｐゴシック" pitchFamily="-65" charset="-128"/>
                        </a:defRPr>
                      </a:lvl3pPr>
                      <a:lvl4pPr eaLnBrk="0" hangingPunct="0">
                        <a:spcBef>
                          <a:spcPts val="600"/>
                        </a:spcBef>
                        <a:defRPr sz="1600">
                          <a:solidFill>
                            <a:schemeClr val="tx2"/>
                          </a:solidFill>
                          <a:latin typeface="Arial" charset="0"/>
                          <a:ea typeface="ＭＳ Ｐゴシック" pitchFamily="-65" charset="-128"/>
                        </a:defRPr>
                      </a:lvl4pPr>
                      <a:lvl5pPr eaLnBrk="0" hangingPunct="0">
                        <a:spcBef>
                          <a:spcPts val="600"/>
                        </a:spcBef>
                        <a:defRPr sz="1600">
                          <a:solidFill>
                            <a:schemeClr val="tx2"/>
                          </a:solidFill>
                          <a:latin typeface="Arial" charset="0"/>
                          <a:ea typeface="ＭＳ Ｐゴシック" pitchFamily="-65" charset="-128"/>
                        </a:defRPr>
                      </a:lvl5pPr>
                      <a:lvl6pPr marL="457200" eaLnBrk="0" fontAlgn="base" hangingPunct="0">
                        <a:spcBef>
                          <a:spcPts val="600"/>
                        </a:spcBef>
                        <a:spcAft>
                          <a:spcPct val="0"/>
                        </a:spcAft>
                        <a:defRPr sz="1600">
                          <a:solidFill>
                            <a:schemeClr val="tx2"/>
                          </a:solidFill>
                          <a:latin typeface="Arial" charset="0"/>
                          <a:ea typeface="ＭＳ Ｐゴシック" pitchFamily="-65" charset="-128"/>
                        </a:defRPr>
                      </a:lvl6pPr>
                      <a:lvl7pPr marL="914400" eaLnBrk="0" fontAlgn="base" hangingPunct="0">
                        <a:spcBef>
                          <a:spcPts val="600"/>
                        </a:spcBef>
                        <a:spcAft>
                          <a:spcPct val="0"/>
                        </a:spcAft>
                        <a:defRPr sz="1600">
                          <a:solidFill>
                            <a:schemeClr val="tx2"/>
                          </a:solidFill>
                          <a:latin typeface="Arial" charset="0"/>
                          <a:ea typeface="ＭＳ Ｐゴシック" pitchFamily="-65" charset="-128"/>
                        </a:defRPr>
                      </a:lvl7pPr>
                      <a:lvl8pPr marL="1371600" eaLnBrk="0" fontAlgn="base" hangingPunct="0">
                        <a:spcBef>
                          <a:spcPts val="600"/>
                        </a:spcBef>
                        <a:spcAft>
                          <a:spcPct val="0"/>
                        </a:spcAft>
                        <a:defRPr sz="1600">
                          <a:solidFill>
                            <a:schemeClr val="tx2"/>
                          </a:solidFill>
                          <a:latin typeface="Arial" charset="0"/>
                          <a:ea typeface="ＭＳ Ｐゴシック" pitchFamily="-65" charset="-128"/>
                        </a:defRPr>
                      </a:lvl8pPr>
                      <a:lvl9pPr marL="1828800" eaLnBrk="0" fontAlgn="base" hangingPunct="0">
                        <a:spcBef>
                          <a:spcPts val="600"/>
                        </a:spcBef>
                        <a:spcAft>
                          <a:spcPct val="0"/>
                        </a:spcAft>
                        <a:defRPr sz="1600">
                          <a:solidFill>
                            <a:schemeClr val="tx2"/>
                          </a:solidFill>
                          <a:latin typeface="Arial" charset="0"/>
                          <a:ea typeface="ＭＳ Ｐゴシック" pitchFamily="-65"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pitchFamily="-65" charset="0"/>
                          <a:ea typeface="ＭＳ Ｐゴシック" pitchFamily="-65" charset="-128"/>
                          <a:cs typeface="Times New Roman" pitchFamily="-65" charset="0"/>
                        </a:rPr>
                        <a:t>9</a:t>
                      </a:r>
                    </a:p>
                  </a:txBody>
                  <a:tcPr horzOverflow="overflow">
                    <a:lnL w="12700" cap="flat" cmpd="sng" algn="ctr">
                      <a:solidFill>
                        <a:srgbClr val="C76402"/>
                      </a:solidFill>
                      <a:prstDash val="solid"/>
                      <a:round/>
                      <a:headEnd type="none" w="med" len="med"/>
                      <a:tailEnd type="none" w="med" len="med"/>
                    </a:lnL>
                    <a:lnR w="12700" cap="flat" cmpd="sng" algn="ctr">
                      <a:solidFill>
                        <a:srgbClr val="C76402"/>
                      </a:solidFill>
                      <a:prstDash val="solid"/>
                      <a:round/>
                      <a:headEnd type="none" w="med" len="med"/>
                      <a:tailEnd type="none" w="med" len="med"/>
                    </a:lnR>
                    <a:lnT w="12700" cap="flat" cmpd="sng" algn="ctr">
                      <a:solidFill>
                        <a:srgbClr val="C76402"/>
                      </a:solidFill>
                      <a:prstDash val="solid"/>
                      <a:round/>
                      <a:headEnd type="none" w="med" len="med"/>
                      <a:tailEnd type="none" w="med" len="med"/>
                    </a:lnT>
                    <a:lnB w="25400" cap="flat" cmpd="sng" algn="ctr">
                      <a:solidFill>
                        <a:srgbClr val="C76402"/>
                      </a:solidFill>
                      <a:prstDash val="solid"/>
                      <a:round/>
                      <a:headEnd type="none" w="med" len="med"/>
                      <a:tailEnd type="none" w="med" len="med"/>
                    </a:lnB>
                    <a:lnTlToBr>
                      <a:noFill/>
                    </a:lnTlToBr>
                    <a:lnBlToTr>
                      <a:noFill/>
                    </a:lnBlToTr>
                    <a:noFill/>
                  </a:tcPr>
                </a:tc>
                <a:tc>
                  <a:txBody>
                    <a:bodyPr/>
                    <a:lstStyle>
                      <a:lvl1pPr eaLnBrk="0" hangingPunct="0">
                        <a:spcBef>
                          <a:spcPts val="1800"/>
                        </a:spcBef>
                        <a:buClr>
                          <a:schemeClr val="accent1"/>
                        </a:buClr>
                        <a:buSzPct val="100000"/>
                        <a:buFont typeface="Wingdings 2" pitchFamily="-65" charset="2"/>
                        <a:defRPr>
                          <a:solidFill>
                            <a:schemeClr val="tx2"/>
                          </a:solidFill>
                          <a:latin typeface="Arial" charset="0"/>
                          <a:ea typeface="ＭＳ Ｐゴシック" pitchFamily="-65" charset="-128"/>
                        </a:defRPr>
                      </a:lvl1pPr>
                      <a:lvl2pPr marL="37931725" indent="-37474525" eaLnBrk="0" hangingPunct="0">
                        <a:spcBef>
                          <a:spcPts val="600"/>
                        </a:spcBef>
                        <a:buClr>
                          <a:srgbClr val="031B3C"/>
                        </a:buClr>
                        <a:buSzPct val="100000"/>
                        <a:buFont typeface="Wingdings 2" pitchFamily="-65" charset="2"/>
                        <a:defRPr sz="1600">
                          <a:solidFill>
                            <a:schemeClr val="tx2"/>
                          </a:solidFill>
                          <a:latin typeface="Arial" charset="0"/>
                          <a:ea typeface="ＭＳ Ｐゴシック" pitchFamily="-65" charset="-128"/>
                        </a:defRPr>
                      </a:lvl2pPr>
                      <a:lvl3pPr eaLnBrk="0" hangingPunct="0">
                        <a:spcBef>
                          <a:spcPts val="600"/>
                        </a:spcBef>
                        <a:defRPr sz="1600">
                          <a:solidFill>
                            <a:schemeClr val="tx2"/>
                          </a:solidFill>
                          <a:latin typeface="Arial" charset="0"/>
                          <a:ea typeface="ＭＳ Ｐゴシック" pitchFamily="-65" charset="-128"/>
                        </a:defRPr>
                      </a:lvl3pPr>
                      <a:lvl4pPr eaLnBrk="0" hangingPunct="0">
                        <a:spcBef>
                          <a:spcPts val="600"/>
                        </a:spcBef>
                        <a:defRPr sz="1600">
                          <a:solidFill>
                            <a:schemeClr val="tx2"/>
                          </a:solidFill>
                          <a:latin typeface="Arial" charset="0"/>
                          <a:ea typeface="ＭＳ Ｐゴシック" pitchFamily="-65" charset="-128"/>
                        </a:defRPr>
                      </a:lvl4pPr>
                      <a:lvl5pPr eaLnBrk="0" hangingPunct="0">
                        <a:spcBef>
                          <a:spcPts val="600"/>
                        </a:spcBef>
                        <a:defRPr sz="1600">
                          <a:solidFill>
                            <a:schemeClr val="tx2"/>
                          </a:solidFill>
                          <a:latin typeface="Arial" charset="0"/>
                          <a:ea typeface="ＭＳ Ｐゴシック" pitchFamily="-65" charset="-128"/>
                        </a:defRPr>
                      </a:lvl5pPr>
                      <a:lvl6pPr marL="457200" eaLnBrk="0" fontAlgn="base" hangingPunct="0">
                        <a:spcBef>
                          <a:spcPts val="600"/>
                        </a:spcBef>
                        <a:spcAft>
                          <a:spcPct val="0"/>
                        </a:spcAft>
                        <a:defRPr sz="1600">
                          <a:solidFill>
                            <a:schemeClr val="tx2"/>
                          </a:solidFill>
                          <a:latin typeface="Arial" charset="0"/>
                          <a:ea typeface="ＭＳ Ｐゴシック" pitchFamily="-65" charset="-128"/>
                        </a:defRPr>
                      </a:lvl6pPr>
                      <a:lvl7pPr marL="914400" eaLnBrk="0" fontAlgn="base" hangingPunct="0">
                        <a:spcBef>
                          <a:spcPts val="600"/>
                        </a:spcBef>
                        <a:spcAft>
                          <a:spcPct val="0"/>
                        </a:spcAft>
                        <a:defRPr sz="1600">
                          <a:solidFill>
                            <a:schemeClr val="tx2"/>
                          </a:solidFill>
                          <a:latin typeface="Arial" charset="0"/>
                          <a:ea typeface="ＭＳ Ｐゴシック" pitchFamily="-65" charset="-128"/>
                        </a:defRPr>
                      </a:lvl7pPr>
                      <a:lvl8pPr marL="1371600" eaLnBrk="0" fontAlgn="base" hangingPunct="0">
                        <a:spcBef>
                          <a:spcPts val="600"/>
                        </a:spcBef>
                        <a:spcAft>
                          <a:spcPct val="0"/>
                        </a:spcAft>
                        <a:defRPr sz="1600">
                          <a:solidFill>
                            <a:schemeClr val="tx2"/>
                          </a:solidFill>
                          <a:latin typeface="Arial" charset="0"/>
                          <a:ea typeface="ＭＳ Ｐゴシック" pitchFamily="-65" charset="-128"/>
                        </a:defRPr>
                      </a:lvl8pPr>
                      <a:lvl9pPr marL="1828800" eaLnBrk="0" fontAlgn="base" hangingPunct="0">
                        <a:spcBef>
                          <a:spcPts val="600"/>
                        </a:spcBef>
                        <a:spcAft>
                          <a:spcPct val="0"/>
                        </a:spcAft>
                        <a:defRPr sz="1600">
                          <a:solidFill>
                            <a:schemeClr val="tx2"/>
                          </a:solidFill>
                          <a:latin typeface="Arial" charset="0"/>
                          <a:ea typeface="ＭＳ Ｐゴシック" pitchFamily="-65"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1" i="0" u="none" strike="noStrike" cap="none" normalizeH="0" baseline="0">
                          <a:ln>
                            <a:noFill/>
                          </a:ln>
                          <a:solidFill>
                            <a:schemeClr val="tx1"/>
                          </a:solidFill>
                          <a:effectLst/>
                          <a:latin typeface="Times New Roman" pitchFamily="-65" charset="0"/>
                          <a:ea typeface="ＭＳ Ｐゴシック" pitchFamily="-65" charset="-128"/>
                          <a:cs typeface="Times New Roman" pitchFamily="-65" charset="0"/>
                        </a:rPr>
                        <a:t>10</a:t>
                      </a:r>
                    </a:p>
                  </a:txBody>
                  <a:tcPr horzOverflow="overflow">
                    <a:lnL w="12700" cap="flat" cmpd="sng" algn="ctr">
                      <a:solidFill>
                        <a:srgbClr val="C76402"/>
                      </a:solidFill>
                      <a:prstDash val="solid"/>
                      <a:round/>
                      <a:headEnd type="none" w="med" len="med"/>
                      <a:tailEnd type="none" w="med" len="med"/>
                    </a:lnL>
                    <a:lnR w="12700" cap="flat" cmpd="sng" algn="ctr">
                      <a:solidFill>
                        <a:srgbClr val="C76402"/>
                      </a:solidFill>
                      <a:prstDash val="solid"/>
                      <a:round/>
                      <a:headEnd type="none" w="med" len="med"/>
                      <a:tailEnd type="none" w="med" len="med"/>
                    </a:lnR>
                    <a:lnT w="12700" cap="flat" cmpd="sng" algn="ctr">
                      <a:solidFill>
                        <a:srgbClr val="C76402"/>
                      </a:solidFill>
                      <a:prstDash val="solid"/>
                      <a:round/>
                      <a:headEnd type="none" w="med" len="med"/>
                      <a:tailEnd type="none" w="med" len="med"/>
                    </a:lnT>
                    <a:lnB w="25400" cap="flat" cmpd="sng" algn="ctr">
                      <a:solidFill>
                        <a:srgbClr val="C7640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371475">
                <a:tc>
                  <a:txBody>
                    <a:bodyPr/>
                    <a:lstStyle>
                      <a:lvl1pPr eaLnBrk="0" hangingPunct="0">
                        <a:spcBef>
                          <a:spcPts val="1800"/>
                        </a:spcBef>
                        <a:buClr>
                          <a:schemeClr val="accent1"/>
                        </a:buClr>
                        <a:buSzPct val="100000"/>
                        <a:buFont typeface="Wingdings 2" pitchFamily="-65" charset="2"/>
                        <a:defRPr>
                          <a:solidFill>
                            <a:schemeClr val="tx2"/>
                          </a:solidFill>
                          <a:latin typeface="Arial" charset="0"/>
                          <a:ea typeface="ＭＳ Ｐゴシック" pitchFamily="-65" charset="-128"/>
                        </a:defRPr>
                      </a:lvl1pPr>
                      <a:lvl2pPr marL="37931725" indent="-37474525" eaLnBrk="0" hangingPunct="0">
                        <a:spcBef>
                          <a:spcPts val="600"/>
                        </a:spcBef>
                        <a:buClr>
                          <a:srgbClr val="031B3C"/>
                        </a:buClr>
                        <a:buSzPct val="100000"/>
                        <a:buFont typeface="Wingdings 2" pitchFamily="-65" charset="2"/>
                        <a:defRPr sz="1600">
                          <a:solidFill>
                            <a:schemeClr val="tx2"/>
                          </a:solidFill>
                          <a:latin typeface="Arial" charset="0"/>
                          <a:ea typeface="ＭＳ Ｐゴシック" pitchFamily="-65" charset="-128"/>
                        </a:defRPr>
                      </a:lvl2pPr>
                      <a:lvl3pPr eaLnBrk="0" hangingPunct="0">
                        <a:spcBef>
                          <a:spcPts val="600"/>
                        </a:spcBef>
                        <a:defRPr sz="1600">
                          <a:solidFill>
                            <a:schemeClr val="tx2"/>
                          </a:solidFill>
                          <a:latin typeface="Arial" charset="0"/>
                          <a:ea typeface="ＭＳ Ｐゴシック" pitchFamily="-65" charset="-128"/>
                        </a:defRPr>
                      </a:lvl3pPr>
                      <a:lvl4pPr eaLnBrk="0" hangingPunct="0">
                        <a:spcBef>
                          <a:spcPts val="600"/>
                        </a:spcBef>
                        <a:defRPr sz="1600">
                          <a:solidFill>
                            <a:schemeClr val="tx2"/>
                          </a:solidFill>
                          <a:latin typeface="Arial" charset="0"/>
                          <a:ea typeface="ＭＳ Ｐゴシック" pitchFamily="-65" charset="-128"/>
                        </a:defRPr>
                      </a:lvl4pPr>
                      <a:lvl5pPr eaLnBrk="0" hangingPunct="0">
                        <a:spcBef>
                          <a:spcPts val="600"/>
                        </a:spcBef>
                        <a:defRPr sz="1600">
                          <a:solidFill>
                            <a:schemeClr val="tx2"/>
                          </a:solidFill>
                          <a:latin typeface="Arial" charset="0"/>
                          <a:ea typeface="ＭＳ Ｐゴシック" pitchFamily="-65" charset="-128"/>
                        </a:defRPr>
                      </a:lvl5pPr>
                      <a:lvl6pPr marL="457200" eaLnBrk="0" fontAlgn="base" hangingPunct="0">
                        <a:spcBef>
                          <a:spcPts val="600"/>
                        </a:spcBef>
                        <a:spcAft>
                          <a:spcPct val="0"/>
                        </a:spcAft>
                        <a:defRPr sz="1600">
                          <a:solidFill>
                            <a:schemeClr val="tx2"/>
                          </a:solidFill>
                          <a:latin typeface="Arial" charset="0"/>
                          <a:ea typeface="ＭＳ Ｐゴシック" pitchFamily="-65" charset="-128"/>
                        </a:defRPr>
                      </a:lvl6pPr>
                      <a:lvl7pPr marL="914400" eaLnBrk="0" fontAlgn="base" hangingPunct="0">
                        <a:spcBef>
                          <a:spcPts val="600"/>
                        </a:spcBef>
                        <a:spcAft>
                          <a:spcPct val="0"/>
                        </a:spcAft>
                        <a:defRPr sz="1600">
                          <a:solidFill>
                            <a:schemeClr val="tx2"/>
                          </a:solidFill>
                          <a:latin typeface="Arial" charset="0"/>
                          <a:ea typeface="ＭＳ Ｐゴシック" pitchFamily="-65" charset="-128"/>
                        </a:defRPr>
                      </a:lvl7pPr>
                      <a:lvl8pPr marL="1371600" eaLnBrk="0" fontAlgn="base" hangingPunct="0">
                        <a:spcBef>
                          <a:spcPts val="600"/>
                        </a:spcBef>
                        <a:spcAft>
                          <a:spcPct val="0"/>
                        </a:spcAft>
                        <a:defRPr sz="1600">
                          <a:solidFill>
                            <a:schemeClr val="tx2"/>
                          </a:solidFill>
                          <a:latin typeface="Arial" charset="0"/>
                          <a:ea typeface="ＭＳ Ｐゴシック" pitchFamily="-65" charset="-128"/>
                        </a:defRPr>
                      </a:lvl8pPr>
                      <a:lvl9pPr marL="1828800" eaLnBrk="0" fontAlgn="base" hangingPunct="0">
                        <a:spcBef>
                          <a:spcPts val="600"/>
                        </a:spcBef>
                        <a:spcAft>
                          <a:spcPct val="0"/>
                        </a:spcAft>
                        <a:defRPr sz="1600">
                          <a:solidFill>
                            <a:schemeClr val="tx2"/>
                          </a:solidFill>
                          <a:latin typeface="Arial" charset="0"/>
                          <a:ea typeface="ＭＳ Ｐゴシック" pitchFamily="-65"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1" i="0" u="none" strike="noStrike" cap="none" normalizeH="0" baseline="0">
                          <a:ln>
                            <a:noFill/>
                          </a:ln>
                          <a:solidFill>
                            <a:schemeClr val="tx1"/>
                          </a:solidFill>
                          <a:effectLst/>
                          <a:latin typeface="Times New Roman" pitchFamily="-65" charset="0"/>
                          <a:ea typeface="ＭＳ Ｐゴシック" pitchFamily="-65" charset="-128"/>
                        </a:rPr>
                        <a:t>Probability:</a:t>
                      </a:r>
                      <a:endParaRPr kumimoji="0" lang="en-US" altLang="en-US" sz="1600" b="1" i="0" u="none" strike="noStrike" cap="none" normalizeH="0" baseline="0">
                        <a:ln>
                          <a:noFill/>
                        </a:ln>
                        <a:solidFill>
                          <a:schemeClr val="tx1"/>
                        </a:solidFill>
                        <a:effectLst/>
                        <a:latin typeface="Times New Roman" pitchFamily="-65" charset="0"/>
                        <a:ea typeface="Zapf Dingbats" pitchFamily="-65" charset="2"/>
                      </a:endParaRPr>
                    </a:p>
                  </a:txBody>
                  <a:tcPr horzOverflow="overflow">
                    <a:lnL w="12700" cap="flat" cmpd="sng" algn="ctr">
                      <a:solidFill>
                        <a:srgbClr val="C76402"/>
                      </a:solidFill>
                      <a:prstDash val="solid"/>
                      <a:round/>
                      <a:headEnd type="none" w="med" len="med"/>
                      <a:tailEnd type="none" w="med" len="med"/>
                    </a:lnL>
                    <a:lnR w="12700" cap="flat" cmpd="sng" algn="ctr">
                      <a:solidFill>
                        <a:srgbClr val="C76402"/>
                      </a:solidFill>
                      <a:prstDash val="solid"/>
                      <a:round/>
                      <a:headEnd type="none" w="med" len="med"/>
                      <a:tailEnd type="none" w="med" len="med"/>
                    </a:lnR>
                    <a:lnT w="25400" cap="flat" cmpd="sng" algn="ctr">
                      <a:solidFill>
                        <a:srgbClr val="C76402"/>
                      </a:solidFill>
                      <a:prstDash val="solid"/>
                      <a:round/>
                      <a:headEnd type="none" w="med" len="med"/>
                      <a:tailEnd type="none" w="med" len="med"/>
                    </a:lnT>
                    <a:lnB w="12700" cap="flat" cmpd="sng" algn="ctr">
                      <a:solidFill>
                        <a:srgbClr val="C76402"/>
                      </a:solidFill>
                      <a:prstDash val="solid"/>
                      <a:round/>
                      <a:headEnd type="none" w="med" len="med"/>
                      <a:tailEnd type="none" w="med" len="med"/>
                    </a:lnB>
                    <a:lnTlToBr>
                      <a:noFill/>
                    </a:lnTlToBr>
                    <a:lnBlToTr>
                      <a:noFill/>
                    </a:lnBlToTr>
                    <a:solidFill>
                      <a:srgbClr val="C76402">
                        <a:alpha val="20000"/>
                      </a:srgbClr>
                    </a:solidFill>
                  </a:tcPr>
                </a:tc>
                <a:tc>
                  <a:txBody>
                    <a:bodyPr/>
                    <a:lstStyle>
                      <a:lvl1pPr eaLnBrk="0" hangingPunct="0">
                        <a:spcBef>
                          <a:spcPts val="1800"/>
                        </a:spcBef>
                        <a:buClr>
                          <a:schemeClr val="accent1"/>
                        </a:buClr>
                        <a:buSzPct val="100000"/>
                        <a:buFont typeface="Wingdings 2" pitchFamily="-65" charset="2"/>
                        <a:defRPr>
                          <a:solidFill>
                            <a:schemeClr val="tx2"/>
                          </a:solidFill>
                          <a:latin typeface="Arial" charset="0"/>
                          <a:ea typeface="ＭＳ Ｐゴシック" pitchFamily="-65" charset="-128"/>
                        </a:defRPr>
                      </a:lvl1pPr>
                      <a:lvl2pPr marL="37931725" indent="-37474525" eaLnBrk="0" hangingPunct="0">
                        <a:spcBef>
                          <a:spcPts val="600"/>
                        </a:spcBef>
                        <a:buClr>
                          <a:srgbClr val="031B3C"/>
                        </a:buClr>
                        <a:buSzPct val="100000"/>
                        <a:buFont typeface="Wingdings 2" pitchFamily="-65" charset="2"/>
                        <a:defRPr sz="1600">
                          <a:solidFill>
                            <a:schemeClr val="tx2"/>
                          </a:solidFill>
                          <a:latin typeface="Arial" charset="0"/>
                          <a:ea typeface="ＭＳ Ｐゴシック" pitchFamily="-65" charset="-128"/>
                        </a:defRPr>
                      </a:lvl2pPr>
                      <a:lvl3pPr eaLnBrk="0" hangingPunct="0">
                        <a:spcBef>
                          <a:spcPts val="600"/>
                        </a:spcBef>
                        <a:defRPr sz="1600">
                          <a:solidFill>
                            <a:schemeClr val="tx2"/>
                          </a:solidFill>
                          <a:latin typeface="Arial" charset="0"/>
                          <a:ea typeface="ＭＳ Ｐゴシック" pitchFamily="-65" charset="-128"/>
                        </a:defRPr>
                      </a:lvl3pPr>
                      <a:lvl4pPr eaLnBrk="0" hangingPunct="0">
                        <a:spcBef>
                          <a:spcPts val="600"/>
                        </a:spcBef>
                        <a:defRPr sz="1600">
                          <a:solidFill>
                            <a:schemeClr val="tx2"/>
                          </a:solidFill>
                          <a:latin typeface="Arial" charset="0"/>
                          <a:ea typeface="ＭＳ Ｐゴシック" pitchFamily="-65" charset="-128"/>
                        </a:defRPr>
                      </a:lvl4pPr>
                      <a:lvl5pPr eaLnBrk="0" hangingPunct="0">
                        <a:spcBef>
                          <a:spcPts val="600"/>
                        </a:spcBef>
                        <a:defRPr sz="1600">
                          <a:solidFill>
                            <a:schemeClr val="tx2"/>
                          </a:solidFill>
                          <a:latin typeface="Arial" charset="0"/>
                          <a:ea typeface="ＭＳ Ｐゴシック" pitchFamily="-65" charset="-128"/>
                        </a:defRPr>
                      </a:lvl5pPr>
                      <a:lvl6pPr marL="457200" eaLnBrk="0" fontAlgn="base" hangingPunct="0">
                        <a:spcBef>
                          <a:spcPts val="600"/>
                        </a:spcBef>
                        <a:spcAft>
                          <a:spcPct val="0"/>
                        </a:spcAft>
                        <a:defRPr sz="1600">
                          <a:solidFill>
                            <a:schemeClr val="tx2"/>
                          </a:solidFill>
                          <a:latin typeface="Arial" charset="0"/>
                          <a:ea typeface="ＭＳ Ｐゴシック" pitchFamily="-65" charset="-128"/>
                        </a:defRPr>
                      </a:lvl6pPr>
                      <a:lvl7pPr marL="914400" eaLnBrk="0" fontAlgn="base" hangingPunct="0">
                        <a:spcBef>
                          <a:spcPts val="600"/>
                        </a:spcBef>
                        <a:spcAft>
                          <a:spcPct val="0"/>
                        </a:spcAft>
                        <a:defRPr sz="1600">
                          <a:solidFill>
                            <a:schemeClr val="tx2"/>
                          </a:solidFill>
                          <a:latin typeface="Arial" charset="0"/>
                          <a:ea typeface="ＭＳ Ｐゴシック" pitchFamily="-65" charset="-128"/>
                        </a:defRPr>
                      </a:lvl7pPr>
                      <a:lvl8pPr marL="1371600" eaLnBrk="0" fontAlgn="base" hangingPunct="0">
                        <a:spcBef>
                          <a:spcPts val="600"/>
                        </a:spcBef>
                        <a:spcAft>
                          <a:spcPct val="0"/>
                        </a:spcAft>
                        <a:defRPr sz="1600">
                          <a:solidFill>
                            <a:schemeClr val="tx2"/>
                          </a:solidFill>
                          <a:latin typeface="Arial" charset="0"/>
                          <a:ea typeface="ＭＳ Ｐゴシック" pitchFamily="-65" charset="-128"/>
                        </a:defRPr>
                      </a:lvl8pPr>
                      <a:lvl9pPr marL="1828800" eaLnBrk="0" fontAlgn="base" hangingPunct="0">
                        <a:spcBef>
                          <a:spcPts val="600"/>
                        </a:spcBef>
                        <a:spcAft>
                          <a:spcPct val="0"/>
                        </a:spcAft>
                        <a:defRPr sz="1600">
                          <a:solidFill>
                            <a:schemeClr val="tx2"/>
                          </a:solidFill>
                          <a:latin typeface="Arial" charset="0"/>
                          <a:ea typeface="ＭＳ Ｐゴシック" pitchFamily="-65"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pitchFamily="-65" charset="0"/>
                          <a:ea typeface="ＭＳ Ｐゴシック" pitchFamily="-65" charset="-128"/>
                          <a:cs typeface="Times New Roman" pitchFamily="-65" charset="0"/>
                        </a:rPr>
                        <a:t>0.001</a:t>
                      </a:r>
                    </a:p>
                  </a:txBody>
                  <a:tcPr horzOverflow="overflow">
                    <a:lnL w="12700" cap="flat" cmpd="sng" algn="ctr">
                      <a:solidFill>
                        <a:srgbClr val="C76402"/>
                      </a:solidFill>
                      <a:prstDash val="solid"/>
                      <a:round/>
                      <a:headEnd type="none" w="med" len="med"/>
                      <a:tailEnd type="none" w="med" len="med"/>
                    </a:lnL>
                    <a:lnR w="12700" cap="flat" cmpd="sng" algn="ctr">
                      <a:solidFill>
                        <a:srgbClr val="C76402"/>
                      </a:solidFill>
                      <a:prstDash val="solid"/>
                      <a:round/>
                      <a:headEnd type="none" w="med" len="med"/>
                      <a:tailEnd type="none" w="med" len="med"/>
                    </a:lnR>
                    <a:lnT w="25400" cap="flat" cmpd="sng" algn="ctr">
                      <a:solidFill>
                        <a:srgbClr val="C76402"/>
                      </a:solidFill>
                      <a:prstDash val="solid"/>
                      <a:round/>
                      <a:headEnd type="none" w="med" len="med"/>
                      <a:tailEnd type="none" w="med" len="med"/>
                    </a:lnT>
                    <a:lnB w="12700" cap="flat" cmpd="sng" algn="ctr">
                      <a:solidFill>
                        <a:srgbClr val="C76402"/>
                      </a:solidFill>
                      <a:prstDash val="solid"/>
                      <a:round/>
                      <a:headEnd type="none" w="med" len="med"/>
                      <a:tailEnd type="none" w="med" len="med"/>
                    </a:lnB>
                    <a:lnTlToBr>
                      <a:noFill/>
                    </a:lnTlToBr>
                    <a:lnBlToTr>
                      <a:noFill/>
                    </a:lnBlToTr>
                    <a:solidFill>
                      <a:srgbClr val="C76402">
                        <a:alpha val="20000"/>
                      </a:srgbClr>
                    </a:solidFill>
                  </a:tcPr>
                </a:tc>
                <a:tc>
                  <a:txBody>
                    <a:bodyPr/>
                    <a:lstStyle>
                      <a:lvl1pPr eaLnBrk="0" hangingPunct="0">
                        <a:spcBef>
                          <a:spcPts val="1800"/>
                        </a:spcBef>
                        <a:buClr>
                          <a:schemeClr val="accent1"/>
                        </a:buClr>
                        <a:buSzPct val="100000"/>
                        <a:buFont typeface="Wingdings 2" pitchFamily="-65" charset="2"/>
                        <a:defRPr>
                          <a:solidFill>
                            <a:schemeClr val="tx2"/>
                          </a:solidFill>
                          <a:latin typeface="Arial" charset="0"/>
                          <a:ea typeface="ＭＳ Ｐゴシック" pitchFamily="-65" charset="-128"/>
                        </a:defRPr>
                      </a:lvl1pPr>
                      <a:lvl2pPr marL="37931725" indent="-37474525" eaLnBrk="0" hangingPunct="0">
                        <a:spcBef>
                          <a:spcPts val="600"/>
                        </a:spcBef>
                        <a:buClr>
                          <a:srgbClr val="031B3C"/>
                        </a:buClr>
                        <a:buSzPct val="100000"/>
                        <a:buFont typeface="Wingdings 2" pitchFamily="-65" charset="2"/>
                        <a:defRPr sz="1600">
                          <a:solidFill>
                            <a:schemeClr val="tx2"/>
                          </a:solidFill>
                          <a:latin typeface="Arial" charset="0"/>
                          <a:ea typeface="ＭＳ Ｐゴシック" pitchFamily="-65" charset="-128"/>
                        </a:defRPr>
                      </a:lvl2pPr>
                      <a:lvl3pPr eaLnBrk="0" hangingPunct="0">
                        <a:spcBef>
                          <a:spcPts val="600"/>
                        </a:spcBef>
                        <a:defRPr sz="1600">
                          <a:solidFill>
                            <a:schemeClr val="tx2"/>
                          </a:solidFill>
                          <a:latin typeface="Arial" charset="0"/>
                          <a:ea typeface="ＭＳ Ｐゴシック" pitchFamily="-65" charset="-128"/>
                        </a:defRPr>
                      </a:lvl3pPr>
                      <a:lvl4pPr eaLnBrk="0" hangingPunct="0">
                        <a:spcBef>
                          <a:spcPts val="600"/>
                        </a:spcBef>
                        <a:defRPr sz="1600">
                          <a:solidFill>
                            <a:schemeClr val="tx2"/>
                          </a:solidFill>
                          <a:latin typeface="Arial" charset="0"/>
                          <a:ea typeface="ＭＳ Ｐゴシック" pitchFamily="-65" charset="-128"/>
                        </a:defRPr>
                      </a:lvl4pPr>
                      <a:lvl5pPr eaLnBrk="0" hangingPunct="0">
                        <a:spcBef>
                          <a:spcPts val="600"/>
                        </a:spcBef>
                        <a:defRPr sz="1600">
                          <a:solidFill>
                            <a:schemeClr val="tx2"/>
                          </a:solidFill>
                          <a:latin typeface="Arial" charset="0"/>
                          <a:ea typeface="ＭＳ Ｐゴシック" pitchFamily="-65" charset="-128"/>
                        </a:defRPr>
                      </a:lvl5pPr>
                      <a:lvl6pPr marL="457200" eaLnBrk="0" fontAlgn="base" hangingPunct="0">
                        <a:spcBef>
                          <a:spcPts val="600"/>
                        </a:spcBef>
                        <a:spcAft>
                          <a:spcPct val="0"/>
                        </a:spcAft>
                        <a:defRPr sz="1600">
                          <a:solidFill>
                            <a:schemeClr val="tx2"/>
                          </a:solidFill>
                          <a:latin typeface="Arial" charset="0"/>
                          <a:ea typeface="ＭＳ Ｐゴシック" pitchFamily="-65" charset="-128"/>
                        </a:defRPr>
                      </a:lvl6pPr>
                      <a:lvl7pPr marL="914400" eaLnBrk="0" fontAlgn="base" hangingPunct="0">
                        <a:spcBef>
                          <a:spcPts val="600"/>
                        </a:spcBef>
                        <a:spcAft>
                          <a:spcPct val="0"/>
                        </a:spcAft>
                        <a:defRPr sz="1600">
                          <a:solidFill>
                            <a:schemeClr val="tx2"/>
                          </a:solidFill>
                          <a:latin typeface="Arial" charset="0"/>
                          <a:ea typeface="ＭＳ Ｐゴシック" pitchFamily="-65" charset="-128"/>
                        </a:defRPr>
                      </a:lvl7pPr>
                      <a:lvl8pPr marL="1371600" eaLnBrk="0" fontAlgn="base" hangingPunct="0">
                        <a:spcBef>
                          <a:spcPts val="600"/>
                        </a:spcBef>
                        <a:spcAft>
                          <a:spcPct val="0"/>
                        </a:spcAft>
                        <a:defRPr sz="1600">
                          <a:solidFill>
                            <a:schemeClr val="tx2"/>
                          </a:solidFill>
                          <a:latin typeface="Arial" charset="0"/>
                          <a:ea typeface="ＭＳ Ｐゴシック" pitchFamily="-65" charset="-128"/>
                        </a:defRPr>
                      </a:lvl8pPr>
                      <a:lvl9pPr marL="1828800" eaLnBrk="0" fontAlgn="base" hangingPunct="0">
                        <a:spcBef>
                          <a:spcPts val="600"/>
                        </a:spcBef>
                        <a:spcAft>
                          <a:spcPct val="0"/>
                        </a:spcAft>
                        <a:defRPr sz="1600">
                          <a:solidFill>
                            <a:schemeClr val="tx2"/>
                          </a:solidFill>
                          <a:latin typeface="Arial" charset="0"/>
                          <a:ea typeface="ＭＳ Ｐゴシック" pitchFamily="-65"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pitchFamily="-65" charset="0"/>
                          <a:ea typeface="ＭＳ Ｐゴシック" pitchFamily="-65" charset="-128"/>
                          <a:cs typeface="Times New Roman" pitchFamily="-65" charset="0"/>
                        </a:rPr>
                        <a:t>0.006</a:t>
                      </a:r>
                    </a:p>
                  </a:txBody>
                  <a:tcPr horzOverflow="overflow">
                    <a:lnL w="12700" cap="flat" cmpd="sng" algn="ctr">
                      <a:solidFill>
                        <a:srgbClr val="C76402"/>
                      </a:solidFill>
                      <a:prstDash val="solid"/>
                      <a:round/>
                      <a:headEnd type="none" w="med" len="med"/>
                      <a:tailEnd type="none" w="med" len="med"/>
                    </a:lnL>
                    <a:lnR w="12700" cap="flat" cmpd="sng" algn="ctr">
                      <a:solidFill>
                        <a:srgbClr val="C76402"/>
                      </a:solidFill>
                      <a:prstDash val="solid"/>
                      <a:round/>
                      <a:headEnd type="none" w="med" len="med"/>
                      <a:tailEnd type="none" w="med" len="med"/>
                    </a:lnR>
                    <a:lnT w="25400" cap="flat" cmpd="sng" algn="ctr">
                      <a:solidFill>
                        <a:srgbClr val="C76402"/>
                      </a:solidFill>
                      <a:prstDash val="solid"/>
                      <a:round/>
                      <a:headEnd type="none" w="med" len="med"/>
                      <a:tailEnd type="none" w="med" len="med"/>
                    </a:lnT>
                    <a:lnB w="12700" cap="flat" cmpd="sng" algn="ctr">
                      <a:solidFill>
                        <a:srgbClr val="C76402"/>
                      </a:solidFill>
                      <a:prstDash val="solid"/>
                      <a:round/>
                      <a:headEnd type="none" w="med" len="med"/>
                      <a:tailEnd type="none" w="med" len="med"/>
                    </a:lnB>
                    <a:lnTlToBr>
                      <a:noFill/>
                    </a:lnTlToBr>
                    <a:lnBlToTr>
                      <a:noFill/>
                    </a:lnBlToTr>
                    <a:solidFill>
                      <a:srgbClr val="C76402">
                        <a:alpha val="20000"/>
                      </a:srgbClr>
                    </a:solidFill>
                  </a:tcPr>
                </a:tc>
                <a:tc>
                  <a:txBody>
                    <a:bodyPr/>
                    <a:lstStyle>
                      <a:lvl1pPr eaLnBrk="0" hangingPunct="0">
                        <a:spcBef>
                          <a:spcPts val="1800"/>
                        </a:spcBef>
                        <a:buClr>
                          <a:schemeClr val="accent1"/>
                        </a:buClr>
                        <a:buSzPct val="100000"/>
                        <a:buFont typeface="Wingdings 2" pitchFamily="-65" charset="2"/>
                        <a:defRPr>
                          <a:solidFill>
                            <a:schemeClr val="tx2"/>
                          </a:solidFill>
                          <a:latin typeface="Arial" charset="0"/>
                          <a:ea typeface="ＭＳ Ｐゴシック" pitchFamily="-65" charset="-128"/>
                        </a:defRPr>
                      </a:lvl1pPr>
                      <a:lvl2pPr marL="37931725" indent="-37474525" eaLnBrk="0" hangingPunct="0">
                        <a:spcBef>
                          <a:spcPts val="600"/>
                        </a:spcBef>
                        <a:buClr>
                          <a:srgbClr val="031B3C"/>
                        </a:buClr>
                        <a:buSzPct val="100000"/>
                        <a:buFont typeface="Wingdings 2" pitchFamily="-65" charset="2"/>
                        <a:defRPr sz="1600">
                          <a:solidFill>
                            <a:schemeClr val="tx2"/>
                          </a:solidFill>
                          <a:latin typeface="Arial" charset="0"/>
                          <a:ea typeface="ＭＳ Ｐゴシック" pitchFamily="-65" charset="-128"/>
                        </a:defRPr>
                      </a:lvl2pPr>
                      <a:lvl3pPr eaLnBrk="0" hangingPunct="0">
                        <a:spcBef>
                          <a:spcPts val="600"/>
                        </a:spcBef>
                        <a:defRPr sz="1600">
                          <a:solidFill>
                            <a:schemeClr val="tx2"/>
                          </a:solidFill>
                          <a:latin typeface="Arial" charset="0"/>
                          <a:ea typeface="ＭＳ Ｐゴシック" pitchFamily="-65" charset="-128"/>
                        </a:defRPr>
                      </a:lvl3pPr>
                      <a:lvl4pPr eaLnBrk="0" hangingPunct="0">
                        <a:spcBef>
                          <a:spcPts val="600"/>
                        </a:spcBef>
                        <a:defRPr sz="1600">
                          <a:solidFill>
                            <a:schemeClr val="tx2"/>
                          </a:solidFill>
                          <a:latin typeface="Arial" charset="0"/>
                          <a:ea typeface="ＭＳ Ｐゴシック" pitchFamily="-65" charset="-128"/>
                        </a:defRPr>
                      </a:lvl4pPr>
                      <a:lvl5pPr eaLnBrk="0" hangingPunct="0">
                        <a:spcBef>
                          <a:spcPts val="600"/>
                        </a:spcBef>
                        <a:defRPr sz="1600">
                          <a:solidFill>
                            <a:schemeClr val="tx2"/>
                          </a:solidFill>
                          <a:latin typeface="Arial" charset="0"/>
                          <a:ea typeface="ＭＳ Ｐゴシック" pitchFamily="-65" charset="-128"/>
                        </a:defRPr>
                      </a:lvl5pPr>
                      <a:lvl6pPr marL="457200" eaLnBrk="0" fontAlgn="base" hangingPunct="0">
                        <a:spcBef>
                          <a:spcPts val="600"/>
                        </a:spcBef>
                        <a:spcAft>
                          <a:spcPct val="0"/>
                        </a:spcAft>
                        <a:defRPr sz="1600">
                          <a:solidFill>
                            <a:schemeClr val="tx2"/>
                          </a:solidFill>
                          <a:latin typeface="Arial" charset="0"/>
                          <a:ea typeface="ＭＳ Ｐゴシック" pitchFamily="-65" charset="-128"/>
                        </a:defRPr>
                      </a:lvl6pPr>
                      <a:lvl7pPr marL="914400" eaLnBrk="0" fontAlgn="base" hangingPunct="0">
                        <a:spcBef>
                          <a:spcPts val="600"/>
                        </a:spcBef>
                        <a:spcAft>
                          <a:spcPct val="0"/>
                        </a:spcAft>
                        <a:defRPr sz="1600">
                          <a:solidFill>
                            <a:schemeClr val="tx2"/>
                          </a:solidFill>
                          <a:latin typeface="Arial" charset="0"/>
                          <a:ea typeface="ＭＳ Ｐゴシック" pitchFamily="-65" charset="-128"/>
                        </a:defRPr>
                      </a:lvl7pPr>
                      <a:lvl8pPr marL="1371600" eaLnBrk="0" fontAlgn="base" hangingPunct="0">
                        <a:spcBef>
                          <a:spcPts val="600"/>
                        </a:spcBef>
                        <a:spcAft>
                          <a:spcPct val="0"/>
                        </a:spcAft>
                        <a:defRPr sz="1600">
                          <a:solidFill>
                            <a:schemeClr val="tx2"/>
                          </a:solidFill>
                          <a:latin typeface="Arial" charset="0"/>
                          <a:ea typeface="ＭＳ Ｐゴシック" pitchFamily="-65" charset="-128"/>
                        </a:defRPr>
                      </a:lvl8pPr>
                      <a:lvl9pPr marL="1828800" eaLnBrk="0" fontAlgn="base" hangingPunct="0">
                        <a:spcBef>
                          <a:spcPts val="600"/>
                        </a:spcBef>
                        <a:spcAft>
                          <a:spcPct val="0"/>
                        </a:spcAft>
                        <a:defRPr sz="1600">
                          <a:solidFill>
                            <a:schemeClr val="tx2"/>
                          </a:solidFill>
                          <a:latin typeface="Arial" charset="0"/>
                          <a:ea typeface="ＭＳ Ｐゴシック" pitchFamily="-65"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pitchFamily="-65" charset="0"/>
                          <a:ea typeface="ＭＳ Ｐゴシック" pitchFamily="-65" charset="-128"/>
                        </a:rPr>
                        <a:t>0.007</a:t>
                      </a:r>
                      <a:endParaRPr kumimoji="0" lang="en-US" altLang="en-US" sz="1600" b="0" i="0" u="none" strike="noStrike" cap="none" normalizeH="0" baseline="0">
                        <a:ln>
                          <a:noFill/>
                        </a:ln>
                        <a:solidFill>
                          <a:schemeClr val="tx1"/>
                        </a:solidFill>
                        <a:effectLst/>
                        <a:latin typeface="Times New Roman" pitchFamily="-65" charset="0"/>
                        <a:ea typeface="Zapf Dingbats" pitchFamily="-65" charset="2"/>
                      </a:endParaRPr>
                    </a:p>
                  </a:txBody>
                  <a:tcPr horzOverflow="overflow">
                    <a:lnL w="12700" cap="flat" cmpd="sng" algn="ctr">
                      <a:solidFill>
                        <a:srgbClr val="C76402"/>
                      </a:solidFill>
                      <a:prstDash val="solid"/>
                      <a:round/>
                      <a:headEnd type="none" w="med" len="med"/>
                      <a:tailEnd type="none" w="med" len="med"/>
                    </a:lnL>
                    <a:lnR w="12700" cap="flat" cmpd="sng" algn="ctr">
                      <a:solidFill>
                        <a:srgbClr val="C76402"/>
                      </a:solidFill>
                      <a:prstDash val="solid"/>
                      <a:round/>
                      <a:headEnd type="none" w="med" len="med"/>
                      <a:tailEnd type="none" w="med" len="med"/>
                    </a:lnR>
                    <a:lnT w="25400" cap="flat" cmpd="sng" algn="ctr">
                      <a:solidFill>
                        <a:srgbClr val="C76402"/>
                      </a:solidFill>
                      <a:prstDash val="solid"/>
                      <a:round/>
                      <a:headEnd type="none" w="med" len="med"/>
                      <a:tailEnd type="none" w="med" len="med"/>
                    </a:lnT>
                    <a:lnB w="12700" cap="flat" cmpd="sng" algn="ctr">
                      <a:solidFill>
                        <a:srgbClr val="C76402"/>
                      </a:solidFill>
                      <a:prstDash val="solid"/>
                      <a:round/>
                      <a:headEnd type="none" w="med" len="med"/>
                      <a:tailEnd type="none" w="med" len="med"/>
                    </a:lnB>
                    <a:lnTlToBr>
                      <a:noFill/>
                    </a:lnTlToBr>
                    <a:lnBlToTr>
                      <a:noFill/>
                    </a:lnBlToTr>
                    <a:solidFill>
                      <a:srgbClr val="C76402">
                        <a:alpha val="20000"/>
                      </a:srgbClr>
                    </a:solidFill>
                  </a:tcPr>
                </a:tc>
                <a:tc>
                  <a:txBody>
                    <a:bodyPr/>
                    <a:lstStyle>
                      <a:lvl1pPr eaLnBrk="0" hangingPunct="0">
                        <a:spcBef>
                          <a:spcPts val="1800"/>
                        </a:spcBef>
                        <a:buClr>
                          <a:schemeClr val="accent1"/>
                        </a:buClr>
                        <a:buSzPct val="100000"/>
                        <a:buFont typeface="Wingdings 2" pitchFamily="-65" charset="2"/>
                        <a:defRPr>
                          <a:solidFill>
                            <a:schemeClr val="tx2"/>
                          </a:solidFill>
                          <a:latin typeface="Arial" charset="0"/>
                          <a:ea typeface="ＭＳ Ｐゴシック" pitchFamily="-65" charset="-128"/>
                        </a:defRPr>
                      </a:lvl1pPr>
                      <a:lvl2pPr marL="37931725" indent="-37474525" eaLnBrk="0" hangingPunct="0">
                        <a:spcBef>
                          <a:spcPts val="600"/>
                        </a:spcBef>
                        <a:buClr>
                          <a:srgbClr val="031B3C"/>
                        </a:buClr>
                        <a:buSzPct val="100000"/>
                        <a:buFont typeface="Wingdings 2" pitchFamily="-65" charset="2"/>
                        <a:defRPr sz="1600">
                          <a:solidFill>
                            <a:schemeClr val="tx2"/>
                          </a:solidFill>
                          <a:latin typeface="Arial" charset="0"/>
                          <a:ea typeface="ＭＳ Ｐゴシック" pitchFamily="-65" charset="-128"/>
                        </a:defRPr>
                      </a:lvl2pPr>
                      <a:lvl3pPr eaLnBrk="0" hangingPunct="0">
                        <a:spcBef>
                          <a:spcPts val="600"/>
                        </a:spcBef>
                        <a:defRPr sz="1600">
                          <a:solidFill>
                            <a:schemeClr val="tx2"/>
                          </a:solidFill>
                          <a:latin typeface="Arial" charset="0"/>
                          <a:ea typeface="ＭＳ Ｐゴシック" pitchFamily="-65" charset="-128"/>
                        </a:defRPr>
                      </a:lvl3pPr>
                      <a:lvl4pPr eaLnBrk="0" hangingPunct="0">
                        <a:spcBef>
                          <a:spcPts val="600"/>
                        </a:spcBef>
                        <a:defRPr sz="1600">
                          <a:solidFill>
                            <a:schemeClr val="tx2"/>
                          </a:solidFill>
                          <a:latin typeface="Arial" charset="0"/>
                          <a:ea typeface="ＭＳ Ｐゴシック" pitchFamily="-65" charset="-128"/>
                        </a:defRPr>
                      </a:lvl4pPr>
                      <a:lvl5pPr eaLnBrk="0" hangingPunct="0">
                        <a:spcBef>
                          <a:spcPts val="600"/>
                        </a:spcBef>
                        <a:defRPr sz="1600">
                          <a:solidFill>
                            <a:schemeClr val="tx2"/>
                          </a:solidFill>
                          <a:latin typeface="Arial" charset="0"/>
                          <a:ea typeface="ＭＳ Ｐゴシック" pitchFamily="-65" charset="-128"/>
                        </a:defRPr>
                      </a:lvl5pPr>
                      <a:lvl6pPr marL="457200" eaLnBrk="0" fontAlgn="base" hangingPunct="0">
                        <a:spcBef>
                          <a:spcPts val="600"/>
                        </a:spcBef>
                        <a:spcAft>
                          <a:spcPct val="0"/>
                        </a:spcAft>
                        <a:defRPr sz="1600">
                          <a:solidFill>
                            <a:schemeClr val="tx2"/>
                          </a:solidFill>
                          <a:latin typeface="Arial" charset="0"/>
                          <a:ea typeface="ＭＳ Ｐゴシック" pitchFamily="-65" charset="-128"/>
                        </a:defRPr>
                      </a:lvl6pPr>
                      <a:lvl7pPr marL="914400" eaLnBrk="0" fontAlgn="base" hangingPunct="0">
                        <a:spcBef>
                          <a:spcPts val="600"/>
                        </a:spcBef>
                        <a:spcAft>
                          <a:spcPct val="0"/>
                        </a:spcAft>
                        <a:defRPr sz="1600">
                          <a:solidFill>
                            <a:schemeClr val="tx2"/>
                          </a:solidFill>
                          <a:latin typeface="Arial" charset="0"/>
                          <a:ea typeface="ＭＳ Ｐゴシック" pitchFamily="-65" charset="-128"/>
                        </a:defRPr>
                      </a:lvl7pPr>
                      <a:lvl8pPr marL="1371600" eaLnBrk="0" fontAlgn="base" hangingPunct="0">
                        <a:spcBef>
                          <a:spcPts val="600"/>
                        </a:spcBef>
                        <a:spcAft>
                          <a:spcPct val="0"/>
                        </a:spcAft>
                        <a:defRPr sz="1600">
                          <a:solidFill>
                            <a:schemeClr val="tx2"/>
                          </a:solidFill>
                          <a:latin typeface="Arial" charset="0"/>
                          <a:ea typeface="ＭＳ Ｐゴシック" pitchFamily="-65" charset="-128"/>
                        </a:defRPr>
                      </a:lvl8pPr>
                      <a:lvl9pPr marL="1828800" eaLnBrk="0" fontAlgn="base" hangingPunct="0">
                        <a:spcBef>
                          <a:spcPts val="600"/>
                        </a:spcBef>
                        <a:spcAft>
                          <a:spcPct val="0"/>
                        </a:spcAft>
                        <a:defRPr sz="1600">
                          <a:solidFill>
                            <a:schemeClr val="tx2"/>
                          </a:solidFill>
                          <a:latin typeface="Arial" charset="0"/>
                          <a:ea typeface="ＭＳ Ｐゴシック" pitchFamily="-65"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pitchFamily="-65" charset="0"/>
                          <a:ea typeface="ＭＳ Ｐゴシック" pitchFamily="-65" charset="-128"/>
                          <a:cs typeface="Times New Roman" pitchFamily="-65" charset="0"/>
                        </a:rPr>
                        <a:t>0.008</a:t>
                      </a:r>
                    </a:p>
                  </a:txBody>
                  <a:tcPr horzOverflow="overflow">
                    <a:lnL w="12700" cap="flat" cmpd="sng" algn="ctr">
                      <a:solidFill>
                        <a:srgbClr val="C76402"/>
                      </a:solidFill>
                      <a:prstDash val="solid"/>
                      <a:round/>
                      <a:headEnd type="none" w="med" len="med"/>
                      <a:tailEnd type="none" w="med" len="med"/>
                    </a:lnL>
                    <a:lnR w="12700" cap="flat" cmpd="sng" algn="ctr">
                      <a:solidFill>
                        <a:srgbClr val="C76402"/>
                      </a:solidFill>
                      <a:prstDash val="solid"/>
                      <a:round/>
                      <a:headEnd type="none" w="med" len="med"/>
                      <a:tailEnd type="none" w="med" len="med"/>
                    </a:lnR>
                    <a:lnT w="25400" cap="flat" cmpd="sng" algn="ctr">
                      <a:solidFill>
                        <a:srgbClr val="C76402"/>
                      </a:solidFill>
                      <a:prstDash val="solid"/>
                      <a:round/>
                      <a:headEnd type="none" w="med" len="med"/>
                      <a:tailEnd type="none" w="med" len="med"/>
                    </a:lnT>
                    <a:lnB w="12700" cap="flat" cmpd="sng" algn="ctr">
                      <a:solidFill>
                        <a:srgbClr val="C76402"/>
                      </a:solidFill>
                      <a:prstDash val="solid"/>
                      <a:round/>
                      <a:headEnd type="none" w="med" len="med"/>
                      <a:tailEnd type="none" w="med" len="med"/>
                    </a:lnB>
                    <a:lnTlToBr>
                      <a:noFill/>
                    </a:lnTlToBr>
                    <a:lnBlToTr>
                      <a:noFill/>
                    </a:lnBlToTr>
                    <a:solidFill>
                      <a:srgbClr val="C76402">
                        <a:alpha val="20000"/>
                      </a:srgbClr>
                    </a:solidFill>
                  </a:tcPr>
                </a:tc>
                <a:tc>
                  <a:txBody>
                    <a:bodyPr/>
                    <a:lstStyle>
                      <a:lvl1pPr eaLnBrk="0" hangingPunct="0">
                        <a:spcBef>
                          <a:spcPts val="1800"/>
                        </a:spcBef>
                        <a:buClr>
                          <a:schemeClr val="accent1"/>
                        </a:buClr>
                        <a:buSzPct val="100000"/>
                        <a:buFont typeface="Wingdings 2" pitchFamily="-65" charset="2"/>
                        <a:defRPr>
                          <a:solidFill>
                            <a:schemeClr val="tx2"/>
                          </a:solidFill>
                          <a:latin typeface="Arial" charset="0"/>
                          <a:ea typeface="ＭＳ Ｐゴシック" pitchFamily="-65" charset="-128"/>
                        </a:defRPr>
                      </a:lvl1pPr>
                      <a:lvl2pPr marL="37931725" indent="-37474525" eaLnBrk="0" hangingPunct="0">
                        <a:spcBef>
                          <a:spcPts val="600"/>
                        </a:spcBef>
                        <a:buClr>
                          <a:srgbClr val="031B3C"/>
                        </a:buClr>
                        <a:buSzPct val="100000"/>
                        <a:buFont typeface="Wingdings 2" pitchFamily="-65" charset="2"/>
                        <a:defRPr sz="1600">
                          <a:solidFill>
                            <a:schemeClr val="tx2"/>
                          </a:solidFill>
                          <a:latin typeface="Arial" charset="0"/>
                          <a:ea typeface="ＭＳ Ｐゴシック" pitchFamily="-65" charset="-128"/>
                        </a:defRPr>
                      </a:lvl2pPr>
                      <a:lvl3pPr eaLnBrk="0" hangingPunct="0">
                        <a:spcBef>
                          <a:spcPts val="600"/>
                        </a:spcBef>
                        <a:defRPr sz="1600">
                          <a:solidFill>
                            <a:schemeClr val="tx2"/>
                          </a:solidFill>
                          <a:latin typeface="Arial" charset="0"/>
                          <a:ea typeface="ＭＳ Ｐゴシック" pitchFamily="-65" charset="-128"/>
                        </a:defRPr>
                      </a:lvl3pPr>
                      <a:lvl4pPr eaLnBrk="0" hangingPunct="0">
                        <a:spcBef>
                          <a:spcPts val="600"/>
                        </a:spcBef>
                        <a:defRPr sz="1600">
                          <a:solidFill>
                            <a:schemeClr val="tx2"/>
                          </a:solidFill>
                          <a:latin typeface="Arial" charset="0"/>
                          <a:ea typeface="ＭＳ Ｐゴシック" pitchFamily="-65" charset="-128"/>
                        </a:defRPr>
                      </a:lvl4pPr>
                      <a:lvl5pPr eaLnBrk="0" hangingPunct="0">
                        <a:spcBef>
                          <a:spcPts val="600"/>
                        </a:spcBef>
                        <a:defRPr sz="1600">
                          <a:solidFill>
                            <a:schemeClr val="tx2"/>
                          </a:solidFill>
                          <a:latin typeface="Arial" charset="0"/>
                          <a:ea typeface="ＭＳ Ｐゴシック" pitchFamily="-65" charset="-128"/>
                        </a:defRPr>
                      </a:lvl5pPr>
                      <a:lvl6pPr marL="457200" eaLnBrk="0" fontAlgn="base" hangingPunct="0">
                        <a:spcBef>
                          <a:spcPts val="600"/>
                        </a:spcBef>
                        <a:spcAft>
                          <a:spcPct val="0"/>
                        </a:spcAft>
                        <a:defRPr sz="1600">
                          <a:solidFill>
                            <a:schemeClr val="tx2"/>
                          </a:solidFill>
                          <a:latin typeface="Arial" charset="0"/>
                          <a:ea typeface="ＭＳ Ｐゴシック" pitchFamily="-65" charset="-128"/>
                        </a:defRPr>
                      </a:lvl6pPr>
                      <a:lvl7pPr marL="914400" eaLnBrk="0" fontAlgn="base" hangingPunct="0">
                        <a:spcBef>
                          <a:spcPts val="600"/>
                        </a:spcBef>
                        <a:spcAft>
                          <a:spcPct val="0"/>
                        </a:spcAft>
                        <a:defRPr sz="1600">
                          <a:solidFill>
                            <a:schemeClr val="tx2"/>
                          </a:solidFill>
                          <a:latin typeface="Arial" charset="0"/>
                          <a:ea typeface="ＭＳ Ｐゴシック" pitchFamily="-65" charset="-128"/>
                        </a:defRPr>
                      </a:lvl7pPr>
                      <a:lvl8pPr marL="1371600" eaLnBrk="0" fontAlgn="base" hangingPunct="0">
                        <a:spcBef>
                          <a:spcPts val="600"/>
                        </a:spcBef>
                        <a:spcAft>
                          <a:spcPct val="0"/>
                        </a:spcAft>
                        <a:defRPr sz="1600">
                          <a:solidFill>
                            <a:schemeClr val="tx2"/>
                          </a:solidFill>
                          <a:latin typeface="Arial" charset="0"/>
                          <a:ea typeface="ＭＳ Ｐゴシック" pitchFamily="-65" charset="-128"/>
                        </a:defRPr>
                      </a:lvl8pPr>
                      <a:lvl9pPr marL="1828800" eaLnBrk="0" fontAlgn="base" hangingPunct="0">
                        <a:spcBef>
                          <a:spcPts val="600"/>
                        </a:spcBef>
                        <a:spcAft>
                          <a:spcPct val="0"/>
                        </a:spcAft>
                        <a:defRPr sz="1600">
                          <a:solidFill>
                            <a:schemeClr val="tx2"/>
                          </a:solidFill>
                          <a:latin typeface="Arial" charset="0"/>
                          <a:ea typeface="ＭＳ Ｐゴシック" pitchFamily="-65"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itchFamily="-65" charset="0"/>
                          <a:ea typeface="ＭＳ Ｐゴシック" pitchFamily="-65" charset="-128"/>
                          <a:cs typeface="Times New Roman" pitchFamily="-65" charset="0"/>
                        </a:rPr>
                        <a:t>0.012</a:t>
                      </a:r>
                    </a:p>
                  </a:txBody>
                  <a:tcPr horzOverflow="overflow">
                    <a:lnL w="12700" cap="flat" cmpd="sng" algn="ctr">
                      <a:solidFill>
                        <a:srgbClr val="C76402"/>
                      </a:solidFill>
                      <a:prstDash val="solid"/>
                      <a:round/>
                      <a:headEnd type="none" w="med" len="med"/>
                      <a:tailEnd type="none" w="med" len="med"/>
                    </a:lnL>
                    <a:lnR w="12700" cap="flat" cmpd="sng" algn="ctr">
                      <a:solidFill>
                        <a:srgbClr val="C76402"/>
                      </a:solidFill>
                      <a:prstDash val="solid"/>
                      <a:round/>
                      <a:headEnd type="none" w="med" len="med"/>
                      <a:tailEnd type="none" w="med" len="med"/>
                    </a:lnR>
                    <a:lnT w="25400" cap="flat" cmpd="sng" algn="ctr">
                      <a:solidFill>
                        <a:srgbClr val="C76402"/>
                      </a:solidFill>
                      <a:prstDash val="solid"/>
                      <a:round/>
                      <a:headEnd type="none" w="med" len="med"/>
                      <a:tailEnd type="none" w="med" len="med"/>
                    </a:lnT>
                    <a:lnB w="12700" cap="flat" cmpd="sng" algn="ctr">
                      <a:solidFill>
                        <a:srgbClr val="C76402"/>
                      </a:solidFill>
                      <a:prstDash val="solid"/>
                      <a:round/>
                      <a:headEnd type="none" w="med" len="med"/>
                      <a:tailEnd type="none" w="med" len="med"/>
                    </a:lnB>
                    <a:lnTlToBr>
                      <a:noFill/>
                    </a:lnTlToBr>
                    <a:lnBlToTr>
                      <a:noFill/>
                    </a:lnBlToTr>
                    <a:solidFill>
                      <a:srgbClr val="C76402">
                        <a:alpha val="20000"/>
                      </a:srgbClr>
                    </a:solidFill>
                  </a:tcPr>
                </a:tc>
                <a:tc>
                  <a:txBody>
                    <a:bodyPr/>
                    <a:lstStyle>
                      <a:lvl1pPr eaLnBrk="0" hangingPunct="0">
                        <a:spcBef>
                          <a:spcPts val="1800"/>
                        </a:spcBef>
                        <a:buClr>
                          <a:schemeClr val="accent1"/>
                        </a:buClr>
                        <a:buSzPct val="100000"/>
                        <a:buFont typeface="Wingdings 2" pitchFamily="-65" charset="2"/>
                        <a:defRPr>
                          <a:solidFill>
                            <a:schemeClr val="tx2"/>
                          </a:solidFill>
                          <a:latin typeface="Arial" charset="0"/>
                          <a:ea typeface="ＭＳ Ｐゴシック" pitchFamily="-65" charset="-128"/>
                        </a:defRPr>
                      </a:lvl1pPr>
                      <a:lvl2pPr marL="37931725" indent="-37474525" eaLnBrk="0" hangingPunct="0">
                        <a:spcBef>
                          <a:spcPts val="600"/>
                        </a:spcBef>
                        <a:buClr>
                          <a:srgbClr val="031B3C"/>
                        </a:buClr>
                        <a:buSzPct val="100000"/>
                        <a:buFont typeface="Wingdings 2" pitchFamily="-65" charset="2"/>
                        <a:defRPr sz="1600">
                          <a:solidFill>
                            <a:schemeClr val="tx2"/>
                          </a:solidFill>
                          <a:latin typeface="Arial" charset="0"/>
                          <a:ea typeface="ＭＳ Ｐゴシック" pitchFamily="-65" charset="-128"/>
                        </a:defRPr>
                      </a:lvl2pPr>
                      <a:lvl3pPr eaLnBrk="0" hangingPunct="0">
                        <a:spcBef>
                          <a:spcPts val="600"/>
                        </a:spcBef>
                        <a:defRPr sz="1600">
                          <a:solidFill>
                            <a:schemeClr val="tx2"/>
                          </a:solidFill>
                          <a:latin typeface="Arial" charset="0"/>
                          <a:ea typeface="ＭＳ Ｐゴシック" pitchFamily="-65" charset="-128"/>
                        </a:defRPr>
                      </a:lvl3pPr>
                      <a:lvl4pPr eaLnBrk="0" hangingPunct="0">
                        <a:spcBef>
                          <a:spcPts val="600"/>
                        </a:spcBef>
                        <a:defRPr sz="1600">
                          <a:solidFill>
                            <a:schemeClr val="tx2"/>
                          </a:solidFill>
                          <a:latin typeface="Arial" charset="0"/>
                          <a:ea typeface="ＭＳ Ｐゴシック" pitchFamily="-65" charset="-128"/>
                        </a:defRPr>
                      </a:lvl4pPr>
                      <a:lvl5pPr eaLnBrk="0" hangingPunct="0">
                        <a:spcBef>
                          <a:spcPts val="600"/>
                        </a:spcBef>
                        <a:defRPr sz="1600">
                          <a:solidFill>
                            <a:schemeClr val="tx2"/>
                          </a:solidFill>
                          <a:latin typeface="Arial" charset="0"/>
                          <a:ea typeface="ＭＳ Ｐゴシック" pitchFamily="-65" charset="-128"/>
                        </a:defRPr>
                      </a:lvl5pPr>
                      <a:lvl6pPr marL="457200" eaLnBrk="0" fontAlgn="base" hangingPunct="0">
                        <a:spcBef>
                          <a:spcPts val="600"/>
                        </a:spcBef>
                        <a:spcAft>
                          <a:spcPct val="0"/>
                        </a:spcAft>
                        <a:defRPr sz="1600">
                          <a:solidFill>
                            <a:schemeClr val="tx2"/>
                          </a:solidFill>
                          <a:latin typeface="Arial" charset="0"/>
                          <a:ea typeface="ＭＳ Ｐゴシック" pitchFamily="-65" charset="-128"/>
                        </a:defRPr>
                      </a:lvl6pPr>
                      <a:lvl7pPr marL="914400" eaLnBrk="0" fontAlgn="base" hangingPunct="0">
                        <a:spcBef>
                          <a:spcPts val="600"/>
                        </a:spcBef>
                        <a:spcAft>
                          <a:spcPct val="0"/>
                        </a:spcAft>
                        <a:defRPr sz="1600">
                          <a:solidFill>
                            <a:schemeClr val="tx2"/>
                          </a:solidFill>
                          <a:latin typeface="Arial" charset="0"/>
                          <a:ea typeface="ＭＳ Ｐゴシック" pitchFamily="-65" charset="-128"/>
                        </a:defRPr>
                      </a:lvl7pPr>
                      <a:lvl8pPr marL="1371600" eaLnBrk="0" fontAlgn="base" hangingPunct="0">
                        <a:spcBef>
                          <a:spcPts val="600"/>
                        </a:spcBef>
                        <a:spcAft>
                          <a:spcPct val="0"/>
                        </a:spcAft>
                        <a:defRPr sz="1600">
                          <a:solidFill>
                            <a:schemeClr val="tx2"/>
                          </a:solidFill>
                          <a:latin typeface="Arial" charset="0"/>
                          <a:ea typeface="ＭＳ Ｐゴシック" pitchFamily="-65" charset="-128"/>
                        </a:defRPr>
                      </a:lvl8pPr>
                      <a:lvl9pPr marL="1828800" eaLnBrk="0" fontAlgn="base" hangingPunct="0">
                        <a:spcBef>
                          <a:spcPts val="600"/>
                        </a:spcBef>
                        <a:spcAft>
                          <a:spcPct val="0"/>
                        </a:spcAft>
                        <a:defRPr sz="1600">
                          <a:solidFill>
                            <a:schemeClr val="tx2"/>
                          </a:solidFill>
                          <a:latin typeface="Arial" charset="0"/>
                          <a:ea typeface="ＭＳ Ｐゴシック" pitchFamily="-65"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pitchFamily="-65" charset="0"/>
                          <a:ea typeface="ＭＳ Ｐゴシック" pitchFamily="-65" charset="-128"/>
                        </a:rPr>
                        <a:t>0.020</a:t>
                      </a:r>
                      <a:endParaRPr kumimoji="0" lang="en-US" altLang="en-US" sz="1600" b="0" i="0" u="none" strike="noStrike" cap="none" normalizeH="0" baseline="0">
                        <a:ln>
                          <a:noFill/>
                        </a:ln>
                        <a:solidFill>
                          <a:schemeClr val="tx1"/>
                        </a:solidFill>
                        <a:effectLst/>
                        <a:latin typeface="Times New Roman" pitchFamily="-65" charset="0"/>
                        <a:ea typeface="Zapf Dingbats" pitchFamily="-65" charset="2"/>
                      </a:endParaRPr>
                    </a:p>
                  </a:txBody>
                  <a:tcPr horzOverflow="overflow">
                    <a:lnL w="12700" cap="flat" cmpd="sng" algn="ctr">
                      <a:solidFill>
                        <a:srgbClr val="C76402"/>
                      </a:solidFill>
                      <a:prstDash val="solid"/>
                      <a:round/>
                      <a:headEnd type="none" w="med" len="med"/>
                      <a:tailEnd type="none" w="med" len="med"/>
                    </a:lnL>
                    <a:lnR w="12700" cap="flat" cmpd="sng" algn="ctr">
                      <a:solidFill>
                        <a:srgbClr val="C76402"/>
                      </a:solidFill>
                      <a:prstDash val="solid"/>
                      <a:round/>
                      <a:headEnd type="none" w="med" len="med"/>
                      <a:tailEnd type="none" w="med" len="med"/>
                    </a:lnR>
                    <a:lnT w="25400" cap="flat" cmpd="sng" algn="ctr">
                      <a:solidFill>
                        <a:srgbClr val="C76402"/>
                      </a:solidFill>
                      <a:prstDash val="solid"/>
                      <a:round/>
                      <a:headEnd type="none" w="med" len="med"/>
                      <a:tailEnd type="none" w="med" len="med"/>
                    </a:lnT>
                    <a:lnB w="12700" cap="flat" cmpd="sng" algn="ctr">
                      <a:solidFill>
                        <a:srgbClr val="C76402"/>
                      </a:solidFill>
                      <a:prstDash val="solid"/>
                      <a:round/>
                      <a:headEnd type="none" w="med" len="med"/>
                      <a:tailEnd type="none" w="med" len="med"/>
                    </a:lnB>
                    <a:lnTlToBr>
                      <a:noFill/>
                    </a:lnTlToBr>
                    <a:lnBlToTr>
                      <a:noFill/>
                    </a:lnBlToTr>
                    <a:solidFill>
                      <a:srgbClr val="C76402">
                        <a:alpha val="20000"/>
                      </a:srgbClr>
                    </a:solidFill>
                  </a:tcPr>
                </a:tc>
                <a:tc>
                  <a:txBody>
                    <a:bodyPr/>
                    <a:lstStyle>
                      <a:lvl1pPr eaLnBrk="0" hangingPunct="0">
                        <a:spcBef>
                          <a:spcPts val="1800"/>
                        </a:spcBef>
                        <a:buClr>
                          <a:schemeClr val="accent1"/>
                        </a:buClr>
                        <a:buSzPct val="100000"/>
                        <a:buFont typeface="Wingdings 2" pitchFamily="-65" charset="2"/>
                        <a:defRPr>
                          <a:solidFill>
                            <a:schemeClr val="tx2"/>
                          </a:solidFill>
                          <a:latin typeface="Arial" charset="0"/>
                          <a:ea typeface="ＭＳ Ｐゴシック" pitchFamily="-65" charset="-128"/>
                        </a:defRPr>
                      </a:lvl1pPr>
                      <a:lvl2pPr marL="37931725" indent="-37474525" eaLnBrk="0" hangingPunct="0">
                        <a:spcBef>
                          <a:spcPts val="600"/>
                        </a:spcBef>
                        <a:buClr>
                          <a:srgbClr val="031B3C"/>
                        </a:buClr>
                        <a:buSzPct val="100000"/>
                        <a:buFont typeface="Wingdings 2" pitchFamily="-65" charset="2"/>
                        <a:defRPr sz="1600">
                          <a:solidFill>
                            <a:schemeClr val="tx2"/>
                          </a:solidFill>
                          <a:latin typeface="Arial" charset="0"/>
                          <a:ea typeface="ＭＳ Ｐゴシック" pitchFamily="-65" charset="-128"/>
                        </a:defRPr>
                      </a:lvl2pPr>
                      <a:lvl3pPr eaLnBrk="0" hangingPunct="0">
                        <a:spcBef>
                          <a:spcPts val="600"/>
                        </a:spcBef>
                        <a:defRPr sz="1600">
                          <a:solidFill>
                            <a:schemeClr val="tx2"/>
                          </a:solidFill>
                          <a:latin typeface="Arial" charset="0"/>
                          <a:ea typeface="ＭＳ Ｐゴシック" pitchFamily="-65" charset="-128"/>
                        </a:defRPr>
                      </a:lvl3pPr>
                      <a:lvl4pPr eaLnBrk="0" hangingPunct="0">
                        <a:spcBef>
                          <a:spcPts val="600"/>
                        </a:spcBef>
                        <a:defRPr sz="1600">
                          <a:solidFill>
                            <a:schemeClr val="tx2"/>
                          </a:solidFill>
                          <a:latin typeface="Arial" charset="0"/>
                          <a:ea typeface="ＭＳ Ｐゴシック" pitchFamily="-65" charset="-128"/>
                        </a:defRPr>
                      </a:lvl4pPr>
                      <a:lvl5pPr eaLnBrk="0" hangingPunct="0">
                        <a:spcBef>
                          <a:spcPts val="600"/>
                        </a:spcBef>
                        <a:defRPr sz="1600">
                          <a:solidFill>
                            <a:schemeClr val="tx2"/>
                          </a:solidFill>
                          <a:latin typeface="Arial" charset="0"/>
                          <a:ea typeface="ＭＳ Ｐゴシック" pitchFamily="-65" charset="-128"/>
                        </a:defRPr>
                      </a:lvl5pPr>
                      <a:lvl6pPr marL="457200" eaLnBrk="0" fontAlgn="base" hangingPunct="0">
                        <a:spcBef>
                          <a:spcPts val="600"/>
                        </a:spcBef>
                        <a:spcAft>
                          <a:spcPct val="0"/>
                        </a:spcAft>
                        <a:defRPr sz="1600">
                          <a:solidFill>
                            <a:schemeClr val="tx2"/>
                          </a:solidFill>
                          <a:latin typeface="Arial" charset="0"/>
                          <a:ea typeface="ＭＳ Ｐゴシック" pitchFamily="-65" charset="-128"/>
                        </a:defRPr>
                      </a:lvl6pPr>
                      <a:lvl7pPr marL="914400" eaLnBrk="0" fontAlgn="base" hangingPunct="0">
                        <a:spcBef>
                          <a:spcPts val="600"/>
                        </a:spcBef>
                        <a:spcAft>
                          <a:spcPct val="0"/>
                        </a:spcAft>
                        <a:defRPr sz="1600">
                          <a:solidFill>
                            <a:schemeClr val="tx2"/>
                          </a:solidFill>
                          <a:latin typeface="Arial" charset="0"/>
                          <a:ea typeface="ＭＳ Ｐゴシック" pitchFamily="-65" charset="-128"/>
                        </a:defRPr>
                      </a:lvl7pPr>
                      <a:lvl8pPr marL="1371600" eaLnBrk="0" fontAlgn="base" hangingPunct="0">
                        <a:spcBef>
                          <a:spcPts val="600"/>
                        </a:spcBef>
                        <a:spcAft>
                          <a:spcPct val="0"/>
                        </a:spcAft>
                        <a:defRPr sz="1600">
                          <a:solidFill>
                            <a:schemeClr val="tx2"/>
                          </a:solidFill>
                          <a:latin typeface="Arial" charset="0"/>
                          <a:ea typeface="ＭＳ Ｐゴシック" pitchFamily="-65" charset="-128"/>
                        </a:defRPr>
                      </a:lvl8pPr>
                      <a:lvl9pPr marL="1828800" eaLnBrk="0" fontAlgn="base" hangingPunct="0">
                        <a:spcBef>
                          <a:spcPts val="600"/>
                        </a:spcBef>
                        <a:spcAft>
                          <a:spcPct val="0"/>
                        </a:spcAft>
                        <a:defRPr sz="1600">
                          <a:solidFill>
                            <a:schemeClr val="tx2"/>
                          </a:solidFill>
                          <a:latin typeface="Arial" charset="0"/>
                          <a:ea typeface="ＭＳ Ｐゴシック" pitchFamily="-65"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pitchFamily="-65" charset="0"/>
                          <a:ea typeface="ＭＳ Ｐゴシック" pitchFamily="-65" charset="-128"/>
                          <a:cs typeface="Times New Roman" pitchFamily="-65" charset="0"/>
                        </a:rPr>
                        <a:t>0.038</a:t>
                      </a:r>
                    </a:p>
                  </a:txBody>
                  <a:tcPr horzOverflow="overflow">
                    <a:lnL w="12700" cap="flat" cmpd="sng" algn="ctr">
                      <a:solidFill>
                        <a:srgbClr val="C76402"/>
                      </a:solidFill>
                      <a:prstDash val="solid"/>
                      <a:round/>
                      <a:headEnd type="none" w="med" len="med"/>
                      <a:tailEnd type="none" w="med" len="med"/>
                    </a:lnL>
                    <a:lnR w="12700" cap="flat" cmpd="sng" algn="ctr">
                      <a:solidFill>
                        <a:srgbClr val="C76402"/>
                      </a:solidFill>
                      <a:prstDash val="solid"/>
                      <a:round/>
                      <a:headEnd type="none" w="med" len="med"/>
                      <a:tailEnd type="none" w="med" len="med"/>
                    </a:lnR>
                    <a:lnT w="25400" cap="flat" cmpd="sng" algn="ctr">
                      <a:solidFill>
                        <a:srgbClr val="C76402"/>
                      </a:solidFill>
                      <a:prstDash val="solid"/>
                      <a:round/>
                      <a:headEnd type="none" w="med" len="med"/>
                      <a:tailEnd type="none" w="med" len="med"/>
                    </a:lnT>
                    <a:lnB w="12700" cap="flat" cmpd="sng" algn="ctr">
                      <a:solidFill>
                        <a:srgbClr val="C76402"/>
                      </a:solidFill>
                      <a:prstDash val="solid"/>
                      <a:round/>
                      <a:headEnd type="none" w="med" len="med"/>
                      <a:tailEnd type="none" w="med" len="med"/>
                    </a:lnB>
                    <a:lnTlToBr>
                      <a:noFill/>
                    </a:lnTlToBr>
                    <a:lnBlToTr>
                      <a:noFill/>
                    </a:lnBlToTr>
                    <a:solidFill>
                      <a:srgbClr val="C76402">
                        <a:alpha val="20000"/>
                      </a:srgbClr>
                    </a:solidFill>
                  </a:tcPr>
                </a:tc>
                <a:tc>
                  <a:txBody>
                    <a:bodyPr/>
                    <a:lstStyle>
                      <a:lvl1pPr eaLnBrk="0" hangingPunct="0">
                        <a:spcBef>
                          <a:spcPts val="1800"/>
                        </a:spcBef>
                        <a:buClr>
                          <a:schemeClr val="accent1"/>
                        </a:buClr>
                        <a:buSzPct val="100000"/>
                        <a:buFont typeface="Wingdings 2" pitchFamily="-65" charset="2"/>
                        <a:defRPr>
                          <a:solidFill>
                            <a:schemeClr val="tx2"/>
                          </a:solidFill>
                          <a:latin typeface="Arial" charset="0"/>
                          <a:ea typeface="ＭＳ Ｐゴシック" pitchFamily="-65" charset="-128"/>
                        </a:defRPr>
                      </a:lvl1pPr>
                      <a:lvl2pPr marL="37931725" indent="-37474525" eaLnBrk="0" hangingPunct="0">
                        <a:spcBef>
                          <a:spcPts val="600"/>
                        </a:spcBef>
                        <a:buClr>
                          <a:srgbClr val="031B3C"/>
                        </a:buClr>
                        <a:buSzPct val="100000"/>
                        <a:buFont typeface="Wingdings 2" pitchFamily="-65" charset="2"/>
                        <a:defRPr sz="1600">
                          <a:solidFill>
                            <a:schemeClr val="tx2"/>
                          </a:solidFill>
                          <a:latin typeface="Arial" charset="0"/>
                          <a:ea typeface="ＭＳ Ｐゴシック" pitchFamily="-65" charset="-128"/>
                        </a:defRPr>
                      </a:lvl2pPr>
                      <a:lvl3pPr eaLnBrk="0" hangingPunct="0">
                        <a:spcBef>
                          <a:spcPts val="600"/>
                        </a:spcBef>
                        <a:defRPr sz="1600">
                          <a:solidFill>
                            <a:schemeClr val="tx2"/>
                          </a:solidFill>
                          <a:latin typeface="Arial" charset="0"/>
                          <a:ea typeface="ＭＳ Ｐゴシック" pitchFamily="-65" charset="-128"/>
                        </a:defRPr>
                      </a:lvl3pPr>
                      <a:lvl4pPr eaLnBrk="0" hangingPunct="0">
                        <a:spcBef>
                          <a:spcPts val="600"/>
                        </a:spcBef>
                        <a:defRPr sz="1600">
                          <a:solidFill>
                            <a:schemeClr val="tx2"/>
                          </a:solidFill>
                          <a:latin typeface="Arial" charset="0"/>
                          <a:ea typeface="ＭＳ Ｐゴシック" pitchFamily="-65" charset="-128"/>
                        </a:defRPr>
                      </a:lvl4pPr>
                      <a:lvl5pPr eaLnBrk="0" hangingPunct="0">
                        <a:spcBef>
                          <a:spcPts val="600"/>
                        </a:spcBef>
                        <a:defRPr sz="1600">
                          <a:solidFill>
                            <a:schemeClr val="tx2"/>
                          </a:solidFill>
                          <a:latin typeface="Arial" charset="0"/>
                          <a:ea typeface="ＭＳ Ｐゴシック" pitchFamily="-65" charset="-128"/>
                        </a:defRPr>
                      </a:lvl5pPr>
                      <a:lvl6pPr marL="457200" eaLnBrk="0" fontAlgn="base" hangingPunct="0">
                        <a:spcBef>
                          <a:spcPts val="600"/>
                        </a:spcBef>
                        <a:spcAft>
                          <a:spcPct val="0"/>
                        </a:spcAft>
                        <a:defRPr sz="1600">
                          <a:solidFill>
                            <a:schemeClr val="tx2"/>
                          </a:solidFill>
                          <a:latin typeface="Arial" charset="0"/>
                          <a:ea typeface="ＭＳ Ｐゴシック" pitchFamily="-65" charset="-128"/>
                        </a:defRPr>
                      </a:lvl6pPr>
                      <a:lvl7pPr marL="914400" eaLnBrk="0" fontAlgn="base" hangingPunct="0">
                        <a:spcBef>
                          <a:spcPts val="600"/>
                        </a:spcBef>
                        <a:spcAft>
                          <a:spcPct val="0"/>
                        </a:spcAft>
                        <a:defRPr sz="1600">
                          <a:solidFill>
                            <a:schemeClr val="tx2"/>
                          </a:solidFill>
                          <a:latin typeface="Arial" charset="0"/>
                          <a:ea typeface="ＭＳ Ｐゴシック" pitchFamily="-65" charset="-128"/>
                        </a:defRPr>
                      </a:lvl7pPr>
                      <a:lvl8pPr marL="1371600" eaLnBrk="0" fontAlgn="base" hangingPunct="0">
                        <a:spcBef>
                          <a:spcPts val="600"/>
                        </a:spcBef>
                        <a:spcAft>
                          <a:spcPct val="0"/>
                        </a:spcAft>
                        <a:defRPr sz="1600">
                          <a:solidFill>
                            <a:schemeClr val="tx2"/>
                          </a:solidFill>
                          <a:latin typeface="Arial" charset="0"/>
                          <a:ea typeface="ＭＳ Ｐゴシック" pitchFamily="-65" charset="-128"/>
                        </a:defRPr>
                      </a:lvl8pPr>
                      <a:lvl9pPr marL="1828800" eaLnBrk="0" fontAlgn="base" hangingPunct="0">
                        <a:spcBef>
                          <a:spcPts val="600"/>
                        </a:spcBef>
                        <a:spcAft>
                          <a:spcPct val="0"/>
                        </a:spcAft>
                        <a:defRPr sz="1600">
                          <a:solidFill>
                            <a:schemeClr val="tx2"/>
                          </a:solidFill>
                          <a:latin typeface="Arial" charset="0"/>
                          <a:ea typeface="ＭＳ Ｐゴシック" pitchFamily="-65"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pitchFamily="-65" charset="0"/>
                          <a:ea typeface="ＭＳ Ｐゴシック" pitchFamily="-65" charset="-128"/>
                          <a:cs typeface="Times New Roman" pitchFamily="-65" charset="0"/>
                        </a:rPr>
                        <a:t>0.099</a:t>
                      </a:r>
                    </a:p>
                  </a:txBody>
                  <a:tcPr horzOverflow="overflow">
                    <a:lnL w="12700" cap="flat" cmpd="sng" algn="ctr">
                      <a:solidFill>
                        <a:srgbClr val="C76402"/>
                      </a:solidFill>
                      <a:prstDash val="solid"/>
                      <a:round/>
                      <a:headEnd type="none" w="med" len="med"/>
                      <a:tailEnd type="none" w="med" len="med"/>
                    </a:lnL>
                    <a:lnR w="12700" cap="flat" cmpd="sng" algn="ctr">
                      <a:solidFill>
                        <a:srgbClr val="C76402"/>
                      </a:solidFill>
                      <a:prstDash val="solid"/>
                      <a:round/>
                      <a:headEnd type="none" w="med" len="med"/>
                      <a:tailEnd type="none" w="med" len="med"/>
                    </a:lnR>
                    <a:lnT w="25400" cap="flat" cmpd="sng" algn="ctr">
                      <a:solidFill>
                        <a:srgbClr val="C76402"/>
                      </a:solidFill>
                      <a:prstDash val="solid"/>
                      <a:round/>
                      <a:headEnd type="none" w="med" len="med"/>
                      <a:tailEnd type="none" w="med" len="med"/>
                    </a:lnT>
                    <a:lnB w="12700" cap="flat" cmpd="sng" algn="ctr">
                      <a:solidFill>
                        <a:srgbClr val="C76402"/>
                      </a:solidFill>
                      <a:prstDash val="solid"/>
                      <a:round/>
                      <a:headEnd type="none" w="med" len="med"/>
                      <a:tailEnd type="none" w="med" len="med"/>
                    </a:lnB>
                    <a:lnTlToBr>
                      <a:noFill/>
                    </a:lnTlToBr>
                    <a:lnBlToTr>
                      <a:noFill/>
                    </a:lnBlToTr>
                    <a:solidFill>
                      <a:srgbClr val="C76402">
                        <a:alpha val="20000"/>
                      </a:srgbClr>
                    </a:solidFill>
                  </a:tcPr>
                </a:tc>
                <a:tc>
                  <a:txBody>
                    <a:bodyPr/>
                    <a:lstStyle>
                      <a:lvl1pPr eaLnBrk="0" hangingPunct="0">
                        <a:spcBef>
                          <a:spcPts val="1800"/>
                        </a:spcBef>
                        <a:buClr>
                          <a:schemeClr val="accent1"/>
                        </a:buClr>
                        <a:buSzPct val="100000"/>
                        <a:buFont typeface="Wingdings 2" pitchFamily="-65" charset="2"/>
                        <a:defRPr>
                          <a:solidFill>
                            <a:schemeClr val="tx2"/>
                          </a:solidFill>
                          <a:latin typeface="Arial" charset="0"/>
                          <a:ea typeface="ＭＳ Ｐゴシック" pitchFamily="-65" charset="-128"/>
                        </a:defRPr>
                      </a:lvl1pPr>
                      <a:lvl2pPr marL="37931725" indent="-37474525" eaLnBrk="0" hangingPunct="0">
                        <a:spcBef>
                          <a:spcPts val="600"/>
                        </a:spcBef>
                        <a:buClr>
                          <a:srgbClr val="031B3C"/>
                        </a:buClr>
                        <a:buSzPct val="100000"/>
                        <a:buFont typeface="Wingdings 2" pitchFamily="-65" charset="2"/>
                        <a:defRPr sz="1600">
                          <a:solidFill>
                            <a:schemeClr val="tx2"/>
                          </a:solidFill>
                          <a:latin typeface="Arial" charset="0"/>
                          <a:ea typeface="ＭＳ Ｐゴシック" pitchFamily="-65" charset="-128"/>
                        </a:defRPr>
                      </a:lvl2pPr>
                      <a:lvl3pPr eaLnBrk="0" hangingPunct="0">
                        <a:spcBef>
                          <a:spcPts val="600"/>
                        </a:spcBef>
                        <a:defRPr sz="1600">
                          <a:solidFill>
                            <a:schemeClr val="tx2"/>
                          </a:solidFill>
                          <a:latin typeface="Arial" charset="0"/>
                          <a:ea typeface="ＭＳ Ｐゴシック" pitchFamily="-65" charset="-128"/>
                        </a:defRPr>
                      </a:lvl3pPr>
                      <a:lvl4pPr eaLnBrk="0" hangingPunct="0">
                        <a:spcBef>
                          <a:spcPts val="600"/>
                        </a:spcBef>
                        <a:defRPr sz="1600">
                          <a:solidFill>
                            <a:schemeClr val="tx2"/>
                          </a:solidFill>
                          <a:latin typeface="Arial" charset="0"/>
                          <a:ea typeface="ＭＳ Ｐゴシック" pitchFamily="-65" charset="-128"/>
                        </a:defRPr>
                      </a:lvl4pPr>
                      <a:lvl5pPr eaLnBrk="0" hangingPunct="0">
                        <a:spcBef>
                          <a:spcPts val="600"/>
                        </a:spcBef>
                        <a:defRPr sz="1600">
                          <a:solidFill>
                            <a:schemeClr val="tx2"/>
                          </a:solidFill>
                          <a:latin typeface="Arial" charset="0"/>
                          <a:ea typeface="ＭＳ Ｐゴシック" pitchFamily="-65" charset="-128"/>
                        </a:defRPr>
                      </a:lvl5pPr>
                      <a:lvl6pPr marL="457200" eaLnBrk="0" fontAlgn="base" hangingPunct="0">
                        <a:spcBef>
                          <a:spcPts val="600"/>
                        </a:spcBef>
                        <a:spcAft>
                          <a:spcPct val="0"/>
                        </a:spcAft>
                        <a:defRPr sz="1600">
                          <a:solidFill>
                            <a:schemeClr val="tx2"/>
                          </a:solidFill>
                          <a:latin typeface="Arial" charset="0"/>
                          <a:ea typeface="ＭＳ Ｐゴシック" pitchFamily="-65" charset="-128"/>
                        </a:defRPr>
                      </a:lvl6pPr>
                      <a:lvl7pPr marL="914400" eaLnBrk="0" fontAlgn="base" hangingPunct="0">
                        <a:spcBef>
                          <a:spcPts val="600"/>
                        </a:spcBef>
                        <a:spcAft>
                          <a:spcPct val="0"/>
                        </a:spcAft>
                        <a:defRPr sz="1600">
                          <a:solidFill>
                            <a:schemeClr val="tx2"/>
                          </a:solidFill>
                          <a:latin typeface="Arial" charset="0"/>
                          <a:ea typeface="ＭＳ Ｐゴシック" pitchFamily="-65" charset="-128"/>
                        </a:defRPr>
                      </a:lvl7pPr>
                      <a:lvl8pPr marL="1371600" eaLnBrk="0" fontAlgn="base" hangingPunct="0">
                        <a:spcBef>
                          <a:spcPts val="600"/>
                        </a:spcBef>
                        <a:spcAft>
                          <a:spcPct val="0"/>
                        </a:spcAft>
                        <a:defRPr sz="1600">
                          <a:solidFill>
                            <a:schemeClr val="tx2"/>
                          </a:solidFill>
                          <a:latin typeface="Arial" charset="0"/>
                          <a:ea typeface="ＭＳ Ｐゴシック" pitchFamily="-65" charset="-128"/>
                        </a:defRPr>
                      </a:lvl8pPr>
                      <a:lvl9pPr marL="1828800" eaLnBrk="0" fontAlgn="base" hangingPunct="0">
                        <a:spcBef>
                          <a:spcPts val="600"/>
                        </a:spcBef>
                        <a:spcAft>
                          <a:spcPct val="0"/>
                        </a:spcAft>
                        <a:defRPr sz="1600">
                          <a:solidFill>
                            <a:schemeClr val="tx2"/>
                          </a:solidFill>
                          <a:latin typeface="Arial" charset="0"/>
                          <a:ea typeface="ＭＳ Ｐゴシック" pitchFamily="-65"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pitchFamily="-65" charset="0"/>
                          <a:ea typeface="ＭＳ Ｐゴシック" pitchFamily="-65" charset="-128"/>
                          <a:cs typeface="Times New Roman" pitchFamily="-65" charset="0"/>
                        </a:rPr>
                        <a:t>0.319</a:t>
                      </a:r>
                    </a:p>
                  </a:txBody>
                  <a:tcPr horzOverflow="overflow">
                    <a:lnL w="12700" cap="flat" cmpd="sng" algn="ctr">
                      <a:solidFill>
                        <a:srgbClr val="C76402"/>
                      </a:solidFill>
                      <a:prstDash val="solid"/>
                      <a:round/>
                      <a:headEnd type="none" w="med" len="med"/>
                      <a:tailEnd type="none" w="med" len="med"/>
                    </a:lnL>
                    <a:lnR w="12700" cap="flat" cmpd="sng" algn="ctr">
                      <a:solidFill>
                        <a:srgbClr val="C76402"/>
                      </a:solidFill>
                      <a:prstDash val="solid"/>
                      <a:round/>
                      <a:headEnd type="none" w="med" len="med"/>
                      <a:tailEnd type="none" w="med" len="med"/>
                    </a:lnR>
                    <a:lnT w="25400" cap="flat" cmpd="sng" algn="ctr">
                      <a:solidFill>
                        <a:srgbClr val="C76402"/>
                      </a:solidFill>
                      <a:prstDash val="solid"/>
                      <a:round/>
                      <a:headEnd type="none" w="med" len="med"/>
                      <a:tailEnd type="none" w="med" len="med"/>
                    </a:lnT>
                    <a:lnB w="12700" cap="flat" cmpd="sng" algn="ctr">
                      <a:solidFill>
                        <a:srgbClr val="C76402"/>
                      </a:solidFill>
                      <a:prstDash val="solid"/>
                      <a:round/>
                      <a:headEnd type="none" w="med" len="med"/>
                      <a:tailEnd type="none" w="med" len="med"/>
                    </a:lnB>
                    <a:lnTlToBr>
                      <a:noFill/>
                    </a:lnTlToBr>
                    <a:lnBlToTr>
                      <a:noFill/>
                    </a:lnBlToTr>
                    <a:solidFill>
                      <a:srgbClr val="C76402">
                        <a:alpha val="20000"/>
                      </a:srgbClr>
                    </a:solidFill>
                  </a:tcPr>
                </a:tc>
                <a:tc>
                  <a:txBody>
                    <a:bodyPr/>
                    <a:lstStyle>
                      <a:lvl1pPr eaLnBrk="0" hangingPunct="0">
                        <a:spcBef>
                          <a:spcPts val="1800"/>
                        </a:spcBef>
                        <a:buClr>
                          <a:schemeClr val="accent1"/>
                        </a:buClr>
                        <a:buSzPct val="100000"/>
                        <a:buFont typeface="Wingdings 2" pitchFamily="-65" charset="2"/>
                        <a:defRPr>
                          <a:solidFill>
                            <a:schemeClr val="tx2"/>
                          </a:solidFill>
                          <a:latin typeface="Arial" charset="0"/>
                          <a:ea typeface="ＭＳ Ｐゴシック" pitchFamily="-65" charset="-128"/>
                        </a:defRPr>
                      </a:lvl1pPr>
                      <a:lvl2pPr marL="37931725" indent="-37474525" eaLnBrk="0" hangingPunct="0">
                        <a:spcBef>
                          <a:spcPts val="600"/>
                        </a:spcBef>
                        <a:buClr>
                          <a:srgbClr val="031B3C"/>
                        </a:buClr>
                        <a:buSzPct val="100000"/>
                        <a:buFont typeface="Wingdings 2" pitchFamily="-65" charset="2"/>
                        <a:defRPr sz="1600">
                          <a:solidFill>
                            <a:schemeClr val="tx2"/>
                          </a:solidFill>
                          <a:latin typeface="Arial" charset="0"/>
                          <a:ea typeface="ＭＳ Ｐゴシック" pitchFamily="-65" charset="-128"/>
                        </a:defRPr>
                      </a:lvl2pPr>
                      <a:lvl3pPr eaLnBrk="0" hangingPunct="0">
                        <a:spcBef>
                          <a:spcPts val="600"/>
                        </a:spcBef>
                        <a:defRPr sz="1600">
                          <a:solidFill>
                            <a:schemeClr val="tx2"/>
                          </a:solidFill>
                          <a:latin typeface="Arial" charset="0"/>
                          <a:ea typeface="ＭＳ Ｐゴシック" pitchFamily="-65" charset="-128"/>
                        </a:defRPr>
                      </a:lvl3pPr>
                      <a:lvl4pPr eaLnBrk="0" hangingPunct="0">
                        <a:spcBef>
                          <a:spcPts val="600"/>
                        </a:spcBef>
                        <a:defRPr sz="1600">
                          <a:solidFill>
                            <a:schemeClr val="tx2"/>
                          </a:solidFill>
                          <a:latin typeface="Arial" charset="0"/>
                          <a:ea typeface="ＭＳ Ｐゴシック" pitchFamily="-65" charset="-128"/>
                        </a:defRPr>
                      </a:lvl4pPr>
                      <a:lvl5pPr eaLnBrk="0" hangingPunct="0">
                        <a:spcBef>
                          <a:spcPts val="600"/>
                        </a:spcBef>
                        <a:defRPr sz="1600">
                          <a:solidFill>
                            <a:schemeClr val="tx2"/>
                          </a:solidFill>
                          <a:latin typeface="Arial" charset="0"/>
                          <a:ea typeface="ＭＳ Ｐゴシック" pitchFamily="-65" charset="-128"/>
                        </a:defRPr>
                      </a:lvl5pPr>
                      <a:lvl6pPr marL="457200" eaLnBrk="0" fontAlgn="base" hangingPunct="0">
                        <a:spcBef>
                          <a:spcPts val="600"/>
                        </a:spcBef>
                        <a:spcAft>
                          <a:spcPct val="0"/>
                        </a:spcAft>
                        <a:defRPr sz="1600">
                          <a:solidFill>
                            <a:schemeClr val="tx2"/>
                          </a:solidFill>
                          <a:latin typeface="Arial" charset="0"/>
                          <a:ea typeface="ＭＳ Ｐゴシック" pitchFamily="-65" charset="-128"/>
                        </a:defRPr>
                      </a:lvl6pPr>
                      <a:lvl7pPr marL="914400" eaLnBrk="0" fontAlgn="base" hangingPunct="0">
                        <a:spcBef>
                          <a:spcPts val="600"/>
                        </a:spcBef>
                        <a:spcAft>
                          <a:spcPct val="0"/>
                        </a:spcAft>
                        <a:defRPr sz="1600">
                          <a:solidFill>
                            <a:schemeClr val="tx2"/>
                          </a:solidFill>
                          <a:latin typeface="Arial" charset="0"/>
                          <a:ea typeface="ＭＳ Ｐゴシック" pitchFamily="-65" charset="-128"/>
                        </a:defRPr>
                      </a:lvl7pPr>
                      <a:lvl8pPr marL="1371600" eaLnBrk="0" fontAlgn="base" hangingPunct="0">
                        <a:spcBef>
                          <a:spcPts val="600"/>
                        </a:spcBef>
                        <a:spcAft>
                          <a:spcPct val="0"/>
                        </a:spcAft>
                        <a:defRPr sz="1600">
                          <a:solidFill>
                            <a:schemeClr val="tx2"/>
                          </a:solidFill>
                          <a:latin typeface="Arial" charset="0"/>
                          <a:ea typeface="ＭＳ Ｐゴシック" pitchFamily="-65" charset="-128"/>
                        </a:defRPr>
                      </a:lvl8pPr>
                      <a:lvl9pPr marL="1828800" eaLnBrk="0" fontAlgn="base" hangingPunct="0">
                        <a:spcBef>
                          <a:spcPts val="600"/>
                        </a:spcBef>
                        <a:spcAft>
                          <a:spcPct val="0"/>
                        </a:spcAft>
                        <a:defRPr sz="1600">
                          <a:solidFill>
                            <a:schemeClr val="tx2"/>
                          </a:solidFill>
                          <a:latin typeface="Arial" charset="0"/>
                          <a:ea typeface="ＭＳ Ｐゴシック" pitchFamily="-65"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pitchFamily="-65" charset="0"/>
                          <a:ea typeface="ＭＳ Ｐゴシック" pitchFamily="-65" charset="-128"/>
                          <a:cs typeface="Times New Roman" pitchFamily="-65" charset="0"/>
                        </a:rPr>
                        <a:t>0.437</a:t>
                      </a:r>
                    </a:p>
                  </a:txBody>
                  <a:tcPr horzOverflow="overflow">
                    <a:lnL w="12700" cap="flat" cmpd="sng" algn="ctr">
                      <a:solidFill>
                        <a:srgbClr val="C76402"/>
                      </a:solidFill>
                      <a:prstDash val="solid"/>
                      <a:round/>
                      <a:headEnd type="none" w="med" len="med"/>
                      <a:tailEnd type="none" w="med" len="med"/>
                    </a:lnL>
                    <a:lnR w="12700" cap="flat" cmpd="sng" algn="ctr">
                      <a:solidFill>
                        <a:srgbClr val="C76402"/>
                      </a:solidFill>
                      <a:prstDash val="solid"/>
                      <a:round/>
                      <a:headEnd type="none" w="med" len="med"/>
                      <a:tailEnd type="none" w="med" len="med"/>
                    </a:lnR>
                    <a:lnT w="25400" cap="flat" cmpd="sng" algn="ctr">
                      <a:solidFill>
                        <a:srgbClr val="C76402"/>
                      </a:solidFill>
                      <a:prstDash val="solid"/>
                      <a:round/>
                      <a:headEnd type="none" w="med" len="med"/>
                      <a:tailEnd type="none" w="med" len="med"/>
                    </a:lnT>
                    <a:lnB w="12700" cap="flat" cmpd="sng" algn="ctr">
                      <a:solidFill>
                        <a:srgbClr val="C76402"/>
                      </a:solidFill>
                      <a:prstDash val="solid"/>
                      <a:round/>
                      <a:headEnd type="none" w="med" len="med"/>
                      <a:tailEnd type="none" w="med" len="med"/>
                    </a:lnB>
                    <a:lnTlToBr>
                      <a:noFill/>
                    </a:lnTlToBr>
                    <a:lnBlToTr>
                      <a:noFill/>
                    </a:lnBlToTr>
                    <a:solidFill>
                      <a:srgbClr val="C76402">
                        <a:alpha val="20000"/>
                      </a:srgbClr>
                    </a:solidFill>
                  </a:tcPr>
                </a:tc>
                <a:tc>
                  <a:txBody>
                    <a:bodyPr/>
                    <a:lstStyle>
                      <a:lvl1pPr eaLnBrk="0" hangingPunct="0">
                        <a:spcBef>
                          <a:spcPts val="1800"/>
                        </a:spcBef>
                        <a:buClr>
                          <a:schemeClr val="accent1"/>
                        </a:buClr>
                        <a:buSzPct val="100000"/>
                        <a:buFont typeface="Wingdings 2" pitchFamily="-65" charset="2"/>
                        <a:defRPr>
                          <a:solidFill>
                            <a:schemeClr val="tx2"/>
                          </a:solidFill>
                          <a:latin typeface="Arial" charset="0"/>
                          <a:ea typeface="ＭＳ Ｐゴシック" pitchFamily="-65" charset="-128"/>
                        </a:defRPr>
                      </a:lvl1pPr>
                      <a:lvl2pPr marL="37931725" indent="-37474525" eaLnBrk="0" hangingPunct="0">
                        <a:spcBef>
                          <a:spcPts val="600"/>
                        </a:spcBef>
                        <a:buClr>
                          <a:srgbClr val="031B3C"/>
                        </a:buClr>
                        <a:buSzPct val="100000"/>
                        <a:buFont typeface="Wingdings 2" pitchFamily="-65" charset="2"/>
                        <a:defRPr sz="1600">
                          <a:solidFill>
                            <a:schemeClr val="tx2"/>
                          </a:solidFill>
                          <a:latin typeface="Arial" charset="0"/>
                          <a:ea typeface="ＭＳ Ｐゴシック" pitchFamily="-65" charset="-128"/>
                        </a:defRPr>
                      </a:lvl2pPr>
                      <a:lvl3pPr eaLnBrk="0" hangingPunct="0">
                        <a:spcBef>
                          <a:spcPts val="600"/>
                        </a:spcBef>
                        <a:defRPr sz="1600">
                          <a:solidFill>
                            <a:schemeClr val="tx2"/>
                          </a:solidFill>
                          <a:latin typeface="Arial" charset="0"/>
                          <a:ea typeface="ＭＳ Ｐゴシック" pitchFamily="-65" charset="-128"/>
                        </a:defRPr>
                      </a:lvl3pPr>
                      <a:lvl4pPr eaLnBrk="0" hangingPunct="0">
                        <a:spcBef>
                          <a:spcPts val="600"/>
                        </a:spcBef>
                        <a:defRPr sz="1600">
                          <a:solidFill>
                            <a:schemeClr val="tx2"/>
                          </a:solidFill>
                          <a:latin typeface="Arial" charset="0"/>
                          <a:ea typeface="ＭＳ Ｐゴシック" pitchFamily="-65" charset="-128"/>
                        </a:defRPr>
                      </a:lvl4pPr>
                      <a:lvl5pPr eaLnBrk="0" hangingPunct="0">
                        <a:spcBef>
                          <a:spcPts val="600"/>
                        </a:spcBef>
                        <a:defRPr sz="1600">
                          <a:solidFill>
                            <a:schemeClr val="tx2"/>
                          </a:solidFill>
                          <a:latin typeface="Arial" charset="0"/>
                          <a:ea typeface="ＭＳ Ｐゴシック" pitchFamily="-65" charset="-128"/>
                        </a:defRPr>
                      </a:lvl5pPr>
                      <a:lvl6pPr marL="457200" eaLnBrk="0" fontAlgn="base" hangingPunct="0">
                        <a:spcBef>
                          <a:spcPts val="600"/>
                        </a:spcBef>
                        <a:spcAft>
                          <a:spcPct val="0"/>
                        </a:spcAft>
                        <a:defRPr sz="1600">
                          <a:solidFill>
                            <a:schemeClr val="tx2"/>
                          </a:solidFill>
                          <a:latin typeface="Arial" charset="0"/>
                          <a:ea typeface="ＭＳ Ｐゴシック" pitchFamily="-65" charset="-128"/>
                        </a:defRPr>
                      </a:lvl6pPr>
                      <a:lvl7pPr marL="914400" eaLnBrk="0" fontAlgn="base" hangingPunct="0">
                        <a:spcBef>
                          <a:spcPts val="600"/>
                        </a:spcBef>
                        <a:spcAft>
                          <a:spcPct val="0"/>
                        </a:spcAft>
                        <a:defRPr sz="1600">
                          <a:solidFill>
                            <a:schemeClr val="tx2"/>
                          </a:solidFill>
                          <a:latin typeface="Arial" charset="0"/>
                          <a:ea typeface="ＭＳ Ｐゴシック" pitchFamily="-65" charset="-128"/>
                        </a:defRPr>
                      </a:lvl7pPr>
                      <a:lvl8pPr marL="1371600" eaLnBrk="0" fontAlgn="base" hangingPunct="0">
                        <a:spcBef>
                          <a:spcPts val="600"/>
                        </a:spcBef>
                        <a:spcAft>
                          <a:spcPct val="0"/>
                        </a:spcAft>
                        <a:defRPr sz="1600">
                          <a:solidFill>
                            <a:schemeClr val="tx2"/>
                          </a:solidFill>
                          <a:latin typeface="Arial" charset="0"/>
                          <a:ea typeface="ＭＳ Ｐゴシック" pitchFamily="-65" charset="-128"/>
                        </a:defRPr>
                      </a:lvl8pPr>
                      <a:lvl9pPr marL="1828800" eaLnBrk="0" fontAlgn="base" hangingPunct="0">
                        <a:spcBef>
                          <a:spcPts val="600"/>
                        </a:spcBef>
                        <a:spcAft>
                          <a:spcPct val="0"/>
                        </a:spcAft>
                        <a:defRPr sz="1600">
                          <a:solidFill>
                            <a:schemeClr val="tx2"/>
                          </a:solidFill>
                          <a:latin typeface="Arial" charset="0"/>
                          <a:ea typeface="ＭＳ Ｐゴシック" pitchFamily="-65"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itchFamily="-65" charset="0"/>
                          <a:ea typeface="ＭＳ Ｐゴシック" pitchFamily="-65" charset="-128"/>
                          <a:cs typeface="Times New Roman" pitchFamily="-65" charset="0"/>
                        </a:rPr>
                        <a:t>0.053</a:t>
                      </a:r>
                    </a:p>
                  </a:txBody>
                  <a:tcPr horzOverflow="overflow">
                    <a:lnL w="12700" cap="flat" cmpd="sng" algn="ctr">
                      <a:solidFill>
                        <a:srgbClr val="C76402"/>
                      </a:solidFill>
                      <a:prstDash val="solid"/>
                      <a:round/>
                      <a:headEnd type="none" w="med" len="med"/>
                      <a:tailEnd type="none" w="med" len="med"/>
                    </a:lnL>
                    <a:lnR w="12700" cap="flat" cmpd="sng" algn="ctr">
                      <a:solidFill>
                        <a:srgbClr val="C76402"/>
                      </a:solidFill>
                      <a:prstDash val="solid"/>
                      <a:round/>
                      <a:headEnd type="none" w="med" len="med"/>
                      <a:tailEnd type="none" w="med" len="med"/>
                    </a:lnR>
                    <a:lnT w="25400" cap="flat" cmpd="sng" algn="ctr">
                      <a:solidFill>
                        <a:srgbClr val="C76402"/>
                      </a:solidFill>
                      <a:prstDash val="solid"/>
                      <a:round/>
                      <a:headEnd type="none" w="med" len="med"/>
                      <a:tailEnd type="none" w="med" len="med"/>
                    </a:lnT>
                    <a:lnB w="12700" cap="flat" cmpd="sng" algn="ctr">
                      <a:solidFill>
                        <a:srgbClr val="C76402"/>
                      </a:solidFill>
                      <a:prstDash val="solid"/>
                      <a:round/>
                      <a:headEnd type="none" w="med" len="med"/>
                      <a:tailEnd type="none" w="med" len="med"/>
                    </a:lnB>
                    <a:lnTlToBr>
                      <a:noFill/>
                    </a:lnTlToBr>
                    <a:lnBlToTr>
                      <a:noFill/>
                    </a:lnBlToTr>
                    <a:solidFill>
                      <a:srgbClr val="C76402">
                        <a:alpha val="20000"/>
                      </a:srgbClr>
                    </a:solidFill>
                  </a:tcPr>
                </a:tc>
                <a:extLst>
                  <a:ext uri="{0D108BD9-81ED-4DB2-BD59-A6C34878D82A}">
                    <a16:rowId xmlns:a16="http://schemas.microsoft.com/office/drawing/2014/main" xmlns="" val="10001"/>
                  </a:ext>
                </a:extLst>
              </a:tr>
            </a:tbl>
          </a:graphicData>
        </a:graphic>
      </p:graphicFrame>
      <p:sp>
        <p:nvSpPr>
          <p:cNvPr id="9" name="TextBox 8"/>
          <p:cNvSpPr txBox="1">
            <a:spLocks noChangeArrowheads="1"/>
          </p:cNvSpPr>
          <p:nvPr/>
        </p:nvSpPr>
        <p:spPr bwMode="auto">
          <a:xfrm>
            <a:off x="57150" y="3506752"/>
            <a:ext cx="2508250"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defTabSz="457200" fontAlgn="base">
              <a:spcBef>
                <a:spcPct val="0"/>
              </a:spcBef>
              <a:spcAft>
                <a:spcPct val="0"/>
              </a:spcAft>
            </a:pPr>
            <a:r>
              <a:rPr lang="en-US" sz="1800" dirty="0">
                <a:solidFill>
                  <a:prstClr val="black"/>
                </a:solidFill>
              </a:rPr>
              <a:t>a. All probabilities are between 0 and 1, and they add up to 1. </a:t>
            </a:r>
          </a:p>
          <a:p>
            <a:pPr defTabSz="457200" fontAlgn="base">
              <a:spcBef>
                <a:spcPct val="0"/>
              </a:spcBef>
              <a:spcAft>
                <a:spcPct val="0"/>
              </a:spcAft>
            </a:pPr>
            <a:r>
              <a:rPr lang="en-US" sz="1800" dirty="0">
                <a:solidFill>
                  <a:prstClr val="black"/>
                </a:solidFill>
              </a:rPr>
              <a:t>This is a legitimate probability distribution. </a:t>
            </a:r>
          </a:p>
        </p:txBody>
      </p:sp>
      <p:pic>
        <p:nvPicPr>
          <p:cNvPr id="8" name="Picture 7" descr="A histogram of probability versus Apgar score."/>
          <p:cNvPicPr>
            <a:picLocks noChangeAspect="1"/>
          </p:cNvPicPr>
          <p:nvPr/>
        </p:nvPicPr>
        <p:blipFill rotWithShape="1">
          <a:blip r:embed="rId2" cstate="print">
            <a:extLst>
              <a:ext uri="{28A0092B-C50C-407E-A947-70E740481C1C}">
                <a14:useLocalDpi xmlns:a14="http://schemas.microsoft.com/office/drawing/2010/main" val="0"/>
              </a:ext>
            </a:extLst>
          </a:blip>
          <a:srcRect t="21" b="21"/>
          <a:stretch/>
        </p:blipFill>
        <p:spPr bwMode="auto">
          <a:xfrm>
            <a:off x="2781300" y="3143215"/>
            <a:ext cx="3613150" cy="2589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Box 9"/>
          <p:cNvSpPr txBox="1">
            <a:spLocks noChangeArrowheads="1"/>
          </p:cNvSpPr>
          <p:nvPr/>
        </p:nvSpPr>
        <p:spPr bwMode="auto">
          <a:xfrm>
            <a:off x="57150" y="5806418"/>
            <a:ext cx="8204200" cy="922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just" defTabSz="457200" fontAlgn="base">
              <a:spcBef>
                <a:spcPct val="0"/>
              </a:spcBef>
              <a:spcAft>
                <a:spcPct val="0"/>
              </a:spcAft>
            </a:pPr>
            <a:r>
              <a:rPr lang="en-US" sz="1800" dirty="0">
                <a:solidFill>
                  <a:prstClr val="black"/>
                </a:solidFill>
              </a:rPr>
              <a:t>b. The left-skewed shape of the distribution suggests that a randomly selected newborn will have an Apgar score at the high end of the scale. There is a small chance of getting a baby with a score of 5 or lower.</a:t>
            </a:r>
          </a:p>
        </p:txBody>
      </p:sp>
      <p:sp>
        <p:nvSpPr>
          <p:cNvPr id="11" name="TextBox 10"/>
          <p:cNvSpPr txBox="1">
            <a:spLocks noChangeArrowheads="1"/>
          </p:cNvSpPr>
          <p:nvPr/>
        </p:nvSpPr>
        <p:spPr bwMode="auto">
          <a:xfrm>
            <a:off x="6762750" y="3544852"/>
            <a:ext cx="2260600"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defTabSz="457200" fontAlgn="base">
              <a:spcBef>
                <a:spcPct val="0"/>
              </a:spcBef>
              <a:spcAft>
                <a:spcPct val="0"/>
              </a:spcAft>
            </a:pPr>
            <a:r>
              <a:rPr lang="en-US" sz="1800" dirty="0">
                <a:solidFill>
                  <a:prstClr val="black"/>
                </a:solidFill>
              </a:rPr>
              <a:t>c. </a:t>
            </a:r>
            <a:r>
              <a:rPr lang="en-US" sz="1800" i="1" dirty="0">
                <a:solidFill>
                  <a:prstClr val="black"/>
                </a:solidFill>
              </a:rPr>
              <a:t>P</a:t>
            </a:r>
            <a:r>
              <a:rPr lang="en-US" sz="1800" dirty="0">
                <a:solidFill>
                  <a:prstClr val="black"/>
                </a:solidFill>
              </a:rPr>
              <a:t>(</a:t>
            </a:r>
            <a:r>
              <a:rPr lang="en-US" sz="1800" i="1" dirty="0">
                <a:solidFill>
                  <a:prstClr val="black"/>
                </a:solidFill>
              </a:rPr>
              <a:t>X</a:t>
            </a:r>
            <a:r>
              <a:rPr lang="en-US" sz="1800" dirty="0">
                <a:solidFill>
                  <a:prstClr val="black"/>
                </a:solidFill>
              </a:rPr>
              <a:t> ≥ 7) = 0.908,</a:t>
            </a:r>
          </a:p>
          <a:p>
            <a:pPr defTabSz="457200" fontAlgn="base">
              <a:spcBef>
                <a:spcPct val="0"/>
              </a:spcBef>
              <a:spcAft>
                <a:spcPct val="0"/>
              </a:spcAft>
            </a:pPr>
            <a:r>
              <a:rPr lang="en-US" sz="1800" dirty="0">
                <a:solidFill>
                  <a:prstClr val="black"/>
                </a:solidFill>
              </a:rPr>
              <a:t>so there is a 91% chance of randomly choosing a healthy baby.</a:t>
            </a:r>
          </a:p>
        </p:txBody>
      </p:sp>
      <p:grpSp>
        <p:nvGrpSpPr>
          <p:cNvPr id="12" name="Group 18" descr="Values 7 through 10 are highlighted on the table."/>
          <p:cNvGrpSpPr>
            <a:grpSpLocks/>
          </p:cNvGrpSpPr>
          <p:nvPr/>
        </p:nvGrpSpPr>
        <p:grpSpPr bwMode="auto">
          <a:xfrm>
            <a:off x="6267450" y="2732052"/>
            <a:ext cx="2730500" cy="817562"/>
            <a:chOff x="6337300" y="2857500"/>
            <a:chExt cx="2730500" cy="817613"/>
          </a:xfrm>
        </p:grpSpPr>
        <p:sp>
          <p:nvSpPr>
            <p:cNvPr id="13" name="Rectangle 12"/>
            <p:cNvSpPr/>
            <p:nvPr/>
          </p:nvSpPr>
          <p:spPr>
            <a:xfrm>
              <a:off x="6337300" y="2857500"/>
              <a:ext cx="2730500" cy="360414"/>
            </a:xfrm>
            <a:prstGeom prst="rect">
              <a:avLst/>
            </a:prstGeom>
            <a:solidFill>
              <a:srgbClr val="FFF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defTabSz="457200" fontAlgn="base">
                <a:spcBef>
                  <a:spcPct val="0"/>
                </a:spcBef>
                <a:spcAft>
                  <a:spcPct val="0"/>
                </a:spcAft>
                <a:defRPr/>
              </a:pPr>
              <a:endParaRPr lang="en-US">
                <a:solidFill>
                  <a:prstClr val="white"/>
                </a:solidFill>
              </a:endParaRPr>
            </a:p>
          </p:txBody>
        </p:sp>
        <p:sp>
          <p:nvSpPr>
            <p:cNvPr id="14" name="Right Brace 13"/>
            <p:cNvSpPr/>
            <p:nvPr/>
          </p:nvSpPr>
          <p:spPr>
            <a:xfrm rot="5400000">
              <a:off x="7543787" y="2341601"/>
              <a:ext cx="406425" cy="2260600"/>
            </a:xfrm>
            <a:prstGeom prst="rightBrace">
              <a:avLst/>
            </a:prstGeom>
            <a:ln w="41275" cap="flat" cmpd="sng" algn="ctr">
              <a:solidFill>
                <a:schemeClr val="accent3"/>
              </a:solidFill>
              <a:prstDash val="solid"/>
              <a:round/>
              <a:headEnd type="none" w="med" len="med"/>
              <a:tailEnd type="none" w="med" len="med"/>
            </a:ln>
          </p:spPr>
          <p:style>
            <a:lnRef idx="2">
              <a:schemeClr val="accent3"/>
            </a:lnRef>
            <a:fillRef idx="1">
              <a:schemeClr val="lt1"/>
            </a:fillRef>
            <a:effectRef idx="0">
              <a:schemeClr val="accent3"/>
            </a:effectRef>
            <a:fontRef idx="minor">
              <a:schemeClr val="dk1"/>
            </a:fontRef>
          </p:style>
          <p:txBody>
            <a:bodyPr anchor="ctr"/>
            <a:lstStyle/>
            <a:p>
              <a:pPr algn="ctr" defTabSz="457200" fontAlgn="base">
                <a:spcBef>
                  <a:spcPct val="0"/>
                </a:spcBef>
                <a:spcAft>
                  <a:spcPct val="0"/>
                </a:spcAft>
                <a:defRPr/>
              </a:pPr>
              <a:endParaRPr lang="en-US">
                <a:solidFill>
                  <a:prstClr val="black"/>
                </a:solidFill>
              </a:endParaRPr>
            </a:p>
          </p:txBody>
        </p:sp>
      </p:grpSp>
      <p:sp>
        <p:nvSpPr>
          <p:cNvPr id="16" name="Slide Number Placeholder 2"/>
          <p:cNvSpPr txBox="1">
            <a:spLocks/>
          </p:cNvSpPr>
          <p:nvPr/>
        </p:nvSpPr>
        <p:spPr bwMode="auto">
          <a:xfrm>
            <a:off x="8439150" y="6071500"/>
            <a:ext cx="5080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defTabSz="457200" rtl="0" eaLnBrk="1" fontAlgn="base" hangingPunct="1">
              <a:spcBef>
                <a:spcPct val="0"/>
              </a:spcBef>
              <a:spcAft>
                <a:spcPct val="0"/>
              </a:spcAft>
              <a:defRPr sz="2400" b="1" kern="1200">
                <a:solidFill>
                  <a:schemeClr val="tx1"/>
                </a:solidFill>
                <a:latin typeface="Arial" pitchFamily="34" charset="0"/>
                <a:ea typeface="ＭＳ Ｐゴシック" pitchFamily="34" charset="-128"/>
                <a:cs typeface="+mn-cs"/>
              </a:defRPr>
            </a:lvl1pPr>
            <a:lvl2pPr marL="742950" indent="-285750" algn="l" defTabSz="457200" rtl="0" eaLnBrk="0" fontAlgn="base" hangingPunct="0">
              <a:spcBef>
                <a:spcPct val="0"/>
              </a:spcBef>
              <a:spcAft>
                <a:spcPct val="0"/>
              </a:spcAft>
              <a:defRPr sz="2400" kern="1200">
                <a:solidFill>
                  <a:schemeClr val="tx1"/>
                </a:solidFill>
                <a:latin typeface="Arial" pitchFamily="34" charset="0"/>
                <a:ea typeface="ＭＳ Ｐゴシック" pitchFamily="34" charset="-128"/>
                <a:cs typeface="+mn-cs"/>
              </a:defRPr>
            </a:lvl2pPr>
            <a:lvl3pPr marL="1143000" indent="-228600" algn="l" defTabSz="457200" rtl="0" eaLnBrk="0" fontAlgn="base" hangingPunct="0">
              <a:spcBef>
                <a:spcPct val="0"/>
              </a:spcBef>
              <a:spcAft>
                <a:spcPct val="0"/>
              </a:spcAft>
              <a:defRPr sz="2400" kern="1200">
                <a:solidFill>
                  <a:schemeClr val="tx1"/>
                </a:solidFill>
                <a:latin typeface="Arial" pitchFamily="34" charset="0"/>
                <a:ea typeface="ＭＳ Ｐゴシック" pitchFamily="34" charset="-128"/>
                <a:cs typeface="+mn-cs"/>
              </a:defRPr>
            </a:lvl3pPr>
            <a:lvl4pPr marL="1600200" indent="-228600" algn="l" defTabSz="457200" rtl="0" eaLnBrk="0" fontAlgn="base" hangingPunct="0">
              <a:spcBef>
                <a:spcPct val="0"/>
              </a:spcBef>
              <a:spcAft>
                <a:spcPct val="0"/>
              </a:spcAft>
              <a:defRPr sz="2400" kern="1200">
                <a:solidFill>
                  <a:schemeClr val="tx1"/>
                </a:solidFill>
                <a:latin typeface="Arial" pitchFamily="34" charset="0"/>
                <a:ea typeface="ＭＳ Ｐゴシック" pitchFamily="34" charset="-128"/>
                <a:cs typeface="+mn-cs"/>
              </a:defRPr>
            </a:lvl4pPr>
            <a:lvl5pPr marL="2057400" indent="-228600" algn="l" defTabSz="457200" rtl="0" eaLnBrk="0" fontAlgn="base" hangingPunct="0">
              <a:spcBef>
                <a:spcPct val="0"/>
              </a:spcBef>
              <a:spcAft>
                <a:spcPct val="0"/>
              </a:spcAft>
              <a:defRPr sz="2400" kern="1200">
                <a:solidFill>
                  <a:schemeClr val="tx1"/>
                </a:solidFill>
                <a:latin typeface="Arial" pitchFamily="34" charset="0"/>
                <a:ea typeface="ＭＳ Ｐゴシック" pitchFamily="34" charset="-128"/>
                <a:cs typeface="+mn-cs"/>
              </a:defRPr>
            </a:lvl5pPr>
            <a:lvl6pPr marL="2514600" indent="-228600" algn="l" defTabSz="457200" rtl="0" eaLnBrk="0" fontAlgn="base" latinLnBrk="0" hangingPunct="0">
              <a:spcBef>
                <a:spcPct val="0"/>
              </a:spcBef>
              <a:spcAft>
                <a:spcPct val="0"/>
              </a:spcAft>
              <a:defRPr sz="2400" kern="1200">
                <a:solidFill>
                  <a:schemeClr val="tx1"/>
                </a:solidFill>
                <a:latin typeface="Arial" pitchFamily="34" charset="0"/>
                <a:ea typeface="ＭＳ Ｐゴシック" pitchFamily="34" charset="-128"/>
                <a:cs typeface="+mn-cs"/>
              </a:defRPr>
            </a:lvl6pPr>
            <a:lvl7pPr marL="2971800" indent="-228600" algn="l" defTabSz="457200" rtl="0" eaLnBrk="0" fontAlgn="base" latinLnBrk="0" hangingPunct="0">
              <a:spcBef>
                <a:spcPct val="0"/>
              </a:spcBef>
              <a:spcAft>
                <a:spcPct val="0"/>
              </a:spcAft>
              <a:defRPr sz="2400" kern="1200">
                <a:solidFill>
                  <a:schemeClr val="tx1"/>
                </a:solidFill>
                <a:latin typeface="Arial" pitchFamily="34" charset="0"/>
                <a:ea typeface="ＭＳ Ｐゴシック" pitchFamily="34" charset="-128"/>
                <a:cs typeface="+mn-cs"/>
              </a:defRPr>
            </a:lvl7pPr>
            <a:lvl8pPr marL="3429000" indent="-228600" algn="l" defTabSz="457200" rtl="0" eaLnBrk="0" fontAlgn="base" latinLnBrk="0" hangingPunct="0">
              <a:spcBef>
                <a:spcPct val="0"/>
              </a:spcBef>
              <a:spcAft>
                <a:spcPct val="0"/>
              </a:spcAft>
              <a:defRPr sz="2400" kern="1200">
                <a:solidFill>
                  <a:schemeClr val="tx1"/>
                </a:solidFill>
                <a:latin typeface="Arial" pitchFamily="34" charset="0"/>
                <a:ea typeface="ＭＳ Ｐゴシック" pitchFamily="34" charset="-128"/>
                <a:cs typeface="+mn-cs"/>
              </a:defRPr>
            </a:lvl8pPr>
            <a:lvl9pPr marL="3886200" indent="-228600" algn="l" defTabSz="457200" rtl="0" eaLnBrk="0" fontAlgn="base" latinLnBrk="0" hangingPunct="0">
              <a:spcBef>
                <a:spcPct val="0"/>
              </a:spcBef>
              <a:spcAft>
                <a:spcPct val="0"/>
              </a:spcAft>
              <a:defRPr sz="2400" kern="1200">
                <a:solidFill>
                  <a:schemeClr val="tx1"/>
                </a:solidFill>
                <a:latin typeface="Arial" pitchFamily="34" charset="0"/>
                <a:ea typeface="ＭＳ Ｐゴシック" pitchFamily="34" charset="-128"/>
                <a:cs typeface="+mn-cs"/>
              </a:defRPr>
            </a:lvl9pPr>
          </a:lstStyle>
          <a:p>
            <a:fld id="{6F528BF1-04CC-44E0-A0F8-9F51E5D04A32}" type="slidenum">
              <a:rPr lang="en-US" sz="1200" smtClean="0">
                <a:solidFill>
                  <a:srgbClr val="073779"/>
                </a:solidFill>
              </a:rPr>
              <a:pPr/>
              <a:t>27</a:t>
            </a:fld>
            <a:endParaRPr lang="en-US" sz="1200" dirty="0">
              <a:solidFill>
                <a:srgbClr val="073779"/>
              </a:solidFill>
            </a:endParaRPr>
          </a:p>
        </p:txBody>
      </p:sp>
    </p:spTree>
    <p:extLst>
      <p:ext uri="{BB962C8B-B14F-4D97-AF65-F5344CB8AC3E}">
        <p14:creationId xmlns:p14="http://schemas.microsoft.com/office/powerpoint/2010/main" val="8117124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10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10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1000"/>
                                        <p:tgtEl>
                                          <p:spTgt spid="12"/>
                                        </p:tgtEl>
                                      </p:cBhvr>
                                    </p:animEffect>
                                  </p:childTnLst>
                                </p:cTn>
                              </p:par>
                            </p:childTnLst>
                          </p:cTn>
                        </p:par>
                        <p:par>
                          <p:cTn id="23" fill="hold">
                            <p:stCondLst>
                              <p:cond delay="1000"/>
                            </p:stCondLst>
                            <p:childTnLst>
                              <p:par>
                                <p:cTn id="24" presetID="10" presetClass="entr" presetSubtype="0" fill="hold" grpId="0" nodeType="after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4625" y="154305"/>
            <a:ext cx="7772400" cy="1143000"/>
          </a:xfrm>
        </p:spPr>
        <p:txBody>
          <a:bodyPr/>
          <a:lstStyle/>
          <a:p>
            <a:r>
              <a:rPr lang="en-US" dirty="0">
                <a:solidFill>
                  <a:srgbClr val="073779"/>
                </a:solidFill>
              </a:rPr>
              <a:t>Example: Apgar Scores―What</a:t>
            </a:r>
            <a:r>
              <a:rPr lang="en-US" altLang="en-US" dirty="0">
                <a:solidFill>
                  <a:srgbClr val="073779"/>
                </a:solidFill>
              </a:rPr>
              <a:t>’</a:t>
            </a:r>
            <a:r>
              <a:rPr lang="en-US" dirty="0">
                <a:solidFill>
                  <a:srgbClr val="073779"/>
                </a:solidFill>
              </a:rPr>
              <a:t>s Typical?</a:t>
            </a:r>
            <a:endParaRPr lang="en-US" dirty="0"/>
          </a:p>
        </p:txBody>
      </p:sp>
      <p:sp>
        <p:nvSpPr>
          <p:cNvPr id="4" name="Slide Number Placeholder 3"/>
          <p:cNvSpPr>
            <a:spLocks noGrp="1"/>
          </p:cNvSpPr>
          <p:nvPr>
            <p:ph type="sldNum" sz="quarter" idx="12"/>
          </p:nvPr>
        </p:nvSpPr>
        <p:spPr/>
        <p:txBody>
          <a:bodyPr/>
          <a:lstStyle/>
          <a:p>
            <a:fld id="{455A1ED8-04CA-4908-B4EA-CA0DA15D048B}" type="slidenum">
              <a:rPr lang="en-US" smtClean="0"/>
              <a:pPr/>
              <a:t>28</a:t>
            </a:fld>
            <a:endParaRPr lang="en-US"/>
          </a:p>
        </p:txBody>
      </p:sp>
      <p:sp>
        <p:nvSpPr>
          <p:cNvPr id="5" name="Vertical Text Placeholder 2"/>
          <p:cNvSpPr txBox="1">
            <a:spLocks/>
          </p:cNvSpPr>
          <p:nvPr/>
        </p:nvSpPr>
        <p:spPr bwMode="auto">
          <a:xfrm>
            <a:off x="165401" y="1457686"/>
            <a:ext cx="8877300" cy="1028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0" fontAlgn="base" hangingPunct="0">
              <a:spcBef>
                <a:spcPts val="1800"/>
              </a:spcBef>
              <a:spcAft>
                <a:spcPct val="0"/>
              </a:spcAft>
              <a:buClr>
                <a:schemeClr val="accent1"/>
              </a:buClr>
              <a:buSzPct val="100000"/>
              <a:buFont typeface="Wingdings 2" pitchFamily="18" charset="2"/>
              <a:buChar char="¡"/>
              <a:defRPr sz="2000" kern="1200">
                <a:solidFill>
                  <a:schemeClr val="tx2"/>
                </a:solidFill>
                <a:latin typeface="+mn-lt"/>
                <a:ea typeface="ＭＳ Ｐゴシック" pitchFamily="-1" charset="-128"/>
                <a:cs typeface="ＭＳ Ｐゴシック" pitchFamily="-1" charset="-128"/>
              </a:defRPr>
            </a:lvl1pPr>
            <a:lvl2pPr marL="457200" indent="-228600" algn="l" rtl="0" eaLnBrk="0" fontAlgn="base" hangingPunct="0">
              <a:spcBef>
                <a:spcPts val="600"/>
              </a:spcBef>
              <a:spcAft>
                <a:spcPct val="0"/>
              </a:spcAft>
              <a:buClr>
                <a:srgbClr val="031B3C"/>
              </a:buClr>
              <a:buSzPct val="100000"/>
              <a:buFont typeface="Wingdings 2" pitchFamily="18" charset="2"/>
              <a:buChar char="¡"/>
              <a:defRPr kern="1200">
                <a:solidFill>
                  <a:schemeClr val="tx2"/>
                </a:solidFill>
                <a:latin typeface="+mn-lt"/>
                <a:ea typeface="ＭＳ Ｐゴシック" pitchFamily="-1" charset="-128"/>
                <a:cs typeface="+mn-cs"/>
              </a:defRPr>
            </a:lvl2pPr>
            <a:lvl3pPr marL="685800" indent="-228600" algn="l" rtl="0" eaLnBrk="0" fontAlgn="base" hangingPunct="0">
              <a:spcBef>
                <a:spcPts val="600"/>
              </a:spcBef>
              <a:spcAft>
                <a:spcPct val="0"/>
              </a:spcAft>
              <a:buClr>
                <a:schemeClr val="accent1"/>
              </a:buClr>
              <a:buSzPct val="100000"/>
              <a:buFont typeface="Wingdings 2" pitchFamily="18" charset="2"/>
              <a:buChar char="¡"/>
              <a:defRPr kern="1200">
                <a:solidFill>
                  <a:schemeClr val="tx2"/>
                </a:solidFill>
                <a:latin typeface="+mn-lt"/>
                <a:ea typeface="ＭＳ Ｐゴシック" pitchFamily="-1" charset="-128"/>
                <a:cs typeface="+mn-cs"/>
              </a:defRPr>
            </a:lvl3pPr>
            <a:lvl4pPr marL="914400" indent="-228600" algn="l" rtl="0" eaLnBrk="0" fontAlgn="base" hangingPunct="0">
              <a:spcBef>
                <a:spcPts val="600"/>
              </a:spcBef>
              <a:spcAft>
                <a:spcPct val="0"/>
              </a:spcAft>
              <a:buClr>
                <a:srgbClr val="031B3C"/>
              </a:buClr>
              <a:buSzPct val="100000"/>
              <a:buFont typeface="Wingdings 2" pitchFamily="18" charset="2"/>
              <a:buChar char="¡"/>
              <a:defRPr kern="1200">
                <a:solidFill>
                  <a:schemeClr val="tx2"/>
                </a:solidFill>
                <a:latin typeface="+mn-lt"/>
                <a:ea typeface="ＭＳ Ｐゴシック" pitchFamily="-1" charset="-128"/>
                <a:cs typeface="+mn-cs"/>
              </a:defRPr>
            </a:lvl4pPr>
            <a:lvl5pPr marL="1143000" indent="-228600" algn="l" rtl="0" eaLnBrk="0" fontAlgn="base" hangingPunct="0">
              <a:spcBef>
                <a:spcPts val="600"/>
              </a:spcBef>
              <a:spcAft>
                <a:spcPct val="0"/>
              </a:spcAft>
              <a:buClr>
                <a:schemeClr val="accent1"/>
              </a:buClr>
              <a:buSzPct val="100000"/>
              <a:buFont typeface="Wingdings 2" pitchFamily="18" charset="2"/>
              <a:buChar char="¡"/>
              <a:defRPr kern="1200">
                <a:solidFill>
                  <a:schemeClr val="tx2"/>
                </a:solidFill>
                <a:latin typeface="+mn-lt"/>
                <a:ea typeface="ＭＳ Ｐゴシック" pitchFamily="-1"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Wingdings" pitchFamily="2" charset="2"/>
              <a:buNone/>
            </a:pPr>
            <a:r>
              <a:rPr lang="en-US" dirty="0">
                <a:solidFill>
                  <a:srgbClr val="000000"/>
                </a:solidFill>
                <a:ea typeface="ＭＳ Ｐゴシック" pitchFamily="34" charset="-128"/>
              </a:rPr>
              <a:t>Consider the random variable </a:t>
            </a:r>
            <a:r>
              <a:rPr lang="en-US" i="1" dirty="0">
                <a:solidFill>
                  <a:srgbClr val="000000"/>
                </a:solidFill>
                <a:ea typeface="ＭＳ Ｐゴシック" pitchFamily="34" charset="-128"/>
              </a:rPr>
              <a:t>X </a:t>
            </a:r>
            <a:r>
              <a:rPr lang="en-US" dirty="0">
                <a:solidFill>
                  <a:srgbClr val="000000"/>
                </a:solidFill>
                <a:ea typeface="ＭＳ Ｐゴシック" pitchFamily="34" charset="-128"/>
              </a:rPr>
              <a:t>= Apgar score.</a:t>
            </a:r>
          </a:p>
          <a:p>
            <a:pPr marL="6350" indent="-6350">
              <a:spcBef>
                <a:spcPts val="500"/>
              </a:spcBef>
              <a:buClr>
                <a:schemeClr val="tx1"/>
              </a:buClr>
              <a:buFont typeface="Wingdings" pitchFamily="2" charset="2"/>
              <a:buNone/>
            </a:pPr>
            <a:r>
              <a:rPr lang="en-US" b="1" dirty="0">
                <a:solidFill>
                  <a:srgbClr val="000000"/>
                </a:solidFill>
                <a:ea typeface="ＭＳ Ｐゴシック" pitchFamily="34" charset="-128"/>
              </a:rPr>
              <a:t>Compute the mean of the random variable </a:t>
            </a:r>
            <a:r>
              <a:rPr lang="en-US" b="1" i="1" dirty="0">
                <a:solidFill>
                  <a:srgbClr val="000000"/>
                </a:solidFill>
                <a:ea typeface="ＭＳ Ｐゴシック" pitchFamily="34" charset="-128"/>
              </a:rPr>
              <a:t>X</a:t>
            </a:r>
            <a:r>
              <a:rPr lang="en-US" b="1" dirty="0">
                <a:solidFill>
                  <a:srgbClr val="000000"/>
                </a:solidFill>
                <a:ea typeface="ＭＳ Ｐゴシック" pitchFamily="34" charset="-128"/>
              </a:rPr>
              <a:t> and interpret it in context.</a:t>
            </a:r>
          </a:p>
        </p:txBody>
      </p:sp>
      <p:graphicFrame>
        <p:nvGraphicFramePr>
          <p:cNvPr id="6" name="Table 5" descr="The image shows the table which has two rows, in the first row value ranging from 0 to 10 is given, and in other row probability is given. For the value 0, probability 0.001 is given, for value 1 probability is 0.006, for value 2 probability is 0.007, for 3 probability is 0.008, for 4 probability is 0.012, for 5 probability is 0.020, for 6 probability is 0.038, for 7 probability is 0.099, for 8 probability is 0.319, for 9 probability is 0.437, for 10 probability is 0.053. The probability for value 7, 8, 9, 10 is highlighted in yellow."/>
          <p:cNvGraphicFramePr>
            <a:graphicFrameLocks noGrp="1"/>
          </p:cNvGraphicFramePr>
          <p:nvPr>
            <p:extLst>
              <p:ext uri="{D42A27DB-BD31-4B8C-83A1-F6EECF244321}">
                <p14:modId xmlns:p14="http://schemas.microsoft.com/office/powerpoint/2010/main" val="293752385"/>
              </p:ext>
            </p:extLst>
          </p:nvPr>
        </p:nvGraphicFramePr>
        <p:xfrm>
          <a:off x="139700" y="2511769"/>
          <a:ext cx="8877300" cy="742950"/>
        </p:xfrm>
        <a:graphic>
          <a:graphicData uri="http://schemas.openxmlformats.org/drawingml/2006/table">
            <a:tbl>
              <a:tblPr firstRow="1"/>
              <a:tblGrid>
                <a:gridCol w="1271588">
                  <a:extLst>
                    <a:ext uri="{9D8B030D-6E8A-4147-A177-3AD203B41FA5}">
                      <a16:colId xmlns:a16="http://schemas.microsoft.com/office/drawing/2014/main" xmlns="" val="20000"/>
                    </a:ext>
                  </a:extLst>
                </a:gridCol>
                <a:gridCol w="690562">
                  <a:extLst>
                    <a:ext uri="{9D8B030D-6E8A-4147-A177-3AD203B41FA5}">
                      <a16:colId xmlns:a16="http://schemas.microsoft.com/office/drawing/2014/main" xmlns="" val="20001"/>
                    </a:ext>
                  </a:extLst>
                </a:gridCol>
                <a:gridCol w="712058">
                  <a:extLst>
                    <a:ext uri="{9D8B030D-6E8A-4147-A177-3AD203B41FA5}">
                      <a16:colId xmlns:a16="http://schemas.microsoft.com/office/drawing/2014/main" xmlns="" val="20002"/>
                    </a:ext>
                  </a:extLst>
                </a:gridCol>
                <a:gridCol w="670655">
                  <a:extLst>
                    <a:ext uri="{9D8B030D-6E8A-4147-A177-3AD203B41FA5}">
                      <a16:colId xmlns:a16="http://schemas.microsoft.com/office/drawing/2014/main" xmlns="" val="20003"/>
                    </a:ext>
                  </a:extLst>
                </a:gridCol>
                <a:gridCol w="692150">
                  <a:extLst>
                    <a:ext uri="{9D8B030D-6E8A-4147-A177-3AD203B41FA5}">
                      <a16:colId xmlns:a16="http://schemas.microsoft.com/office/drawing/2014/main" xmlns="" val="20004"/>
                    </a:ext>
                  </a:extLst>
                </a:gridCol>
                <a:gridCol w="692150">
                  <a:extLst>
                    <a:ext uri="{9D8B030D-6E8A-4147-A177-3AD203B41FA5}">
                      <a16:colId xmlns:a16="http://schemas.microsoft.com/office/drawing/2014/main" xmlns="" val="20005"/>
                    </a:ext>
                  </a:extLst>
                </a:gridCol>
                <a:gridCol w="690562">
                  <a:extLst>
                    <a:ext uri="{9D8B030D-6E8A-4147-A177-3AD203B41FA5}">
                      <a16:colId xmlns:a16="http://schemas.microsoft.com/office/drawing/2014/main" xmlns="" val="20006"/>
                    </a:ext>
                  </a:extLst>
                </a:gridCol>
                <a:gridCol w="692150">
                  <a:extLst>
                    <a:ext uri="{9D8B030D-6E8A-4147-A177-3AD203B41FA5}">
                      <a16:colId xmlns:a16="http://schemas.microsoft.com/office/drawing/2014/main" xmlns="" val="20007"/>
                    </a:ext>
                  </a:extLst>
                </a:gridCol>
                <a:gridCol w="690563">
                  <a:extLst>
                    <a:ext uri="{9D8B030D-6E8A-4147-A177-3AD203B41FA5}">
                      <a16:colId xmlns:a16="http://schemas.microsoft.com/office/drawing/2014/main" xmlns="" val="20008"/>
                    </a:ext>
                  </a:extLst>
                </a:gridCol>
                <a:gridCol w="692150">
                  <a:extLst>
                    <a:ext uri="{9D8B030D-6E8A-4147-A177-3AD203B41FA5}">
                      <a16:colId xmlns:a16="http://schemas.microsoft.com/office/drawing/2014/main" xmlns="" val="20009"/>
                    </a:ext>
                  </a:extLst>
                </a:gridCol>
                <a:gridCol w="690562">
                  <a:extLst>
                    <a:ext uri="{9D8B030D-6E8A-4147-A177-3AD203B41FA5}">
                      <a16:colId xmlns:a16="http://schemas.microsoft.com/office/drawing/2014/main" xmlns="" val="20010"/>
                    </a:ext>
                  </a:extLst>
                </a:gridCol>
                <a:gridCol w="692150">
                  <a:extLst>
                    <a:ext uri="{9D8B030D-6E8A-4147-A177-3AD203B41FA5}">
                      <a16:colId xmlns:a16="http://schemas.microsoft.com/office/drawing/2014/main" xmlns="" val="20011"/>
                    </a:ext>
                  </a:extLst>
                </a:gridCol>
              </a:tblGrid>
              <a:tr h="371475">
                <a:tc>
                  <a:txBody>
                    <a:bodyPr/>
                    <a:lstStyle>
                      <a:lvl1pPr eaLnBrk="0" hangingPunct="0">
                        <a:spcBef>
                          <a:spcPts val="1800"/>
                        </a:spcBef>
                        <a:buClr>
                          <a:schemeClr val="accent1"/>
                        </a:buClr>
                        <a:buSzPct val="100000"/>
                        <a:buFont typeface="Wingdings 2" pitchFamily="-65" charset="2"/>
                        <a:defRPr>
                          <a:solidFill>
                            <a:schemeClr val="tx2"/>
                          </a:solidFill>
                          <a:latin typeface="Arial" charset="0"/>
                          <a:ea typeface="ＭＳ Ｐゴシック" pitchFamily="-65" charset="-128"/>
                        </a:defRPr>
                      </a:lvl1pPr>
                      <a:lvl2pPr marL="37931725" indent="-37474525" eaLnBrk="0" hangingPunct="0">
                        <a:spcBef>
                          <a:spcPts val="600"/>
                        </a:spcBef>
                        <a:buClr>
                          <a:srgbClr val="031B3C"/>
                        </a:buClr>
                        <a:buSzPct val="100000"/>
                        <a:buFont typeface="Wingdings 2" pitchFamily="-65" charset="2"/>
                        <a:defRPr sz="1600">
                          <a:solidFill>
                            <a:schemeClr val="tx2"/>
                          </a:solidFill>
                          <a:latin typeface="Arial" charset="0"/>
                          <a:ea typeface="ＭＳ Ｐゴシック" pitchFamily="-65" charset="-128"/>
                        </a:defRPr>
                      </a:lvl2pPr>
                      <a:lvl3pPr eaLnBrk="0" hangingPunct="0">
                        <a:spcBef>
                          <a:spcPts val="600"/>
                        </a:spcBef>
                        <a:defRPr sz="1600">
                          <a:solidFill>
                            <a:schemeClr val="tx2"/>
                          </a:solidFill>
                          <a:latin typeface="Arial" charset="0"/>
                          <a:ea typeface="ＭＳ Ｐゴシック" pitchFamily="-65" charset="-128"/>
                        </a:defRPr>
                      </a:lvl3pPr>
                      <a:lvl4pPr eaLnBrk="0" hangingPunct="0">
                        <a:spcBef>
                          <a:spcPts val="600"/>
                        </a:spcBef>
                        <a:defRPr sz="1600">
                          <a:solidFill>
                            <a:schemeClr val="tx2"/>
                          </a:solidFill>
                          <a:latin typeface="Arial" charset="0"/>
                          <a:ea typeface="ＭＳ Ｐゴシック" pitchFamily="-65" charset="-128"/>
                        </a:defRPr>
                      </a:lvl4pPr>
                      <a:lvl5pPr eaLnBrk="0" hangingPunct="0">
                        <a:spcBef>
                          <a:spcPts val="600"/>
                        </a:spcBef>
                        <a:defRPr sz="1600">
                          <a:solidFill>
                            <a:schemeClr val="tx2"/>
                          </a:solidFill>
                          <a:latin typeface="Arial" charset="0"/>
                          <a:ea typeface="ＭＳ Ｐゴシック" pitchFamily="-65" charset="-128"/>
                        </a:defRPr>
                      </a:lvl5pPr>
                      <a:lvl6pPr marL="457200" eaLnBrk="0" fontAlgn="base" hangingPunct="0">
                        <a:spcBef>
                          <a:spcPts val="600"/>
                        </a:spcBef>
                        <a:spcAft>
                          <a:spcPct val="0"/>
                        </a:spcAft>
                        <a:defRPr sz="1600">
                          <a:solidFill>
                            <a:schemeClr val="tx2"/>
                          </a:solidFill>
                          <a:latin typeface="Arial" charset="0"/>
                          <a:ea typeface="ＭＳ Ｐゴシック" pitchFamily="-65" charset="-128"/>
                        </a:defRPr>
                      </a:lvl6pPr>
                      <a:lvl7pPr marL="914400" eaLnBrk="0" fontAlgn="base" hangingPunct="0">
                        <a:spcBef>
                          <a:spcPts val="600"/>
                        </a:spcBef>
                        <a:spcAft>
                          <a:spcPct val="0"/>
                        </a:spcAft>
                        <a:defRPr sz="1600">
                          <a:solidFill>
                            <a:schemeClr val="tx2"/>
                          </a:solidFill>
                          <a:latin typeface="Arial" charset="0"/>
                          <a:ea typeface="ＭＳ Ｐゴシック" pitchFamily="-65" charset="-128"/>
                        </a:defRPr>
                      </a:lvl7pPr>
                      <a:lvl8pPr marL="1371600" eaLnBrk="0" fontAlgn="base" hangingPunct="0">
                        <a:spcBef>
                          <a:spcPts val="600"/>
                        </a:spcBef>
                        <a:spcAft>
                          <a:spcPct val="0"/>
                        </a:spcAft>
                        <a:defRPr sz="1600">
                          <a:solidFill>
                            <a:schemeClr val="tx2"/>
                          </a:solidFill>
                          <a:latin typeface="Arial" charset="0"/>
                          <a:ea typeface="ＭＳ Ｐゴシック" pitchFamily="-65" charset="-128"/>
                        </a:defRPr>
                      </a:lvl8pPr>
                      <a:lvl9pPr marL="1828800" eaLnBrk="0" fontAlgn="base" hangingPunct="0">
                        <a:spcBef>
                          <a:spcPts val="600"/>
                        </a:spcBef>
                        <a:spcAft>
                          <a:spcPct val="0"/>
                        </a:spcAft>
                        <a:defRPr sz="1600">
                          <a:solidFill>
                            <a:schemeClr val="tx2"/>
                          </a:solidFill>
                          <a:latin typeface="Arial" charset="0"/>
                          <a:ea typeface="ＭＳ Ｐゴシック" pitchFamily="-65"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pitchFamily="-65" charset="0"/>
                          <a:ea typeface="ＭＳ Ｐゴシック" pitchFamily="-65" charset="-128"/>
                          <a:cs typeface="Times New Roman" pitchFamily="-65" charset="0"/>
                        </a:rPr>
                        <a:t>Value:</a:t>
                      </a:r>
                    </a:p>
                  </a:txBody>
                  <a:tcPr horzOverflow="overflow">
                    <a:lnL w="12700" cap="flat" cmpd="sng" algn="ctr">
                      <a:solidFill>
                        <a:srgbClr val="C76402"/>
                      </a:solidFill>
                      <a:prstDash val="solid"/>
                      <a:round/>
                      <a:headEnd type="none" w="med" len="med"/>
                      <a:tailEnd type="none" w="med" len="med"/>
                    </a:lnL>
                    <a:lnR w="12700" cap="flat" cmpd="sng" algn="ctr">
                      <a:solidFill>
                        <a:srgbClr val="C76402"/>
                      </a:solidFill>
                      <a:prstDash val="solid"/>
                      <a:round/>
                      <a:headEnd type="none" w="med" len="med"/>
                      <a:tailEnd type="none" w="med" len="med"/>
                    </a:lnR>
                    <a:lnT w="12700" cap="flat" cmpd="sng" algn="ctr">
                      <a:solidFill>
                        <a:srgbClr val="C76402"/>
                      </a:solidFill>
                      <a:prstDash val="solid"/>
                      <a:round/>
                      <a:headEnd type="none" w="med" len="med"/>
                      <a:tailEnd type="none" w="med" len="med"/>
                    </a:lnT>
                    <a:lnB w="25400" cap="flat" cmpd="sng" algn="ctr">
                      <a:solidFill>
                        <a:srgbClr val="C76402"/>
                      </a:solidFill>
                      <a:prstDash val="solid"/>
                      <a:round/>
                      <a:headEnd type="none" w="med" len="med"/>
                      <a:tailEnd type="none" w="med" len="med"/>
                    </a:lnB>
                    <a:lnTlToBr>
                      <a:noFill/>
                    </a:lnTlToBr>
                    <a:lnBlToTr>
                      <a:noFill/>
                    </a:lnBlToTr>
                    <a:noFill/>
                  </a:tcPr>
                </a:tc>
                <a:tc>
                  <a:txBody>
                    <a:bodyPr/>
                    <a:lstStyle>
                      <a:lvl1pPr eaLnBrk="0" hangingPunct="0">
                        <a:spcBef>
                          <a:spcPts val="1800"/>
                        </a:spcBef>
                        <a:buClr>
                          <a:schemeClr val="accent1"/>
                        </a:buClr>
                        <a:buSzPct val="100000"/>
                        <a:buFont typeface="Wingdings 2" pitchFamily="-65" charset="2"/>
                        <a:defRPr>
                          <a:solidFill>
                            <a:schemeClr val="tx2"/>
                          </a:solidFill>
                          <a:latin typeface="Arial" charset="0"/>
                          <a:ea typeface="ＭＳ Ｐゴシック" pitchFamily="-65" charset="-128"/>
                        </a:defRPr>
                      </a:lvl1pPr>
                      <a:lvl2pPr marL="37931725" indent="-37474525" eaLnBrk="0" hangingPunct="0">
                        <a:spcBef>
                          <a:spcPts val="600"/>
                        </a:spcBef>
                        <a:buClr>
                          <a:srgbClr val="031B3C"/>
                        </a:buClr>
                        <a:buSzPct val="100000"/>
                        <a:buFont typeface="Wingdings 2" pitchFamily="-65" charset="2"/>
                        <a:defRPr sz="1600">
                          <a:solidFill>
                            <a:schemeClr val="tx2"/>
                          </a:solidFill>
                          <a:latin typeface="Arial" charset="0"/>
                          <a:ea typeface="ＭＳ Ｐゴシック" pitchFamily="-65" charset="-128"/>
                        </a:defRPr>
                      </a:lvl2pPr>
                      <a:lvl3pPr eaLnBrk="0" hangingPunct="0">
                        <a:spcBef>
                          <a:spcPts val="600"/>
                        </a:spcBef>
                        <a:defRPr sz="1600">
                          <a:solidFill>
                            <a:schemeClr val="tx2"/>
                          </a:solidFill>
                          <a:latin typeface="Arial" charset="0"/>
                          <a:ea typeface="ＭＳ Ｐゴシック" pitchFamily="-65" charset="-128"/>
                        </a:defRPr>
                      </a:lvl3pPr>
                      <a:lvl4pPr eaLnBrk="0" hangingPunct="0">
                        <a:spcBef>
                          <a:spcPts val="600"/>
                        </a:spcBef>
                        <a:defRPr sz="1600">
                          <a:solidFill>
                            <a:schemeClr val="tx2"/>
                          </a:solidFill>
                          <a:latin typeface="Arial" charset="0"/>
                          <a:ea typeface="ＭＳ Ｐゴシック" pitchFamily="-65" charset="-128"/>
                        </a:defRPr>
                      </a:lvl4pPr>
                      <a:lvl5pPr eaLnBrk="0" hangingPunct="0">
                        <a:spcBef>
                          <a:spcPts val="600"/>
                        </a:spcBef>
                        <a:defRPr sz="1600">
                          <a:solidFill>
                            <a:schemeClr val="tx2"/>
                          </a:solidFill>
                          <a:latin typeface="Arial" charset="0"/>
                          <a:ea typeface="ＭＳ Ｐゴシック" pitchFamily="-65" charset="-128"/>
                        </a:defRPr>
                      </a:lvl5pPr>
                      <a:lvl6pPr marL="457200" eaLnBrk="0" fontAlgn="base" hangingPunct="0">
                        <a:spcBef>
                          <a:spcPts val="600"/>
                        </a:spcBef>
                        <a:spcAft>
                          <a:spcPct val="0"/>
                        </a:spcAft>
                        <a:defRPr sz="1600">
                          <a:solidFill>
                            <a:schemeClr val="tx2"/>
                          </a:solidFill>
                          <a:latin typeface="Arial" charset="0"/>
                          <a:ea typeface="ＭＳ Ｐゴシック" pitchFamily="-65" charset="-128"/>
                        </a:defRPr>
                      </a:lvl6pPr>
                      <a:lvl7pPr marL="914400" eaLnBrk="0" fontAlgn="base" hangingPunct="0">
                        <a:spcBef>
                          <a:spcPts val="600"/>
                        </a:spcBef>
                        <a:spcAft>
                          <a:spcPct val="0"/>
                        </a:spcAft>
                        <a:defRPr sz="1600">
                          <a:solidFill>
                            <a:schemeClr val="tx2"/>
                          </a:solidFill>
                          <a:latin typeface="Arial" charset="0"/>
                          <a:ea typeface="ＭＳ Ｐゴシック" pitchFamily="-65" charset="-128"/>
                        </a:defRPr>
                      </a:lvl7pPr>
                      <a:lvl8pPr marL="1371600" eaLnBrk="0" fontAlgn="base" hangingPunct="0">
                        <a:spcBef>
                          <a:spcPts val="600"/>
                        </a:spcBef>
                        <a:spcAft>
                          <a:spcPct val="0"/>
                        </a:spcAft>
                        <a:defRPr sz="1600">
                          <a:solidFill>
                            <a:schemeClr val="tx2"/>
                          </a:solidFill>
                          <a:latin typeface="Arial" charset="0"/>
                          <a:ea typeface="ＭＳ Ｐゴシック" pitchFamily="-65" charset="-128"/>
                        </a:defRPr>
                      </a:lvl8pPr>
                      <a:lvl9pPr marL="1828800" eaLnBrk="0" fontAlgn="base" hangingPunct="0">
                        <a:spcBef>
                          <a:spcPts val="600"/>
                        </a:spcBef>
                        <a:spcAft>
                          <a:spcPct val="0"/>
                        </a:spcAft>
                        <a:defRPr sz="1600">
                          <a:solidFill>
                            <a:schemeClr val="tx2"/>
                          </a:solidFill>
                          <a:latin typeface="Arial" charset="0"/>
                          <a:ea typeface="ＭＳ Ｐゴシック" pitchFamily="-65"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1" i="0" u="none" strike="noStrike" cap="none" normalizeH="0" baseline="0">
                          <a:ln>
                            <a:noFill/>
                          </a:ln>
                          <a:solidFill>
                            <a:schemeClr val="tx1"/>
                          </a:solidFill>
                          <a:effectLst/>
                          <a:latin typeface="Times New Roman" pitchFamily="-65" charset="0"/>
                          <a:ea typeface="ＭＳ Ｐゴシック" pitchFamily="-65" charset="-128"/>
                          <a:cs typeface="Times New Roman" pitchFamily="-65" charset="0"/>
                        </a:rPr>
                        <a:t>0</a:t>
                      </a:r>
                    </a:p>
                  </a:txBody>
                  <a:tcPr horzOverflow="overflow">
                    <a:lnL w="12700" cap="flat" cmpd="sng" algn="ctr">
                      <a:solidFill>
                        <a:srgbClr val="C76402"/>
                      </a:solidFill>
                      <a:prstDash val="solid"/>
                      <a:round/>
                      <a:headEnd type="none" w="med" len="med"/>
                      <a:tailEnd type="none" w="med" len="med"/>
                    </a:lnL>
                    <a:lnR w="12700" cap="flat" cmpd="sng" algn="ctr">
                      <a:solidFill>
                        <a:srgbClr val="C76402"/>
                      </a:solidFill>
                      <a:prstDash val="solid"/>
                      <a:round/>
                      <a:headEnd type="none" w="med" len="med"/>
                      <a:tailEnd type="none" w="med" len="med"/>
                    </a:lnR>
                    <a:lnT w="12700" cap="flat" cmpd="sng" algn="ctr">
                      <a:solidFill>
                        <a:srgbClr val="C76402"/>
                      </a:solidFill>
                      <a:prstDash val="solid"/>
                      <a:round/>
                      <a:headEnd type="none" w="med" len="med"/>
                      <a:tailEnd type="none" w="med" len="med"/>
                    </a:lnT>
                    <a:lnB w="25400" cap="flat" cmpd="sng" algn="ctr">
                      <a:solidFill>
                        <a:srgbClr val="C76402"/>
                      </a:solidFill>
                      <a:prstDash val="solid"/>
                      <a:round/>
                      <a:headEnd type="none" w="med" len="med"/>
                      <a:tailEnd type="none" w="med" len="med"/>
                    </a:lnB>
                    <a:lnTlToBr>
                      <a:noFill/>
                    </a:lnTlToBr>
                    <a:lnBlToTr>
                      <a:noFill/>
                    </a:lnBlToTr>
                    <a:noFill/>
                  </a:tcPr>
                </a:tc>
                <a:tc>
                  <a:txBody>
                    <a:bodyPr/>
                    <a:lstStyle>
                      <a:lvl1pPr eaLnBrk="0" hangingPunct="0">
                        <a:spcBef>
                          <a:spcPts val="1800"/>
                        </a:spcBef>
                        <a:buClr>
                          <a:schemeClr val="accent1"/>
                        </a:buClr>
                        <a:buSzPct val="100000"/>
                        <a:buFont typeface="Wingdings 2" pitchFamily="-65" charset="2"/>
                        <a:defRPr>
                          <a:solidFill>
                            <a:schemeClr val="tx2"/>
                          </a:solidFill>
                          <a:latin typeface="Arial" charset="0"/>
                          <a:ea typeface="ＭＳ Ｐゴシック" pitchFamily="-65" charset="-128"/>
                        </a:defRPr>
                      </a:lvl1pPr>
                      <a:lvl2pPr marL="37931725" indent="-37474525" eaLnBrk="0" hangingPunct="0">
                        <a:spcBef>
                          <a:spcPts val="600"/>
                        </a:spcBef>
                        <a:buClr>
                          <a:srgbClr val="031B3C"/>
                        </a:buClr>
                        <a:buSzPct val="100000"/>
                        <a:buFont typeface="Wingdings 2" pitchFamily="-65" charset="2"/>
                        <a:defRPr sz="1600">
                          <a:solidFill>
                            <a:schemeClr val="tx2"/>
                          </a:solidFill>
                          <a:latin typeface="Arial" charset="0"/>
                          <a:ea typeface="ＭＳ Ｐゴシック" pitchFamily="-65" charset="-128"/>
                        </a:defRPr>
                      </a:lvl2pPr>
                      <a:lvl3pPr eaLnBrk="0" hangingPunct="0">
                        <a:spcBef>
                          <a:spcPts val="600"/>
                        </a:spcBef>
                        <a:defRPr sz="1600">
                          <a:solidFill>
                            <a:schemeClr val="tx2"/>
                          </a:solidFill>
                          <a:latin typeface="Arial" charset="0"/>
                          <a:ea typeface="ＭＳ Ｐゴシック" pitchFamily="-65" charset="-128"/>
                        </a:defRPr>
                      </a:lvl3pPr>
                      <a:lvl4pPr eaLnBrk="0" hangingPunct="0">
                        <a:spcBef>
                          <a:spcPts val="600"/>
                        </a:spcBef>
                        <a:defRPr sz="1600">
                          <a:solidFill>
                            <a:schemeClr val="tx2"/>
                          </a:solidFill>
                          <a:latin typeface="Arial" charset="0"/>
                          <a:ea typeface="ＭＳ Ｐゴシック" pitchFamily="-65" charset="-128"/>
                        </a:defRPr>
                      </a:lvl4pPr>
                      <a:lvl5pPr eaLnBrk="0" hangingPunct="0">
                        <a:spcBef>
                          <a:spcPts val="600"/>
                        </a:spcBef>
                        <a:defRPr sz="1600">
                          <a:solidFill>
                            <a:schemeClr val="tx2"/>
                          </a:solidFill>
                          <a:latin typeface="Arial" charset="0"/>
                          <a:ea typeface="ＭＳ Ｐゴシック" pitchFamily="-65" charset="-128"/>
                        </a:defRPr>
                      </a:lvl5pPr>
                      <a:lvl6pPr marL="457200" eaLnBrk="0" fontAlgn="base" hangingPunct="0">
                        <a:spcBef>
                          <a:spcPts val="600"/>
                        </a:spcBef>
                        <a:spcAft>
                          <a:spcPct val="0"/>
                        </a:spcAft>
                        <a:defRPr sz="1600">
                          <a:solidFill>
                            <a:schemeClr val="tx2"/>
                          </a:solidFill>
                          <a:latin typeface="Arial" charset="0"/>
                          <a:ea typeface="ＭＳ Ｐゴシック" pitchFamily="-65" charset="-128"/>
                        </a:defRPr>
                      </a:lvl6pPr>
                      <a:lvl7pPr marL="914400" eaLnBrk="0" fontAlgn="base" hangingPunct="0">
                        <a:spcBef>
                          <a:spcPts val="600"/>
                        </a:spcBef>
                        <a:spcAft>
                          <a:spcPct val="0"/>
                        </a:spcAft>
                        <a:defRPr sz="1600">
                          <a:solidFill>
                            <a:schemeClr val="tx2"/>
                          </a:solidFill>
                          <a:latin typeface="Arial" charset="0"/>
                          <a:ea typeface="ＭＳ Ｐゴシック" pitchFamily="-65" charset="-128"/>
                        </a:defRPr>
                      </a:lvl7pPr>
                      <a:lvl8pPr marL="1371600" eaLnBrk="0" fontAlgn="base" hangingPunct="0">
                        <a:spcBef>
                          <a:spcPts val="600"/>
                        </a:spcBef>
                        <a:spcAft>
                          <a:spcPct val="0"/>
                        </a:spcAft>
                        <a:defRPr sz="1600">
                          <a:solidFill>
                            <a:schemeClr val="tx2"/>
                          </a:solidFill>
                          <a:latin typeface="Arial" charset="0"/>
                          <a:ea typeface="ＭＳ Ｐゴシック" pitchFamily="-65" charset="-128"/>
                        </a:defRPr>
                      </a:lvl8pPr>
                      <a:lvl9pPr marL="1828800" eaLnBrk="0" fontAlgn="base" hangingPunct="0">
                        <a:spcBef>
                          <a:spcPts val="600"/>
                        </a:spcBef>
                        <a:spcAft>
                          <a:spcPct val="0"/>
                        </a:spcAft>
                        <a:defRPr sz="1600">
                          <a:solidFill>
                            <a:schemeClr val="tx2"/>
                          </a:solidFill>
                          <a:latin typeface="Arial" charset="0"/>
                          <a:ea typeface="ＭＳ Ｐゴシック" pitchFamily="-65"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1" i="0" u="none" strike="noStrike" cap="none" normalizeH="0" baseline="0">
                          <a:ln>
                            <a:noFill/>
                          </a:ln>
                          <a:solidFill>
                            <a:schemeClr val="tx1"/>
                          </a:solidFill>
                          <a:effectLst/>
                          <a:latin typeface="Times New Roman" pitchFamily="-65" charset="0"/>
                          <a:ea typeface="ＭＳ Ｐゴシック" pitchFamily="-65" charset="-128"/>
                          <a:cs typeface="Times New Roman" pitchFamily="-65" charset="0"/>
                        </a:rPr>
                        <a:t>1</a:t>
                      </a:r>
                    </a:p>
                  </a:txBody>
                  <a:tcPr horzOverflow="overflow">
                    <a:lnL w="12700" cap="flat" cmpd="sng" algn="ctr">
                      <a:solidFill>
                        <a:srgbClr val="C76402"/>
                      </a:solidFill>
                      <a:prstDash val="solid"/>
                      <a:round/>
                      <a:headEnd type="none" w="med" len="med"/>
                      <a:tailEnd type="none" w="med" len="med"/>
                    </a:lnL>
                    <a:lnR w="12700" cap="flat" cmpd="sng" algn="ctr">
                      <a:solidFill>
                        <a:srgbClr val="C76402"/>
                      </a:solidFill>
                      <a:prstDash val="solid"/>
                      <a:round/>
                      <a:headEnd type="none" w="med" len="med"/>
                      <a:tailEnd type="none" w="med" len="med"/>
                    </a:lnR>
                    <a:lnT w="12700" cap="flat" cmpd="sng" algn="ctr">
                      <a:solidFill>
                        <a:srgbClr val="C76402"/>
                      </a:solidFill>
                      <a:prstDash val="solid"/>
                      <a:round/>
                      <a:headEnd type="none" w="med" len="med"/>
                      <a:tailEnd type="none" w="med" len="med"/>
                    </a:lnT>
                    <a:lnB w="25400" cap="flat" cmpd="sng" algn="ctr">
                      <a:solidFill>
                        <a:srgbClr val="C76402"/>
                      </a:solidFill>
                      <a:prstDash val="solid"/>
                      <a:round/>
                      <a:headEnd type="none" w="med" len="med"/>
                      <a:tailEnd type="none" w="med" len="med"/>
                    </a:lnB>
                    <a:lnTlToBr>
                      <a:noFill/>
                    </a:lnTlToBr>
                    <a:lnBlToTr>
                      <a:noFill/>
                    </a:lnBlToTr>
                    <a:noFill/>
                  </a:tcPr>
                </a:tc>
                <a:tc>
                  <a:txBody>
                    <a:bodyPr/>
                    <a:lstStyle>
                      <a:lvl1pPr eaLnBrk="0" hangingPunct="0">
                        <a:spcBef>
                          <a:spcPts val="1800"/>
                        </a:spcBef>
                        <a:buClr>
                          <a:schemeClr val="accent1"/>
                        </a:buClr>
                        <a:buSzPct val="100000"/>
                        <a:buFont typeface="Wingdings 2" pitchFamily="-65" charset="2"/>
                        <a:defRPr>
                          <a:solidFill>
                            <a:schemeClr val="tx2"/>
                          </a:solidFill>
                          <a:latin typeface="Arial" charset="0"/>
                          <a:ea typeface="ＭＳ Ｐゴシック" pitchFamily="-65" charset="-128"/>
                        </a:defRPr>
                      </a:lvl1pPr>
                      <a:lvl2pPr marL="37931725" indent="-37474525" eaLnBrk="0" hangingPunct="0">
                        <a:spcBef>
                          <a:spcPts val="600"/>
                        </a:spcBef>
                        <a:buClr>
                          <a:srgbClr val="031B3C"/>
                        </a:buClr>
                        <a:buSzPct val="100000"/>
                        <a:buFont typeface="Wingdings 2" pitchFamily="-65" charset="2"/>
                        <a:defRPr sz="1600">
                          <a:solidFill>
                            <a:schemeClr val="tx2"/>
                          </a:solidFill>
                          <a:latin typeface="Arial" charset="0"/>
                          <a:ea typeface="ＭＳ Ｐゴシック" pitchFamily="-65" charset="-128"/>
                        </a:defRPr>
                      </a:lvl2pPr>
                      <a:lvl3pPr eaLnBrk="0" hangingPunct="0">
                        <a:spcBef>
                          <a:spcPts val="600"/>
                        </a:spcBef>
                        <a:defRPr sz="1600">
                          <a:solidFill>
                            <a:schemeClr val="tx2"/>
                          </a:solidFill>
                          <a:latin typeface="Arial" charset="0"/>
                          <a:ea typeface="ＭＳ Ｐゴシック" pitchFamily="-65" charset="-128"/>
                        </a:defRPr>
                      </a:lvl3pPr>
                      <a:lvl4pPr eaLnBrk="0" hangingPunct="0">
                        <a:spcBef>
                          <a:spcPts val="600"/>
                        </a:spcBef>
                        <a:defRPr sz="1600">
                          <a:solidFill>
                            <a:schemeClr val="tx2"/>
                          </a:solidFill>
                          <a:latin typeface="Arial" charset="0"/>
                          <a:ea typeface="ＭＳ Ｐゴシック" pitchFamily="-65" charset="-128"/>
                        </a:defRPr>
                      </a:lvl4pPr>
                      <a:lvl5pPr eaLnBrk="0" hangingPunct="0">
                        <a:spcBef>
                          <a:spcPts val="600"/>
                        </a:spcBef>
                        <a:defRPr sz="1600">
                          <a:solidFill>
                            <a:schemeClr val="tx2"/>
                          </a:solidFill>
                          <a:latin typeface="Arial" charset="0"/>
                          <a:ea typeface="ＭＳ Ｐゴシック" pitchFamily="-65" charset="-128"/>
                        </a:defRPr>
                      </a:lvl5pPr>
                      <a:lvl6pPr marL="457200" eaLnBrk="0" fontAlgn="base" hangingPunct="0">
                        <a:spcBef>
                          <a:spcPts val="600"/>
                        </a:spcBef>
                        <a:spcAft>
                          <a:spcPct val="0"/>
                        </a:spcAft>
                        <a:defRPr sz="1600">
                          <a:solidFill>
                            <a:schemeClr val="tx2"/>
                          </a:solidFill>
                          <a:latin typeface="Arial" charset="0"/>
                          <a:ea typeface="ＭＳ Ｐゴシック" pitchFamily="-65" charset="-128"/>
                        </a:defRPr>
                      </a:lvl6pPr>
                      <a:lvl7pPr marL="914400" eaLnBrk="0" fontAlgn="base" hangingPunct="0">
                        <a:spcBef>
                          <a:spcPts val="600"/>
                        </a:spcBef>
                        <a:spcAft>
                          <a:spcPct val="0"/>
                        </a:spcAft>
                        <a:defRPr sz="1600">
                          <a:solidFill>
                            <a:schemeClr val="tx2"/>
                          </a:solidFill>
                          <a:latin typeface="Arial" charset="0"/>
                          <a:ea typeface="ＭＳ Ｐゴシック" pitchFamily="-65" charset="-128"/>
                        </a:defRPr>
                      </a:lvl7pPr>
                      <a:lvl8pPr marL="1371600" eaLnBrk="0" fontAlgn="base" hangingPunct="0">
                        <a:spcBef>
                          <a:spcPts val="600"/>
                        </a:spcBef>
                        <a:spcAft>
                          <a:spcPct val="0"/>
                        </a:spcAft>
                        <a:defRPr sz="1600">
                          <a:solidFill>
                            <a:schemeClr val="tx2"/>
                          </a:solidFill>
                          <a:latin typeface="Arial" charset="0"/>
                          <a:ea typeface="ＭＳ Ｐゴシック" pitchFamily="-65" charset="-128"/>
                        </a:defRPr>
                      </a:lvl8pPr>
                      <a:lvl9pPr marL="1828800" eaLnBrk="0" fontAlgn="base" hangingPunct="0">
                        <a:spcBef>
                          <a:spcPts val="600"/>
                        </a:spcBef>
                        <a:spcAft>
                          <a:spcPct val="0"/>
                        </a:spcAft>
                        <a:defRPr sz="1600">
                          <a:solidFill>
                            <a:schemeClr val="tx2"/>
                          </a:solidFill>
                          <a:latin typeface="Arial" charset="0"/>
                          <a:ea typeface="ＭＳ Ｐゴシック" pitchFamily="-65"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1" i="0" u="none" strike="noStrike" cap="none" normalizeH="0" baseline="0">
                          <a:ln>
                            <a:noFill/>
                          </a:ln>
                          <a:solidFill>
                            <a:schemeClr val="tx1"/>
                          </a:solidFill>
                          <a:effectLst/>
                          <a:latin typeface="Times New Roman" pitchFamily="-65" charset="0"/>
                          <a:ea typeface="ＭＳ Ｐゴシック" pitchFamily="-65" charset="-128"/>
                          <a:cs typeface="Times New Roman" pitchFamily="-65" charset="0"/>
                        </a:rPr>
                        <a:t>2</a:t>
                      </a:r>
                    </a:p>
                  </a:txBody>
                  <a:tcPr horzOverflow="overflow">
                    <a:lnL w="12700" cap="flat" cmpd="sng" algn="ctr">
                      <a:solidFill>
                        <a:srgbClr val="C76402"/>
                      </a:solidFill>
                      <a:prstDash val="solid"/>
                      <a:round/>
                      <a:headEnd type="none" w="med" len="med"/>
                      <a:tailEnd type="none" w="med" len="med"/>
                    </a:lnL>
                    <a:lnR w="12700" cap="flat" cmpd="sng" algn="ctr">
                      <a:solidFill>
                        <a:srgbClr val="C76402"/>
                      </a:solidFill>
                      <a:prstDash val="solid"/>
                      <a:round/>
                      <a:headEnd type="none" w="med" len="med"/>
                      <a:tailEnd type="none" w="med" len="med"/>
                    </a:lnR>
                    <a:lnT w="12700" cap="flat" cmpd="sng" algn="ctr">
                      <a:solidFill>
                        <a:srgbClr val="C76402"/>
                      </a:solidFill>
                      <a:prstDash val="solid"/>
                      <a:round/>
                      <a:headEnd type="none" w="med" len="med"/>
                      <a:tailEnd type="none" w="med" len="med"/>
                    </a:lnT>
                    <a:lnB w="25400" cap="flat" cmpd="sng" algn="ctr">
                      <a:solidFill>
                        <a:srgbClr val="C76402"/>
                      </a:solidFill>
                      <a:prstDash val="solid"/>
                      <a:round/>
                      <a:headEnd type="none" w="med" len="med"/>
                      <a:tailEnd type="none" w="med" len="med"/>
                    </a:lnB>
                    <a:lnTlToBr>
                      <a:noFill/>
                    </a:lnTlToBr>
                    <a:lnBlToTr>
                      <a:noFill/>
                    </a:lnBlToTr>
                    <a:noFill/>
                  </a:tcPr>
                </a:tc>
                <a:tc>
                  <a:txBody>
                    <a:bodyPr/>
                    <a:lstStyle>
                      <a:lvl1pPr eaLnBrk="0" hangingPunct="0">
                        <a:spcBef>
                          <a:spcPts val="1800"/>
                        </a:spcBef>
                        <a:buClr>
                          <a:schemeClr val="accent1"/>
                        </a:buClr>
                        <a:buSzPct val="100000"/>
                        <a:buFont typeface="Wingdings 2" pitchFamily="-65" charset="2"/>
                        <a:defRPr>
                          <a:solidFill>
                            <a:schemeClr val="tx2"/>
                          </a:solidFill>
                          <a:latin typeface="Arial" charset="0"/>
                          <a:ea typeface="ＭＳ Ｐゴシック" pitchFamily="-65" charset="-128"/>
                        </a:defRPr>
                      </a:lvl1pPr>
                      <a:lvl2pPr marL="37931725" indent="-37474525" eaLnBrk="0" hangingPunct="0">
                        <a:spcBef>
                          <a:spcPts val="600"/>
                        </a:spcBef>
                        <a:buClr>
                          <a:srgbClr val="031B3C"/>
                        </a:buClr>
                        <a:buSzPct val="100000"/>
                        <a:buFont typeface="Wingdings 2" pitchFamily="-65" charset="2"/>
                        <a:defRPr sz="1600">
                          <a:solidFill>
                            <a:schemeClr val="tx2"/>
                          </a:solidFill>
                          <a:latin typeface="Arial" charset="0"/>
                          <a:ea typeface="ＭＳ Ｐゴシック" pitchFamily="-65" charset="-128"/>
                        </a:defRPr>
                      </a:lvl2pPr>
                      <a:lvl3pPr eaLnBrk="0" hangingPunct="0">
                        <a:spcBef>
                          <a:spcPts val="600"/>
                        </a:spcBef>
                        <a:defRPr sz="1600">
                          <a:solidFill>
                            <a:schemeClr val="tx2"/>
                          </a:solidFill>
                          <a:latin typeface="Arial" charset="0"/>
                          <a:ea typeface="ＭＳ Ｐゴシック" pitchFamily="-65" charset="-128"/>
                        </a:defRPr>
                      </a:lvl3pPr>
                      <a:lvl4pPr eaLnBrk="0" hangingPunct="0">
                        <a:spcBef>
                          <a:spcPts val="600"/>
                        </a:spcBef>
                        <a:defRPr sz="1600">
                          <a:solidFill>
                            <a:schemeClr val="tx2"/>
                          </a:solidFill>
                          <a:latin typeface="Arial" charset="0"/>
                          <a:ea typeface="ＭＳ Ｐゴシック" pitchFamily="-65" charset="-128"/>
                        </a:defRPr>
                      </a:lvl4pPr>
                      <a:lvl5pPr eaLnBrk="0" hangingPunct="0">
                        <a:spcBef>
                          <a:spcPts val="600"/>
                        </a:spcBef>
                        <a:defRPr sz="1600">
                          <a:solidFill>
                            <a:schemeClr val="tx2"/>
                          </a:solidFill>
                          <a:latin typeface="Arial" charset="0"/>
                          <a:ea typeface="ＭＳ Ｐゴシック" pitchFamily="-65" charset="-128"/>
                        </a:defRPr>
                      </a:lvl5pPr>
                      <a:lvl6pPr marL="457200" eaLnBrk="0" fontAlgn="base" hangingPunct="0">
                        <a:spcBef>
                          <a:spcPts val="600"/>
                        </a:spcBef>
                        <a:spcAft>
                          <a:spcPct val="0"/>
                        </a:spcAft>
                        <a:defRPr sz="1600">
                          <a:solidFill>
                            <a:schemeClr val="tx2"/>
                          </a:solidFill>
                          <a:latin typeface="Arial" charset="0"/>
                          <a:ea typeface="ＭＳ Ｐゴシック" pitchFamily="-65" charset="-128"/>
                        </a:defRPr>
                      </a:lvl6pPr>
                      <a:lvl7pPr marL="914400" eaLnBrk="0" fontAlgn="base" hangingPunct="0">
                        <a:spcBef>
                          <a:spcPts val="600"/>
                        </a:spcBef>
                        <a:spcAft>
                          <a:spcPct val="0"/>
                        </a:spcAft>
                        <a:defRPr sz="1600">
                          <a:solidFill>
                            <a:schemeClr val="tx2"/>
                          </a:solidFill>
                          <a:latin typeface="Arial" charset="0"/>
                          <a:ea typeface="ＭＳ Ｐゴシック" pitchFamily="-65" charset="-128"/>
                        </a:defRPr>
                      </a:lvl7pPr>
                      <a:lvl8pPr marL="1371600" eaLnBrk="0" fontAlgn="base" hangingPunct="0">
                        <a:spcBef>
                          <a:spcPts val="600"/>
                        </a:spcBef>
                        <a:spcAft>
                          <a:spcPct val="0"/>
                        </a:spcAft>
                        <a:defRPr sz="1600">
                          <a:solidFill>
                            <a:schemeClr val="tx2"/>
                          </a:solidFill>
                          <a:latin typeface="Arial" charset="0"/>
                          <a:ea typeface="ＭＳ Ｐゴシック" pitchFamily="-65" charset="-128"/>
                        </a:defRPr>
                      </a:lvl8pPr>
                      <a:lvl9pPr marL="1828800" eaLnBrk="0" fontAlgn="base" hangingPunct="0">
                        <a:spcBef>
                          <a:spcPts val="600"/>
                        </a:spcBef>
                        <a:spcAft>
                          <a:spcPct val="0"/>
                        </a:spcAft>
                        <a:defRPr sz="1600">
                          <a:solidFill>
                            <a:schemeClr val="tx2"/>
                          </a:solidFill>
                          <a:latin typeface="Arial" charset="0"/>
                          <a:ea typeface="ＭＳ Ｐゴシック" pitchFamily="-65"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1" i="0" u="none" strike="noStrike" cap="none" normalizeH="0" baseline="0">
                          <a:ln>
                            <a:noFill/>
                          </a:ln>
                          <a:solidFill>
                            <a:schemeClr val="tx1"/>
                          </a:solidFill>
                          <a:effectLst/>
                          <a:latin typeface="Times New Roman" pitchFamily="-65" charset="0"/>
                          <a:ea typeface="ＭＳ Ｐゴシック" pitchFamily="-65" charset="-128"/>
                          <a:cs typeface="Times New Roman" pitchFamily="-65" charset="0"/>
                        </a:rPr>
                        <a:t>3</a:t>
                      </a:r>
                    </a:p>
                  </a:txBody>
                  <a:tcPr horzOverflow="overflow">
                    <a:lnL w="12700" cap="flat" cmpd="sng" algn="ctr">
                      <a:solidFill>
                        <a:srgbClr val="C76402"/>
                      </a:solidFill>
                      <a:prstDash val="solid"/>
                      <a:round/>
                      <a:headEnd type="none" w="med" len="med"/>
                      <a:tailEnd type="none" w="med" len="med"/>
                    </a:lnL>
                    <a:lnR w="12700" cap="flat" cmpd="sng" algn="ctr">
                      <a:solidFill>
                        <a:srgbClr val="C76402"/>
                      </a:solidFill>
                      <a:prstDash val="solid"/>
                      <a:round/>
                      <a:headEnd type="none" w="med" len="med"/>
                      <a:tailEnd type="none" w="med" len="med"/>
                    </a:lnR>
                    <a:lnT w="12700" cap="flat" cmpd="sng" algn="ctr">
                      <a:solidFill>
                        <a:srgbClr val="C76402"/>
                      </a:solidFill>
                      <a:prstDash val="solid"/>
                      <a:round/>
                      <a:headEnd type="none" w="med" len="med"/>
                      <a:tailEnd type="none" w="med" len="med"/>
                    </a:lnT>
                    <a:lnB w="25400" cap="flat" cmpd="sng" algn="ctr">
                      <a:solidFill>
                        <a:srgbClr val="C76402"/>
                      </a:solidFill>
                      <a:prstDash val="solid"/>
                      <a:round/>
                      <a:headEnd type="none" w="med" len="med"/>
                      <a:tailEnd type="none" w="med" len="med"/>
                    </a:lnB>
                    <a:lnTlToBr>
                      <a:noFill/>
                    </a:lnTlToBr>
                    <a:lnBlToTr>
                      <a:noFill/>
                    </a:lnBlToTr>
                    <a:noFill/>
                  </a:tcPr>
                </a:tc>
                <a:tc>
                  <a:txBody>
                    <a:bodyPr/>
                    <a:lstStyle>
                      <a:lvl1pPr eaLnBrk="0" hangingPunct="0">
                        <a:spcBef>
                          <a:spcPts val="1800"/>
                        </a:spcBef>
                        <a:buClr>
                          <a:schemeClr val="accent1"/>
                        </a:buClr>
                        <a:buSzPct val="100000"/>
                        <a:buFont typeface="Wingdings 2" pitchFamily="-65" charset="2"/>
                        <a:defRPr>
                          <a:solidFill>
                            <a:schemeClr val="tx2"/>
                          </a:solidFill>
                          <a:latin typeface="Arial" charset="0"/>
                          <a:ea typeface="ＭＳ Ｐゴシック" pitchFamily="-65" charset="-128"/>
                        </a:defRPr>
                      </a:lvl1pPr>
                      <a:lvl2pPr marL="37931725" indent="-37474525" eaLnBrk="0" hangingPunct="0">
                        <a:spcBef>
                          <a:spcPts val="600"/>
                        </a:spcBef>
                        <a:buClr>
                          <a:srgbClr val="031B3C"/>
                        </a:buClr>
                        <a:buSzPct val="100000"/>
                        <a:buFont typeface="Wingdings 2" pitchFamily="-65" charset="2"/>
                        <a:defRPr sz="1600">
                          <a:solidFill>
                            <a:schemeClr val="tx2"/>
                          </a:solidFill>
                          <a:latin typeface="Arial" charset="0"/>
                          <a:ea typeface="ＭＳ Ｐゴシック" pitchFamily="-65" charset="-128"/>
                        </a:defRPr>
                      </a:lvl2pPr>
                      <a:lvl3pPr eaLnBrk="0" hangingPunct="0">
                        <a:spcBef>
                          <a:spcPts val="600"/>
                        </a:spcBef>
                        <a:defRPr sz="1600">
                          <a:solidFill>
                            <a:schemeClr val="tx2"/>
                          </a:solidFill>
                          <a:latin typeface="Arial" charset="0"/>
                          <a:ea typeface="ＭＳ Ｐゴシック" pitchFamily="-65" charset="-128"/>
                        </a:defRPr>
                      </a:lvl3pPr>
                      <a:lvl4pPr eaLnBrk="0" hangingPunct="0">
                        <a:spcBef>
                          <a:spcPts val="600"/>
                        </a:spcBef>
                        <a:defRPr sz="1600">
                          <a:solidFill>
                            <a:schemeClr val="tx2"/>
                          </a:solidFill>
                          <a:latin typeface="Arial" charset="0"/>
                          <a:ea typeface="ＭＳ Ｐゴシック" pitchFamily="-65" charset="-128"/>
                        </a:defRPr>
                      </a:lvl4pPr>
                      <a:lvl5pPr eaLnBrk="0" hangingPunct="0">
                        <a:spcBef>
                          <a:spcPts val="600"/>
                        </a:spcBef>
                        <a:defRPr sz="1600">
                          <a:solidFill>
                            <a:schemeClr val="tx2"/>
                          </a:solidFill>
                          <a:latin typeface="Arial" charset="0"/>
                          <a:ea typeface="ＭＳ Ｐゴシック" pitchFamily="-65" charset="-128"/>
                        </a:defRPr>
                      </a:lvl5pPr>
                      <a:lvl6pPr marL="457200" eaLnBrk="0" fontAlgn="base" hangingPunct="0">
                        <a:spcBef>
                          <a:spcPts val="600"/>
                        </a:spcBef>
                        <a:spcAft>
                          <a:spcPct val="0"/>
                        </a:spcAft>
                        <a:defRPr sz="1600">
                          <a:solidFill>
                            <a:schemeClr val="tx2"/>
                          </a:solidFill>
                          <a:latin typeface="Arial" charset="0"/>
                          <a:ea typeface="ＭＳ Ｐゴシック" pitchFamily="-65" charset="-128"/>
                        </a:defRPr>
                      </a:lvl6pPr>
                      <a:lvl7pPr marL="914400" eaLnBrk="0" fontAlgn="base" hangingPunct="0">
                        <a:spcBef>
                          <a:spcPts val="600"/>
                        </a:spcBef>
                        <a:spcAft>
                          <a:spcPct val="0"/>
                        </a:spcAft>
                        <a:defRPr sz="1600">
                          <a:solidFill>
                            <a:schemeClr val="tx2"/>
                          </a:solidFill>
                          <a:latin typeface="Arial" charset="0"/>
                          <a:ea typeface="ＭＳ Ｐゴシック" pitchFamily="-65" charset="-128"/>
                        </a:defRPr>
                      </a:lvl7pPr>
                      <a:lvl8pPr marL="1371600" eaLnBrk="0" fontAlgn="base" hangingPunct="0">
                        <a:spcBef>
                          <a:spcPts val="600"/>
                        </a:spcBef>
                        <a:spcAft>
                          <a:spcPct val="0"/>
                        </a:spcAft>
                        <a:defRPr sz="1600">
                          <a:solidFill>
                            <a:schemeClr val="tx2"/>
                          </a:solidFill>
                          <a:latin typeface="Arial" charset="0"/>
                          <a:ea typeface="ＭＳ Ｐゴシック" pitchFamily="-65" charset="-128"/>
                        </a:defRPr>
                      </a:lvl8pPr>
                      <a:lvl9pPr marL="1828800" eaLnBrk="0" fontAlgn="base" hangingPunct="0">
                        <a:spcBef>
                          <a:spcPts val="600"/>
                        </a:spcBef>
                        <a:spcAft>
                          <a:spcPct val="0"/>
                        </a:spcAft>
                        <a:defRPr sz="1600">
                          <a:solidFill>
                            <a:schemeClr val="tx2"/>
                          </a:solidFill>
                          <a:latin typeface="Arial" charset="0"/>
                          <a:ea typeface="ＭＳ Ｐゴシック" pitchFamily="-65"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1" i="0" u="none" strike="noStrike" cap="none" normalizeH="0" baseline="0">
                          <a:ln>
                            <a:noFill/>
                          </a:ln>
                          <a:solidFill>
                            <a:schemeClr val="tx1"/>
                          </a:solidFill>
                          <a:effectLst/>
                          <a:latin typeface="Times New Roman" pitchFamily="-65" charset="0"/>
                          <a:ea typeface="ＭＳ Ｐゴシック" pitchFamily="-65" charset="-128"/>
                          <a:cs typeface="Times New Roman" pitchFamily="-65" charset="0"/>
                        </a:rPr>
                        <a:t>4</a:t>
                      </a:r>
                    </a:p>
                  </a:txBody>
                  <a:tcPr horzOverflow="overflow">
                    <a:lnL w="12700" cap="flat" cmpd="sng" algn="ctr">
                      <a:solidFill>
                        <a:srgbClr val="C76402"/>
                      </a:solidFill>
                      <a:prstDash val="solid"/>
                      <a:round/>
                      <a:headEnd type="none" w="med" len="med"/>
                      <a:tailEnd type="none" w="med" len="med"/>
                    </a:lnL>
                    <a:lnR w="12700" cap="flat" cmpd="sng" algn="ctr">
                      <a:solidFill>
                        <a:srgbClr val="C76402"/>
                      </a:solidFill>
                      <a:prstDash val="solid"/>
                      <a:round/>
                      <a:headEnd type="none" w="med" len="med"/>
                      <a:tailEnd type="none" w="med" len="med"/>
                    </a:lnR>
                    <a:lnT w="12700" cap="flat" cmpd="sng" algn="ctr">
                      <a:solidFill>
                        <a:srgbClr val="C76402"/>
                      </a:solidFill>
                      <a:prstDash val="solid"/>
                      <a:round/>
                      <a:headEnd type="none" w="med" len="med"/>
                      <a:tailEnd type="none" w="med" len="med"/>
                    </a:lnT>
                    <a:lnB w="25400" cap="flat" cmpd="sng" algn="ctr">
                      <a:solidFill>
                        <a:srgbClr val="C76402"/>
                      </a:solidFill>
                      <a:prstDash val="solid"/>
                      <a:round/>
                      <a:headEnd type="none" w="med" len="med"/>
                      <a:tailEnd type="none" w="med" len="med"/>
                    </a:lnB>
                    <a:lnTlToBr>
                      <a:noFill/>
                    </a:lnTlToBr>
                    <a:lnBlToTr>
                      <a:noFill/>
                    </a:lnBlToTr>
                    <a:noFill/>
                  </a:tcPr>
                </a:tc>
                <a:tc>
                  <a:txBody>
                    <a:bodyPr/>
                    <a:lstStyle>
                      <a:lvl1pPr eaLnBrk="0" hangingPunct="0">
                        <a:spcBef>
                          <a:spcPts val="1800"/>
                        </a:spcBef>
                        <a:buClr>
                          <a:schemeClr val="accent1"/>
                        </a:buClr>
                        <a:buSzPct val="100000"/>
                        <a:buFont typeface="Wingdings 2" pitchFamily="-65" charset="2"/>
                        <a:defRPr>
                          <a:solidFill>
                            <a:schemeClr val="tx2"/>
                          </a:solidFill>
                          <a:latin typeface="Arial" charset="0"/>
                          <a:ea typeface="ＭＳ Ｐゴシック" pitchFamily="-65" charset="-128"/>
                        </a:defRPr>
                      </a:lvl1pPr>
                      <a:lvl2pPr marL="37931725" indent="-37474525" eaLnBrk="0" hangingPunct="0">
                        <a:spcBef>
                          <a:spcPts val="600"/>
                        </a:spcBef>
                        <a:buClr>
                          <a:srgbClr val="031B3C"/>
                        </a:buClr>
                        <a:buSzPct val="100000"/>
                        <a:buFont typeface="Wingdings 2" pitchFamily="-65" charset="2"/>
                        <a:defRPr sz="1600">
                          <a:solidFill>
                            <a:schemeClr val="tx2"/>
                          </a:solidFill>
                          <a:latin typeface="Arial" charset="0"/>
                          <a:ea typeface="ＭＳ Ｐゴシック" pitchFamily="-65" charset="-128"/>
                        </a:defRPr>
                      </a:lvl2pPr>
                      <a:lvl3pPr eaLnBrk="0" hangingPunct="0">
                        <a:spcBef>
                          <a:spcPts val="600"/>
                        </a:spcBef>
                        <a:defRPr sz="1600">
                          <a:solidFill>
                            <a:schemeClr val="tx2"/>
                          </a:solidFill>
                          <a:latin typeface="Arial" charset="0"/>
                          <a:ea typeface="ＭＳ Ｐゴシック" pitchFamily="-65" charset="-128"/>
                        </a:defRPr>
                      </a:lvl3pPr>
                      <a:lvl4pPr eaLnBrk="0" hangingPunct="0">
                        <a:spcBef>
                          <a:spcPts val="600"/>
                        </a:spcBef>
                        <a:defRPr sz="1600">
                          <a:solidFill>
                            <a:schemeClr val="tx2"/>
                          </a:solidFill>
                          <a:latin typeface="Arial" charset="0"/>
                          <a:ea typeface="ＭＳ Ｐゴシック" pitchFamily="-65" charset="-128"/>
                        </a:defRPr>
                      </a:lvl4pPr>
                      <a:lvl5pPr eaLnBrk="0" hangingPunct="0">
                        <a:spcBef>
                          <a:spcPts val="600"/>
                        </a:spcBef>
                        <a:defRPr sz="1600">
                          <a:solidFill>
                            <a:schemeClr val="tx2"/>
                          </a:solidFill>
                          <a:latin typeface="Arial" charset="0"/>
                          <a:ea typeface="ＭＳ Ｐゴシック" pitchFamily="-65" charset="-128"/>
                        </a:defRPr>
                      </a:lvl5pPr>
                      <a:lvl6pPr marL="457200" eaLnBrk="0" fontAlgn="base" hangingPunct="0">
                        <a:spcBef>
                          <a:spcPts val="600"/>
                        </a:spcBef>
                        <a:spcAft>
                          <a:spcPct val="0"/>
                        </a:spcAft>
                        <a:defRPr sz="1600">
                          <a:solidFill>
                            <a:schemeClr val="tx2"/>
                          </a:solidFill>
                          <a:latin typeface="Arial" charset="0"/>
                          <a:ea typeface="ＭＳ Ｐゴシック" pitchFamily="-65" charset="-128"/>
                        </a:defRPr>
                      </a:lvl6pPr>
                      <a:lvl7pPr marL="914400" eaLnBrk="0" fontAlgn="base" hangingPunct="0">
                        <a:spcBef>
                          <a:spcPts val="600"/>
                        </a:spcBef>
                        <a:spcAft>
                          <a:spcPct val="0"/>
                        </a:spcAft>
                        <a:defRPr sz="1600">
                          <a:solidFill>
                            <a:schemeClr val="tx2"/>
                          </a:solidFill>
                          <a:latin typeface="Arial" charset="0"/>
                          <a:ea typeface="ＭＳ Ｐゴシック" pitchFamily="-65" charset="-128"/>
                        </a:defRPr>
                      </a:lvl7pPr>
                      <a:lvl8pPr marL="1371600" eaLnBrk="0" fontAlgn="base" hangingPunct="0">
                        <a:spcBef>
                          <a:spcPts val="600"/>
                        </a:spcBef>
                        <a:spcAft>
                          <a:spcPct val="0"/>
                        </a:spcAft>
                        <a:defRPr sz="1600">
                          <a:solidFill>
                            <a:schemeClr val="tx2"/>
                          </a:solidFill>
                          <a:latin typeface="Arial" charset="0"/>
                          <a:ea typeface="ＭＳ Ｐゴシック" pitchFamily="-65" charset="-128"/>
                        </a:defRPr>
                      </a:lvl8pPr>
                      <a:lvl9pPr marL="1828800" eaLnBrk="0" fontAlgn="base" hangingPunct="0">
                        <a:spcBef>
                          <a:spcPts val="600"/>
                        </a:spcBef>
                        <a:spcAft>
                          <a:spcPct val="0"/>
                        </a:spcAft>
                        <a:defRPr sz="1600">
                          <a:solidFill>
                            <a:schemeClr val="tx2"/>
                          </a:solidFill>
                          <a:latin typeface="Arial" charset="0"/>
                          <a:ea typeface="ＭＳ Ｐゴシック" pitchFamily="-65"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1" i="0" u="none" strike="noStrike" cap="none" normalizeH="0" baseline="0">
                          <a:ln>
                            <a:noFill/>
                          </a:ln>
                          <a:solidFill>
                            <a:schemeClr val="tx1"/>
                          </a:solidFill>
                          <a:effectLst/>
                          <a:latin typeface="Times New Roman" pitchFamily="-65" charset="0"/>
                          <a:ea typeface="ＭＳ Ｐゴシック" pitchFamily="-65" charset="-128"/>
                          <a:cs typeface="Times New Roman" pitchFamily="-65" charset="0"/>
                        </a:rPr>
                        <a:t>5</a:t>
                      </a:r>
                    </a:p>
                  </a:txBody>
                  <a:tcPr horzOverflow="overflow">
                    <a:lnL w="12700" cap="flat" cmpd="sng" algn="ctr">
                      <a:solidFill>
                        <a:srgbClr val="C76402"/>
                      </a:solidFill>
                      <a:prstDash val="solid"/>
                      <a:round/>
                      <a:headEnd type="none" w="med" len="med"/>
                      <a:tailEnd type="none" w="med" len="med"/>
                    </a:lnL>
                    <a:lnR w="12700" cap="flat" cmpd="sng" algn="ctr">
                      <a:solidFill>
                        <a:srgbClr val="C76402"/>
                      </a:solidFill>
                      <a:prstDash val="solid"/>
                      <a:round/>
                      <a:headEnd type="none" w="med" len="med"/>
                      <a:tailEnd type="none" w="med" len="med"/>
                    </a:lnR>
                    <a:lnT w="12700" cap="flat" cmpd="sng" algn="ctr">
                      <a:solidFill>
                        <a:srgbClr val="C76402"/>
                      </a:solidFill>
                      <a:prstDash val="solid"/>
                      <a:round/>
                      <a:headEnd type="none" w="med" len="med"/>
                      <a:tailEnd type="none" w="med" len="med"/>
                    </a:lnT>
                    <a:lnB w="25400" cap="flat" cmpd="sng" algn="ctr">
                      <a:solidFill>
                        <a:srgbClr val="C76402"/>
                      </a:solidFill>
                      <a:prstDash val="solid"/>
                      <a:round/>
                      <a:headEnd type="none" w="med" len="med"/>
                      <a:tailEnd type="none" w="med" len="med"/>
                    </a:lnB>
                    <a:lnTlToBr>
                      <a:noFill/>
                    </a:lnTlToBr>
                    <a:lnBlToTr>
                      <a:noFill/>
                    </a:lnBlToTr>
                    <a:noFill/>
                  </a:tcPr>
                </a:tc>
                <a:tc>
                  <a:txBody>
                    <a:bodyPr/>
                    <a:lstStyle>
                      <a:lvl1pPr eaLnBrk="0" hangingPunct="0">
                        <a:spcBef>
                          <a:spcPts val="1800"/>
                        </a:spcBef>
                        <a:buClr>
                          <a:schemeClr val="accent1"/>
                        </a:buClr>
                        <a:buSzPct val="100000"/>
                        <a:buFont typeface="Wingdings 2" pitchFamily="-65" charset="2"/>
                        <a:defRPr>
                          <a:solidFill>
                            <a:schemeClr val="tx2"/>
                          </a:solidFill>
                          <a:latin typeface="Arial" charset="0"/>
                          <a:ea typeface="ＭＳ Ｐゴシック" pitchFamily="-65" charset="-128"/>
                        </a:defRPr>
                      </a:lvl1pPr>
                      <a:lvl2pPr marL="37931725" indent="-37474525" eaLnBrk="0" hangingPunct="0">
                        <a:spcBef>
                          <a:spcPts val="600"/>
                        </a:spcBef>
                        <a:buClr>
                          <a:srgbClr val="031B3C"/>
                        </a:buClr>
                        <a:buSzPct val="100000"/>
                        <a:buFont typeface="Wingdings 2" pitchFamily="-65" charset="2"/>
                        <a:defRPr sz="1600">
                          <a:solidFill>
                            <a:schemeClr val="tx2"/>
                          </a:solidFill>
                          <a:latin typeface="Arial" charset="0"/>
                          <a:ea typeface="ＭＳ Ｐゴシック" pitchFamily="-65" charset="-128"/>
                        </a:defRPr>
                      </a:lvl2pPr>
                      <a:lvl3pPr eaLnBrk="0" hangingPunct="0">
                        <a:spcBef>
                          <a:spcPts val="600"/>
                        </a:spcBef>
                        <a:defRPr sz="1600">
                          <a:solidFill>
                            <a:schemeClr val="tx2"/>
                          </a:solidFill>
                          <a:latin typeface="Arial" charset="0"/>
                          <a:ea typeface="ＭＳ Ｐゴシック" pitchFamily="-65" charset="-128"/>
                        </a:defRPr>
                      </a:lvl3pPr>
                      <a:lvl4pPr eaLnBrk="0" hangingPunct="0">
                        <a:spcBef>
                          <a:spcPts val="600"/>
                        </a:spcBef>
                        <a:defRPr sz="1600">
                          <a:solidFill>
                            <a:schemeClr val="tx2"/>
                          </a:solidFill>
                          <a:latin typeface="Arial" charset="0"/>
                          <a:ea typeface="ＭＳ Ｐゴシック" pitchFamily="-65" charset="-128"/>
                        </a:defRPr>
                      </a:lvl4pPr>
                      <a:lvl5pPr eaLnBrk="0" hangingPunct="0">
                        <a:spcBef>
                          <a:spcPts val="600"/>
                        </a:spcBef>
                        <a:defRPr sz="1600">
                          <a:solidFill>
                            <a:schemeClr val="tx2"/>
                          </a:solidFill>
                          <a:latin typeface="Arial" charset="0"/>
                          <a:ea typeface="ＭＳ Ｐゴシック" pitchFamily="-65" charset="-128"/>
                        </a:defRPr>
                      </a:lvl5pPr>
                      <a:lvl6pPr marL="457200" eaLnBrk="0" fontAlgn="base" hangingPunct="0">
                        <a:spcBef>
                          <a:spcPts val="600"/>
                        </a:spcBef>
                        <a:spcAft>
                          <a:spcPct val="0"/>
                        </a:spcAft>
                        <a:defRPr sz="1600">
                          <a:solidFill>
                            <a:schemeClr val="tx2"/>
                          </a:solidFill>
                          <a:latin typeface="Arial" charset="0"/>
                          <a:ea typeface="ＭＳ Ｐゴシック" pitchFamily="-65" charset="-128"/>
                        </a:defRPr>
                      </a:lvl6pPr>
                      <a:lvl7pPr marL="914400" eaLnBrk="0" fontAlgn="base" hangingPunct="0">
                        <a:spcBef>
                          <a:spcPts val="600"/>
                        </a:spcBef>
                        <a:spcAft>
                          <a:spcPct val="0"/>
                        </a:spcAft>
                        <a:defRPr sz="1600">
                          <a:solidFill>
                            <a:schemeClr val="tx2"/>
                          </a:solidFill>
                          <a:latin typeface="Arial" charset="0"/>
                          <a:ea typeface="ＭＳ Ｐゴシック" pitchFamily="-65" charset="-128"/>
                        </a:defRPr>
                      </a:lvl7pPr>
                      <a:lvl8pPr marL="1371600" eaLnBrk="0" fontAlgn="base" hangingPunct="0">
                        <a:spcBef>
                          <a:spcPts val="600"/>
                        </a:spcBef>
                        <a:spcAft>
                          <a:spcPct val="0"/>
                        </a:spcAft>
                        <a:defRPr sz="1600">
                          <a:solidFill>
                            <a:schemeClr val="tx2"/>
                          </a:solidFill>
                          <a:latin typeface="Arial" charset="0"/>
                          <a:ea typeface="ＭＳ Ｐゴシック" pitchFamily="-65" charset="-128"/>
                        </a:defRPr>
                      </a:lvl8pPr>
                      <a:lvl9pPr marL="1828800" eaLnBrk="0" fontAlgn="base" hangingPunct="0">
                        <a:spcBef>
                          <a:spcPts val="600"/>
                        </a:spcBef>
                        <a:spcAft>
                          <a:spcPct val="0"/>
                        </a:spcAft>
                        <a:defRPr sz="1600">
                          <a:solidFill>
                            <a:schemeClr val="tx2"/>
                          </a:solidFill>
                          <a:latin typeface="Arial" charset="0"/>
                          <a:ea typeface="ＭＳ Ｐゴシック" pitchFamily="-65"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1" i="0" u="none" strike="noStrike" cap="none" normalizeH="0" baseline="0">
                          <a:ln>
                            <a:noFill/>
                          </a:ln>
                          <a:solidFill>
                            <a:schemeClr val="tx1"/>
                          </a:solidFill>
                          <a:effectLst/>
                          <a:latin typeface="Times New Roman" pitchFamily="-65" charset="0"/>
                          <a:ea typeface="ＭＳ Ｐゴシック" pitchFamily="-65" charset="-128"/>
                          <a:cs typeface="Times New Roman" pitchFamily="-65" charset="0"/>
                        </a:rPr>
                        <a:t>6</a:t>
                      </a:r>
                    </a:p>
                  </a:txBody>
                  <a:tcPr horzOverflow="overflow">
                    <a:lnL w="12700" cap="flat" cmpd="sng" algn="ctr">
                      <a:solidFill>
                        <a:srgbClr val="C76402"/>
                      </a:solidFill>
                      <a:prstDash val="solid"/>
                      <a:round/>
                      <a:headEnd type="none" w="med" len="med"/>
                      <a:tailEnd type="none" w="med" len="med"/>
                    </a:lnL>
                    <a:lnR w="12700" cap="flat" cmpd="sng" algn="ctr">
                      <a:solidFill>
                        <a:srgbClr val="C76402"/>
                      </a:solidFill>
                      <a:prstDash val="solid"/>
                      <a:round/>
                      <a:headEnd type="none" w="med" len="med"/>
                      <a:tailEnd type="none" w="med" len="med"/>
                    </a:lnR>
                    <a:lnT w="12700" cap="flat" cmpd="sng" algn="ctr">
                      <a:solidFill>
                        <a:srgbClr val="C76402"/>
                      </a:solidFill>
                      <a:prstDash val="solid"/>
                      <a:round/>
                      <a:headEnd type="none" w="med" len="med"/>
                      <a:tailEnd type="none" w="med" len="med"/>
                    </a:lnT>
                    <a:lnB w="25400" cap="flat" cmpd="sng" algn="ctr">
                      <a:solidFill>
                        <a:srgbClr val="C76402"/>
                      </a:solidFill>
                      <a:prstDash val="solid"/>
                      <a:round/>
                      <a:headEnd type="none" w="med" len="med"/>
                      <a:tailEnd type="none" w="med" len="med"/>
                    </a:lnB>
                    <a:lnTlToBr>
                      <a:noFill/>
                    </a:lnTlToBr>
                    <a:lnBlToTr>
                      <a:noFill/>
                    </a:lnBlToTr>
                    <a:noFill/>
                  </a:tcPr>
                </a:tc>
                <a:tc>
                  <a:txBody>
                    <a:bodyPr/>
                    <a:lstStyle>
                      <a:lvl1pPr eaLnBrk="0" hangingPunct="0">
                        <a:spcBef>
                          <a:spcPts val="1800"/>
                        </a:spcBef>
                        <a:buClr>
                          <a:schemeClr val="accent1"/>
                        </a:buClr>
                        <a:buSzPct val="100000"/>
                        <a:buFont typeface="Wingdings 2" pitchFamily="-65" charset="2"/>
                        <a:defRPr>
                          <a:solidFill>
                            <a:schemeClr val="tx2"/>
                          </a:solidFill>
                          <a:latin typeface="Arial" charset="0"/>
                          <a:ea typeface="ＭＳ Ｐゴシック" pitchFamily="-65" charset="-128"/>
                        </a:defRPr>
                      </a:lvl1pPr>
                      <a:lvl2pPr marL="37931725" indent="-37474525" eaLnBrk="0" hangingPunct="0">
                        <a:spcBef>
                          <a:spcPts val="600"/>
                        </a:spcBef>
                        <a:buClr>
                          <a:srgbClr val="031B3C"/>
                        </a:buClr>
                        <a:buSzPct val="100000"/>
                        <a:buFont typeface="Wingdings 2" pitchFamily="-65" charset="2"/>
                        <a:defRPr sz="1600">
                          <a:solidFill>
                            <a:schemeClr val="tx2"/>
                          </a:solidFill>
                          <a:latin typeface="Arial" charset="0"/>
                          <a:ea typeface="ＭＳ Ｐゴシック" pitchFamily="-65" charset="-128"/>
                        </a:defRPr>
                      </a:lvl2pPr>
                      <a:lvl3pPr eaLnBrk="0" hangingPunct="0">
                        <a:spcBef>
                          <a:spcPts val="600"/>
                        </a:spcBef>
                        <a:defRPr sz="1600">
                          <a:solidFill>
                            <a:schemeClr val="tx2"/>
                          </a:solidFill>
                          <a:latin typeface="Arial" charset="0"/>
                          <a:ea typeface="ＭＳ Ｐゴシック" pitchFamily="-65" charset="-128"/>
                        </a:defRPr>
                      </a:lvl3pPr>
                      <a:lvl4pPr eaLnBrk="0" hangingPunct="0">
                        <a:spcBef>
                          <a:spcPts val="600"/>
                        </a:spcBef>
                        <a:defRPr sz="1600">
                          <a:solidFill>
                            <a:schemeClr val="tx2"/>
                          </a:solidFill>
                          <a:latin typeface="Arial" charset="0"/>
                          <a:ea typeface="ＭＳ Ｐゴシック" pitchFamily="-65" charset="-128"/>
                        </a:defRPr>
                      </a:lvl4pPr>
                      <a:lvl5pPr eaLnBrk="0" hangingPunct="0">
                        <a:spcBef>
                          <a:spcPts val="600"/>
                        </a:spcBef>
                        <a:defRPr sz="1600">
                          <a:solidFill>
                            <a:schemeClr val="tx2"/>
                          </a:solidFill>
                          <a:latin typeface="Arial" charset="0"/>
                          <a:ea typeface="ＭＳ Ｐゴシック" pitchFamily="-65" charset="-128"/>
                        </a:defRPr>
                      </a:lvl5pPr>
                      <a:lvl6pPr marL="457200" eaLnBrk="0" fontAlgn="base" hangingPunct="0">
                        <a:spcBef>
                          <a:spcPts val="600"/>
                        </a:spcBef>
                        <a:spcAft>
                          <a:spcPct val="0"/>
                        </a:spcAft>
                        <a:defRPr sz="1600">
                          <a:solidFill>
                            <a:schemeClr val="tx2"/>
                          </a:solidFill>
                          <a:latin typeface="Arial" charset="0"/>
                          <a:ea typeface="ＭＳ Ｐゴシック" pitchFamily="-65" charset="-128"/>
                        </a:defRPr>
                      </a:lvl6pPr>
                      <a:lvl7pPr marL="914400" eaLnBrk="0" fontAlgn="base" hangingPunct="0">
                        <a:spcBef>
                          <a:spcPts val="600"/>
                        </a:spcBef>
                        <a:spcAft>
                          <a:spcPct val="0"/>
                        </a:spcAft>
                        <a:defRPr sz="1600">
                          <a:solidFill>
                            <a:schemeClr val="tx2"/>
                          </a:solidFill>
                          <a:latin typeface="Arial" charset="0"/>
                          <a:ea typeface="ＭＳ Ｐゴシック" pitchFamily="-65" charset="-128"/>
                        </a:defRPr>
                      </a:lvl7pPr>
                      <a:lvl8pPr marL="1371600" eaLnBrk="0" fontAlgn="base" hangingPunct="0">
                        <a:spcBef>
                          <a:spcPts val="600"/>
                        </a:spcBef>
                        <a:spcAft>
                          <a:spcPct val="0"/>
                        </a:spcAft>
                        <a:defRPr sz="1600">
                          <a:solidFill>
                            <a:schemeClr val="tx2"/>
                          </a:solidFill>
                          <a:latin typeface="Arial" charset="0"/>
                          <a:ea typeface="ＭＳ Ｐゴシック" pitchFamily="-65" charset="-128"/>
                        </a:defRPr>
                      </a:lvl8pPr>
                      <a:lvl9pPr marL="1828800" eaLnBrk="0" fontAlgn="base" hangingPunct="0">
                        <a:spcBef>
                          <a:spcPts val="600"/>
                        </a:spcBef>
                        <a:spcAft>
                          <a:spcPct val="0"/>
                        </a:spcAft>
                        <a:defRPr sz="1600">
                          <a:solidFill>
                            <a:schemeClr val="tx2"/>
                          </a:solidFill>
                          <a:latin typeface="Arial" charset="0"/>
                          <a:ea typeface="ＭＳ Ｐゴシック" pitchFamily="-65"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1" i="0" u="none" strike="noStrike" cap="none" normalizeH="0" baseline="0">
                          <a:ln>
                            <a:noFill/>
                          </a:ln>
                          <a:solidFill>
                            <a:schemeClr val="tx1"/>
                          </a:solidFill>
                          <a:effectLst/>
                          <a:latin typeface="Times New Roman" pitchFamily="-65" charset="0"/>
                          <a:ea typeface="ＭＳ Ｐゴシック" pitchFamily="-65" charset="-128"/>
                          <a:cs typeface="Times New Roman" pitchFamily="-65" charset="0"/>
                        </a:rPr>
                        <a:t>7</a:t>
                      </a:r>
                    </a:p>
                  </a:txBody>
                  <a:tcPr horzOverflow="overflow">
                    <a:lnL w="12700" cap="flat" cmpd="sng" algn="ctr">
                      <a:solidFill>
                        <a:srgbClr val="C76402"/>
                      </a:solidFill>
                      <a:prstDash val="solid"/>
                      <a:round/>
                      <a:headEnd type="none" w="med" len="med"/>
                      <a:tailEnd type="none" w="med" len="med"/>
                    </a:lnL>
                    <a:lnR w="12700" cap="flat" cmpd="sng" algn="ctr">
                      <a:solidFill>
                        <a:srgbClr val="C76402"/>
                      </a:solidFill>
                      <a:prstDash val="solid"/>
                      <a:round/>
                      <a:headEnd type="none" w="med" len="med"/>
                      <a:tailEnd type="none" w="med" len="med"/>
                    </a:lnR>
                    <a:lnT w="12700" cap="flat" cmpd="sng" algn="ctr">
                      <a:solidFill>
                        <a:srgbClr val="C76402"/>
                      </a:solidFill>
                      <a:prstDash val="solid"/>
                      <a:round/>
                      <a:headEnd type="none" w="med" len="med"/>
                      <a:tailEnd type="none" w="med" len="med"/>
                    </a:lnT>
                    <a:lnB w="25400" cap="flat" cmpd="sng" algn="ctr">
                      <a:solidFill>
                        <a:srgbClr val="C76402"/>
                      </a:solidFill>
                      <a:prstDash val="solid"/>
                      <a:round/>
                      <a:headEnd type="none" w="med" len="med"/>
                      <a:tailEnd type="none" w="med" len="med"/>
                    </a:lnB>
                    <a:lnTlToBr>
                      <a:noFill/>
                    </a:lnTlToBr>
                    <a:lnBlToTr>
                      <a:noFill/>
                    </a:lnBlToTr>
                    <a:noFill/>
                  </a:tcPr>
                </a:tc>
                <a:tc>
                  <a:txBody>
                    <a:bodyPr/>
                    <a:lstStyle>
                      <a:lvl1pPr eaLnBrk="0" hangingPunct="0">
                        <a:spcBef>
                          <a:spcPts val="1800"/>
                        </a:spcBef>
                        <a:buClr>
                          <a:schemeClr val="accent1"/>
                        </a:buClr>
                        <a:buSzPct val="100000"/>
                        <a:buFont typeface="Wingdings 2" pitchFamily="-65" charset="2"/>
                        <a:defRPr>
                          <a:solidFill>
                            <a:schemeClr val="tx2"/>
                          </a:solidFill>
                          <a:latin typeface="Arial" charset="0"/>
                          <a:ea typeface="ＭＳ Ｐゴシック" pitchFamily="-65" charset="-128"/>
                        </a:defRPr>
                      </a:lvl1pPr>
                      <a:lvl2pPr marL="37931725" indent="-37474525" eaLnBrk="0" hangingPunct="0">
                        <a:spcBef>
                          <a:spcPts val="600"/>
                        </a:spcBef>
                        <a:buClr>
                          <a:srgbClr val="031B3C"/>
                        </a:buClr>
                        <a:buSzPct val="100000"/>
                        <a:buFont typeface="Wingdings 2" pitchFamily="-65" charset="2"/>
                        <a:defRPr sz="1600">
                          <a:solidFill>
                            <a:schemeClr val="tx2"/>
                          </a:solidFill>
                          <a:latin typeface="Arial" charset="0"/>
                          <a:ea typeface="ＭＳ Ｐゴシック" pitchFamily="-65" charset="-128"/>
                        </a:defRPr>
                      </a:lvl2pPr>
                      <a:lvl3pPr eaLnBrk="0" hangingPunct="0">
                        <a:spcBef>
                          <a:spcPts val="600"/>
                        </a:spcBef>
                        <a:defRPr sz="1600">
                          <a:solidFill>
                            <a:schemeClr val="tx2"/>
                          </a:solidFill>
                          <a:latin typeface="Arial" charset="0"/>
                          <a:ea typeface="ＭＳ Ｐゴシック" pitchFamily="-65" charset="-128"/>
                        </a:defRPr>
                      </a:lvl3pPr>
                      <a:lvl4pPr eaLnBrk="0" hangingPunct="0">
                        <a:spcBef>
                          <a:spcPts val="600"/>
                        </a:spcBef>
                        <a:defRPr sz="1600">
                          <a:solidFill>
                            <a:schemeClr val="tx2"/>
                          </a:solidFill>
                          <a:latin typeface="Arial" charset="0"/>
                          <a:ea typeface="ＭＳ Ｐゴシック" pitchFamily="-65" charset="-128"/>
                        </a:defRPr>
                      </a:lvl4pPr>
                      <a:lvl5pPr eaLnBrk="0" hangingPunct="0">
                        <a:spcBef>
                          <a:spcPts val="600"/>
                        </a:spcBef>
                        <a:defRPr sz="1600">
                          <a:solidFill>
                            <a:schemeClr val="tx2"/>
                          </a:solidFill>
                          <a:latin typeface="Arial" charset="0"/>
                          <a:ea typeface="ＭＳ Ｐゴシック" pitchFamily="-65" charset="-128"/>
                        </a:defRPr>
                      </a:lvl5pPr>
                      <a:lvl6pPr marL="457200" eaLnBrk="0" fontAlgn="base" hangingPunct="0">
                        <a:spcBef>
                          <a:spcPts val="600"/>
                        </a:spcBef>
                        <a:spcAft>
                          <a:spcPct val="0"/>
                        </a:spcAft>
                        <a:defRPr sz="1600">
                          <a:solidFill>
                            <a:schemeClr val="tx2"/>
                          </a:solidFill>
                          <a:latin typeface="Arial" charset="0"/>
                          <a:ea typeface="ＭＳ Ｐゴシック" pitchFamily="-65" charset="-128"/>
                        </a:defRPr>
                      </a:lvl6pPr>
                      <a:lvl7pPr marL="914400" eaLnBrk="0" fontAlgn="base" hangingPunct="0">
                        <a:spcBef>
                          <a:spcPts val="600"/>
                        </a:spcBef>
                        <a:spcAft>
                          <a:spcPct val="0"/>
                        </a:spcAft>
                        <a:defRPr sz="1600">
                          <a:solidFill>
                            <a:schemeClr val="tx2"/>
                          </a:solidFill>
                          <a:latin typeface="Arial" charset="0"/>
                          <a:ea typeface="ＭＳ Ｐゴシック" pitchFamily="-65" charset="-128"/>
                        </a:defRPr>
                      </a:lvl7pPr>
                      <a:lvl8pPr marL="1371600" eaLnBrk="0" fontAlgn="base" hangingPunct="0">
                        <a:spcBef>
                          <a:spcPts val="600"/>
                        </a:spcBef>
                        <a:spcAft>
                          <a:spcPct val="0"/>
                        </a:spcAft>
                        <a:defRPr sz="1600">
                          <a:solidFill>
                            <a:schemeClr val="tx2"/>
                          </a:solidFill>
                          <a:latin typeface="Arial" charset="0"/>
                          <a:ea typeface="ＭＳ Ｐゴシック" pitchFamily="-65" charset="-128"/>
                        </a:defRPr>
                      </a:lvl8pPr>
                      <a:lvl9pPr marL="1828800" eaLnBrk="0" fontAlgn="base" hangingPunct="0">
                        <a:spcBef>
                          <a:spcPts val="600"/>
                        </a:spcBef>
                        <a:spcAft>
                          <a:spcPct val="0"/>
                        </a:spcAft>
                        <a:defRPr sz="1600">
                          <a:solidFill>
                            <a:schemeClr val="tx2"/>
                          </a:solidFill>
                          <a:latin typeface="Arial" charset="0"/>
                          <a:ea typeface="ＭＳ Ｐゴシック" pitchFamily="-65"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1" i="0" u="none" strike="noStrike" cap="none" normalizeH="0" baseline="0">
                          <a:ln>
                            <a:noFill/>
                          </a:ln>
                          <a:solidFill>
                            <a:schemeClr val="tx1"/>
                          </a:solidFill>
                          <a:effectLst/>
                          <a:latin typeface="Times New Roman" pitchFamily="-65" charset="0"/>
                          <a:ea typeface="ＭＳ Ｐゴシック" pitchFamily="-65" charset="-128"/>
                          <a:cs typeface="Times New Roman" pitchFamily="-65" charset="0"/>
                        </a:rPr>
                        <a:t>8</a:t>
                      </a:r>
                    </a:p>
                  </a:txBody>
                  <a:tcPr horzOverflow="overflow">
                    <a:lnL w="12700" cap="flat" cmpd="sng" algn="ctr">
                      <a:solidFill>
                        <a:srgbClr val="C76402"/>
                      </a:solidFill>
                      <a:prstDash val="solid"/>
                      <a:round/>
                      <a:headEnd type="none" w="med" len="med"/>
                      <a:tailEnd type="none" w="med" len="med"/>
                    </a:lnL>
                    <a:lnR w="12700" cap="flat" cmpd="sng" algn="ctr">
                      <a:solidFill>
                        <a:srgbClr val="C76402"/>
                      </a:solidFill>
                      <a:prstDash val="solid"/>
                      <a:round/>
                      <a:headEnd type="none" w="med" len="med"/>
                      <a:tailEnd type="none" w="med" len="med"/>
                    </a:lnR>
                    <a:lnT w="12700" cap="flat" cmpd="sng" algn="ctr">
                      <a:solidFill>
                        <a:srgbClr val="C76402"/>
                      </a:solidFill>
                      <a:prstDash val="solid"/>
                      <a:round/>
                      <a:headEnd type="none" w="med" len="med"/>
                      <a:tailEnd type="none" w="med" len="med"/>
                    </a:lnT>
                    <a:lnB w="25400" cap="flat" cmpd="sng" algn="ctr">
                      <a:solidFill>
                        <a:srgbClr val="C76402"/>
                      </a:solidFill>
                      <a:prstDash val="solid"/>
                      <a:round/>
                      <a:headEnd type="none" w="med" len="med"/>
                      <a:tailEnd type="none" w="med" len="med"/>
                    </a:lnB>
                    <a:lnTlToBr>
                      <a:noFill/>
                    </a:lnTlToBr>
                    <a:lnBlToTr>
                      <a:noFill/>
                    </a:lnBlToTr>
                    <a:noFill/>
                  </a:tcPr>
                </a:tc>
                <a:tc>
                  <a:txBody>
                    <a:bodyPr/>
                    <a:lstStyle>
                      <a:lvl1pPr eaLnBrk="0" hangingPunct="0">
                        <a:spcBef>
                          <a:spcPts val="1800"/>
                        </a:spcBef>
                        <a:buClr>
                          <a:schemeClr val="accent1"/>
                        </a:buClr>
                        <a:buSzPct val="100000"/>
                        <a:buFont typeface="Wingdings 2" pitchFamily="-65" charset="2"/>
                        <a:defRPr>
                          <a:solidFill>
                            <a:schemeClr val="tx2"/>
                          </a:solidFill>
                          <a:latin typeface="Arial" charset="0"/>
                          <a:ea typeface="ＭＳ Ｐゴシック" pitchFamily="-65" charset="-128"/>
                        </a:defRPr>
                      </a:lvl1pPr>
                      <a:lvl2pPr marL="37931725" indent="-37474525" eaLnBrk="0" hangingPunct="0">
                        <a:spcBef>
                          <a:spcPts val="600"/>
                        </a:spcBef>
                        <a:buClr>
                          <a:srgbClr val="031B3C"/>
                        </a:buClr>
                        <a:buSzPct val="100000"/>
                        <a:buFont typeface="Wingdings 2" pitchFamily="-65" charset="2"/>
                        <a:defRPr sz="1600">
                          <a:solidFill>
                            <a:schemeClr val="tx2"/>
                          </a:solidFill>
                          <a:latin typeface="Arial" charset="0"/>
                          <a:ea typeface="ＭＳ Ｐゴシック" pitchFamily="-65" charset="-128"/>
                        </a:defRPr>
                      </a:lvl2pPr>
                      <a:lvl3pPr eaLnBrk="0" hangingPunct="0">
                        <a:spcBef>
                          <a:spcPts val="600"/>
                        </a:spcBef>
                        <a:defRPr sz="1600">
                          <a:solidFill>
                            <a:schemeClr val="tx2"/>
                          </a:solidFill>
                          <a:latin typeface="Arial" charset="0"/>
                          <a:ea typeface="ＭＳ Ｐゴシック" pitchFamily="-65" charset="-128"/>
                        </a:defRPr>
                      </a:lvl3pPr>
                      <a:lvl4pPr eaLnBrk="0" hangingPunct="0">
                        <a:spcBef>
                          <a:spcPts val="600"/>
                        </a:spcBef>
                        <a:defRPr sz="1600">
                          <a:solidFill>
                            <a:schemeClr val="tx2"/>
                          </a:solidFill>
                          <a:latin typeface="Arial" charset="0"/>
                          <a:ea typeface="ＭＳ Ｐゴシック" pitchFamily="-65" charset="-128"/>
                        </a:defRPr>
                      </a:lvl4pPr>
                      <a:lvl5pPr eaLnBrk="0" hangingPunct="0">
                        <a:spcBef>
                          <a:spcPts val="600"/>
                        </a:spcBef>
                        <a:defRPr sz="1600">
                          <a:solidFill>
                            <a:schemeClr val="tx2"/>
                          </a:solidFill>
                          <a:latin typeface="Arial" charset="0"/>
                          <a:ea typeface="ＭＳ Ｐゴシック" pitchFamily="-65" charset="-128"/>
                        </a:defRPr>
                      </a:lvl5pPr>
                      <a:lvl6pPr marL="457200" eaLnBrk="0" fontAlgn="base" hangingPunct="0">
                        <a:spcBef>
                          <a:spcPts val="600"/>
                        </a:spcBef>
                        <a:spcAft>
                          <a:spcPct val="0"/>
                        </a:spcAft>
                        <a:defRPr sz="1600">
                          <a:solidFill>
                            <a:schemeClr val="tx2"/>
                          </a:solidFill>
                          <a:latin typeface="Arial" charset="0"/>
                          <a:ea typeface="ＭＳ Ｐゴシック" pitchFamily="-65" charset="-128"/>
                        </a:defRPr>
                      </a:lvl6pPr>
                      <a:lvl7pPr marL="914400" eaLnBrk="0" fontAlgn="base" hangingPunct="0">
                        <a:spcBef>
                          <a:spcPts val="600"/>
                        </a:spcBef>
                        <a:spcAft>
                          <a:spcPct val="0"/>
                        </a:spcAft>
                        <a:defRPr sz="1600">
                          <a:solidFill>
                            <a:schemeClr val="tx2"/>
                          </a:solidFill>
                          <a:latin typeface="Arial" charset="0"/>
                          <a:ea typeface="ＭＳ Ｐゴシック" pitchFamily="-65" charset="-128"/>
                        </a:defRPr>
                      </a:lvl7pPr>
                      <a:lvl8pPr marL="1371600" eaLnBrk="0" fontAlgn="base" hangingPunct="0">
                        <a:spcBef>
                          <a:spcPts val="600"/>
                        </a:spcBef>
                        <a:spcAft>
                          <a:spcPct val="0"/>
                        </a:spcAft>
                        <a:defRPr sz="1600">
                          <a:solidFill>
                            <a:schemeClr val="tx2"/>
                          </a:solidFill>
                          <a:latin typeface="Arial" charset="0"/>
                          <a:ea typeface="ＭＳ Ｐゴシック" pitchFamily="-65" charset="-128"/>
                        </a:defRPr>
                      </a:lvl8pPr>
                      <a:lvl9pPr marL="1828800" eaLnBrk="0" fontAlgn="base" hangingPunct="0">
                        <a:spcBef>
                          <a:spcPts val="600"/>
                        </a:spcBef>
                        <a:spcAft>
                          <a:spcPct val="0"/>
                        </a:spcAft>
                        <a:defRPr sz="1600">
                          <a:solidFill>
                            <a:schemeClr val="tx2"/>
                          </a:solidFill>
                          <a:latin typeface="Arial" charset="0"/>
                          <a:ea typeface="ＭＳ Ｐゴシック" pitchFamily="-65"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1" i="0" u="none" strike="noStrike" cap="none" normalizeH="0" baseline="0">
                          <a:ln>
                            <a:noFill/>
                          </a:ln>
                          <a:solidFill>
                            <a:schemeClr val="tx1"/>
                          </a:solidFill>
                          <a:effectLst/>
                          <a:latin typeface="Times New Roman" pitchFamily="-65" charset="0"/>
                          <a:ea typeface="ＭＳ Ｐゴシック" pitchFamily="-65" charset="-128"/>
                          <a:cs typeface="Times New Roman" pitchFamily="-65" charset="0"/>
                        </a:rPr>
                        <a:t>9</a:t>
                      </a:r>
                    </a:p>
                  </a:txBody>
                  <a:tcPr horzOverflow="overflow">
                    <a:lnL w="12700" cap="flat" cmpd="sng" algn="ctr">
                      <a:solidFill>
                        <a:srgbClr val="C76402"/>
                      </a:solidFill>
                      <a:prstDash val="solid"/>
                      <a:round/>
                      <a:headEnd type="none" w="med" len="med"/>
                      <a:tailEnd type="none" w="med" len="med"/>
                    </a:lnL>
                    <a:lnR w="12700" cap="flat" cmpd="sng" algn="ctr">
                      <a:solidFill>
                        <a:srgbClr val="C76402"/>
                      </a:solidFill>
                      <a:prstDash val="solid"/>
                      <a:round/>
                      <a:headEnd type="none" w="med" len="med"/>
                      <a:tailEnd type="none" w="med" len="med"/>
                    </a:lnR>
                    <a:lnT w="12700" cap="flat" cmpd="sng" algn="ctr">
                      <a:solidFill>
                        <a:srgbClr val="C76402"/>
                      </a:solidFill>
                      <a:prstDash val="solid"/>
                      <a:round/>
                      <a:headEnd type="none" w="med" len="med"/>
                      <a:tailEnd type="none" w="med" len="med"/>
                    </a:lnT>
                    <a:lnB w="25400" cap="flat" cmpd="sng" algn="ctr">
                      <a:solidFill>
                        <a:srgbClr val="C76402"/>
                      </a:solidFill>
                      <a:prstDash val="solid"/>
                      <a:round/>
                      <a:headEnd type="none" w="med" len="med"/>
                      <a:tailEnd type="none" w="med" len="med"/>
                    </a:lnB>
                    <a:lnTlToBr>
                      <a:noFill/>
                    </a:lnTlToBr>
                    <a:lnBlToTr>
                      <a:noFill/>
                    </a:lnBlToTr>
                    <a:noFill/>
                  </a:tcPr>
                </a:tc>
                <a:tc>
                  <a:txBody>
                    <a:bodyPr/>
                    <a:lstStyle>
                      <a:lvl1pPr eaLnBrk="0" hangingPunct="0">
                        <a:spcBef>
                          <a:spcPts val="1800"/>
                        </a:spcBef>
                        <a:buClr>
                          <a:schemeClr val="accent1"/>
                        </a:buClr>
                        <a:buSzPct val="100000"/>
                        <a:buFont typeface="Wingdings 2" pitchFamily="-65" charset="2"/>
                        <a:defRPr>
                          <a:solidFill>
                            <a:schemeClr val="tx2"/>
                          </a:solidFill>
                          <a:latin typeface="Arial" charset="0"/>
                          <a:ea typeface="ＭＳ Ｐゴシック" pitchFamily="-65" charset="-128"/>
                        </a:defRPr>
                      </a:lvl1pPr>
                      <a:lvl2pPr marL="37931725" indent="-37474525" eaLnBrk="0" hangingPunct="0">
                        <a:spcBef>
                          <a:spcPts val="600"/>
                        </a:spcBef>
                        <a:buClr>
                          <a:srgbClr val="031B3C"/>
                        </a:buClr>
                        <a:buSzPct val="100000"/>
                        <a:buFont typeface="Wingdings 2" pitchFamily="-65" charset="2"/>
                        <a:defRPr sz="1600">
                          <a:solidFill>
                            <a:schemeClr val="tx2"/>
                          </a:solidFill>
                          <a:latin typeface="Arial" charset="0"/>
                          <a:ea typeface="ＭＳ Ｐゴシック" pitchFamily="-65" charset="-128"/>
                        </a:defRPr>
                      </a:lvl2pPr>
                      <a:lvl3pPr eaLnBrk="0" hangingPunct="0">
                        <a:spcBef>
                          <a:spcPts val="600"/>
                        </a:spcBef>
                        <a:defRPr sz="1600">
                          <a:solidFill>
                            <a:schemeClr val="tx2"/>
                          </a:solidFill>
                          <a:latin typeface="Arial" charset="0"/>
                          <a:ea typeface="ＭＳ Ｐゴシック" pitchFamily="-65" charset="-128"/>
                        </a:defRPr>
                      </a:lvl3pPr>
                      <a:lvl4pPr eaLnBrk="0" hangingPunct="0">
                        <a:spcBef>
                          <a:spcPts val="600"/>
                        </a:spcBef>
                        <a:defRPr sz="1600">
                          <a:solidFill>
                            <a:schemeClr val="tx2"/>
                          </a:solidFill>
                          <a:latin typeface="Arial" charset="0"/>
                          <a:ea typeface="ＭＳ Ｐゴシック" pitchFamily="-65" charset="-128"/>
                        </a:defRPr>
                      </a:lvl4pPr>
                      <a:lvl5pPr eaLnBrk="0" hangingPunct="0">
                        <a:spcBef>
                          <a:spcPts val="600"/>
                        </a:spcBef>
                        <a:defRPr sz="1600">
                          <a:solidFill>
                            <a:schemeClr val="tx2"/>
                          </a:solidFill>
                          <a:latin typeface="Arial" charset="0"/>
                          <a:ea typeface="ＭＳ Ｐゴシック" pitchFamily="-65" charset="-128"/>
                        </a:defRPr>
                      </a:lvl5pPr>
                      <a:lvl6pPr marL="457200" eaLnBrk="0" fontAlgn="base" hangingPunct="0">
                        <a:spcBef>
                          <a:spcPts val="600"/>
                        </a:spcBef>
                        <a:spcAft>
                          <a:spcPct val="0"/>
                        </a:spcAft>
                        <a:defRPr sz="1600">
                          <a:solidFill>
                            <a:schemeClr val="tx2"/>
                          </a:solidFill>
                          <a:latin typeface="Arial" charset="0"/>
                          <a:ea typeface="ＭＳ Ｐゴシック" pitchFamily="-65" charset="-128"/>
                        </a:defRPr>
                      </a:lvl6pPr>
                      <a:lvl7pPr marL="914400" eaLnBrk="0" fontAlgn="base" hangingPunct="0">
                        <a:spcBef>
                          <a:spcPts val="600"/>
                        </a:spcBef>
                        <a:spcAft>
                          <a:spcPct val="0"/>
                        </a:spcAft>
                        <a:defRPr sz="1600">
                          <a:solidFill>
                            <a:schemeClr val="tx2"/>
                          </a:solidFill>
                          <a:latin typeface="Arial" charset="0"/>
                          <a:ea typeface="ＭＳ Ｐゴシック" pitchFamily="-65" charset="-128"/>
                        </a:defRPr>
                      </a:lvl7pPr>
                      <a:lvl8pPr marL="1371600" eaLnBrk="0" fontAlgn="base" hangingPunct="0">
                        <a:spcBef>
                          <a:spcPts val="600"/>
                        </a:spcBef>
                        <a:spcAft>
                          <a:spcPct val="0"/>
                        </a:spcAft>
                        <a:defRPr sz="1600">
                          <a:solidFill>
                            <a:schemeClr val="tx2"/>
                          </a:solidFill>
                          <a:latin typeface="Arial" charset="0"/>
                          <a:ea typeface="ＭＳ Ｐゴシック" pitchFamily="-65" charset="-128"/>
                        </a:defRPr>
                      </a:lvl8pPr>
                      <a:lvl9pPr marL="1828800" eaLnBrk="0" fontAlgn="base" hangingPunct="0">
                        <a:spcBef>
                          <a:spcPts val="600"/>
                        </a:spcBef>
                        <a:spcAft>
                          <a:spcPct val="0"/>
                        </a:spcAft>
                        <a:defRPr sz="1600">
                          <a:solidFill>
                            <a:schemeClr val="tx2"/>
                          </a:solidFill>
                          <a:latin typeface="Arial" charset="0"/>
                          <a:ea typeface="ＭＳ Ｐゴシック" pitchFamily="-65"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1" i="0" u="none" strike="noStrike" cap="none" normalizeH="0" baseline="0">
                          <a:ln>
                            <a:noFill/>
                          </a:ln>
                          <a:solidFill>
                            <a:schemeClr val="tx1"/>
                          </a:solidFill>
                          <a:effectLst/>
                          <a:latin typeface="Times New Roman" pitchFamily="-65" charset="0"/>
                          <a:ea typeface="ＭＳ Ｐゴシック" pitchFamily="-65" charset="-128"/>
                          <a:cs typeface="Times New Roman" pitchFamily="-65" charset="0"/>
                        </a:rPr>
                        <a:t>10</a:t>
                      </a:r>
                    </a:p>
                  </a:txBody>
                  <a:tcPr horzOverflow="overflow">
                    <a:lnL w="12700" cap="flat" cmpd="sng" algn="ctr">
                      <a:solidFill>
                        <a:srgbClr val="C76402"/>
                      </a:solidFill>
                      <a:prstDash val="solid"/>
                      <a:round/>
                      <a:headEnd type="none" w="med" len="med"/>
                      <a:tailEnd type="none" w="med" len="med"/>
                    </a:lnL>
                    <a:lnR w="12700" cap="flat" cmpd="sng" algn="ctr">
                      <a:solidFill>
                        <a:srgbClr val="C76402"/>
                      </a:solidFill>
                      <a:prstDash val="solid"/>
                      <a:round/>
                      <a:headEnd type="none" w="med" len="med"/>
                      <a:tailEnd type="none" w="med" len="med"/>
                    </a:lnR>
                    <a:lnT w="12700" cap="flat" cmpd="sng" algn="ctr">
                      <a:solidFill>
                        <a:srgbClr val="C76402"/>
                      </a:solidFill>
                      <a:prstDash val="solid"/>
                      <a:round/>
                      <a:headEnd type="none" w="med" len="med"/>
                      <a:tailEnd type="none" w="med" len="med"/>
                    </a:lnT>
                    <a:lnB w="25400" cap="flat" cmpd="sng" algn="ctr">
                      <a:solidFill>
                        <a:srgbClr val="C7640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371475">
                <a:tc>
                  <a:txBody>
                    <a:bodyPr/>
                    <a:lstStyle>
                      <a:lvl1pPr eaLnBrk="0" hangingPunct="0">
                        <a:spcBef>
                          <a:spcPts val="1800"/>
                        </a:spcBef>
                        <a:buClr>
                          <a:schemeClr val="accent1"/>
                        </a:buClr>
                        <a:buSzPct val="100000"/>
                        <a:buFont typeface="Wingdings 2" pitchFamily="-65" charset="2"/>
                        <a:defRPr>
                          <a:solidFill>
                            <a:schemeClr val="tx2"/>
                          </a:solidFill>
                          <a:latin typeface="Arial" charset="0"/>
                          <a:ea typeface="ＭＳ Ｐゴシック" pitchFamily="-65" charset="-128"/>
                        </a:defRPr>
                      </a:lvl1pPr>
                      <a:lvl2pPr marL="37931725" indent="-37474525" eaLnBrk="0" hangingPunct="0">
                        <a:spcBef>
                          <a:spcPts val="600"/>
                        </a:spcBef>
                        <a:buClr>
                          <a:srgbClr val="031B3C"/>
                        </a:buClr>
                        <a:buSzPct val="100000"/>
                        <a:buFont typeface="Wingdings 2" pitchFamily="-65" charset="2"/>
                        <a:defRPr sz="1600">
                          <a:solidFill>
                            <a:schemeClr val="tx2"/>
                          </a:solidFill>
                          <a:latin typeface="Arial" charset="0"/>
                          <a:ea typeface="ＭＳ Ｐゴシック" pitchFamily="-65" charset="-128"/>
                        </a:defRPr>
                      </a:lvl2pPr>
                      <a:lvl3pPr eaLnBrk="0" hangingPunct="0">
                        <a:spcBef>
                          <a:spcPts val="600"/>
                        </a:spcBef>
                        <a:defRPr sz="1600">
                          <a:solidFill>
                            <a:schemeClr val="tx2"/>
                          </a:solidFill>
                          <a:latin typeface="Arial" charset="0"/>
                          <a:ea typeface="ＭＳ Ｐゴシック" pitchFamily="-65" charset="-128"/>
                        </a:defRPr>
                      </a:lvl3pPr>
                      <a:lvl4pPr eaLnBrk="0" hangingPunct="0">
                        <a:spcBef>
                          <a:spcPts val="600"/>
                        </a:spcBef>
                        <a:defRPr sz="1600">
                          <a:solidFill>
                            <a:schemeClr val="tx2"/>
                          </a:solidFill>
                          <a:latin typeface="Arial" charset="0"/>
                          <a:ea typeface="ＭＳ Ｐゴシック" pitchFamily="-65" charset="-128"/>
                        </a:defRPr>
                      </a:lvl4pPr>
                      <a:lvl5pPr eaLnBrk="0" hangingPunct="0">
                        <a:spcBef>
                          <a:spcPts val="600"/>
                        </a:spcBef>
                        <a:defRPr sz="1600">
                          <a:solidFill>
                            <a:schemeClr val="tx2"/>
                          </a:solidFill>
                          <a:latin typeface="Arial" charset="0"/>
                          <a:ea typeface="ＭＳ Ｐゴシック" pitchFamily="-65" charset="-128"/>
                        </a:defRPr>
                      </a:lvl5pPr>
                      <a:lvl6pPr marL="457200" eaLnBrk="0" fontAlgn="base" hangingPunct="0">
                        <a:spcBef>
                          <a:spcPts val="600"/>
                        </a:spcBef>
                        <a:spcAft>
                          <a:spcPct val="0"/>
                        </a:spcAft>
                        <a:defRPr sz="1600">
                          <a:solidFill>
                            <a:schemeClr val="tx2"/>
                          </a:solidFill>
                          <a:latin typeface="Arial" charset="0"/>
                          <a:ea typeface="ＭＳ Ｐゴシック" pitchFamily="-65" charset="-128"/>
                        </a:defRPr>
                      </a:lvl6pPr>
                      <a:lvl7pPr marL="914400" eaLnBrk="0" fontAlgn="base" hangingPunct="0">
                        <a:spcBef>
                          <a:spcPts val="600"/>
                        </a:spcBef>
                        <a:spcAft>
                          <a:spcPct val="0"/>
                        </a:spcAft>
                        <a:defRPr sz="1600">
                          <a:solidFill>
                            <a:schemeClr val="tx2"/>
                          </a:solidFill>
                          <a:latin typeface="Arial" charset="0"/>
                          <a:ea typeface="ＭＳ Ｐゴシック" pitchFamily="-65" charset="-128"/>
                        </a:defRPr>
                      </a:lvl7pPr>
                      <a:lvl8pPr marL="1371600" eaLnBrk="0" fontAlgn="base" hangingPunct="0">
                        <a:spcBef>
                          <a:spcPts val="600"/>
                        </a:spcBef>
                        <a:spcAft>
                          <a:spcPct val="0"/>
                        </a:spcAft>
                        <a:defRPr sz="1600">
                          <a:solidFill>
                            <a:schemeClr val="tx2"/>
                          </a:solidFill>
                          <a:latin typeface="Arial" charset="0"/>
                          <a:ea typeface="ＭＳ Ｐゴシック" pitchFamily="-65" charset="-128"/>
                        </a:defRPr>
                      </a:lvl8pPr>
                      <a:lvl9pPr marL="1828800" eaLnBrk="0" fontAlgn="base" hangingPunct="0">
                        <a:spcBef>
                          <a:spcPts val="600"/>
                        </a:spcBef>
                        <a:spcAft>
                          <a:spcPct val="0"/>
                        </a:spcAft>
                        <a:defRPr sz="1600">
                          <a:solidFill>
                            <a:schemeClr val="tx2"/>
                          </a:solidFill>
                          <a:latin typeface="Arial" charset="0"/>
                          <a:ea typeface="ＭＳ Ｐゴシック" pitchFamily="-65"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pitchFamily="-65" charset="0"/>
                          <a:ea typeface="ＭＳ Ｐゴシック" pitchFamily="-65" charset="-128"/>
                        </a:rPr>
                        <a:t>Probability:</a:t>
                      </a:r>
                      <a:endParaRPr kumimoji="0" lang="en-US" altLang="en-US" sz="1600" b="1" i="0" u="none" strike="noStrike" cap="none" normalizeH="0" baseline="0" dirty="0">
                        <a:ln>
                          <a:noFill/>
                        </a:ln>
                        <a:solidFill>
                          <a:schemeClr val="tx1"/>
                        </a:solidFill>
                        <a:effectLst/>
                        <a:latin typeface="Times New Roman" pitchFamily="-65" charset="0"/>
                        <a:ea typeface="Zapf Dingbats" pitchFamily="-65" charset="2"/>
                      </a:endParaRPr>
                    </a:p>
                  </a:txBody>
                  <a:tcPr horzOverflow="overflow">
                    <a:lnL w="12700" cap="flat" cmpd="sng" algn="ctr">
                      <a:solidFill>
                        <a:srgbClr val="C76402"/>
                      </a:solidFill>
                      <a:prstDash val="solid"/>
                      <a:round/>
                      <a:headEnd type="none" w="med" len="med"/>
                      <a:tailEnd type="none" w="med" len="med"/>
                    </a:lnL>
                    <a:lnR w="12700" cap="flat" cmpd="sng" algn="ctr">
                      <a:solidFill>
                        <a:srgbClr val="C76402"/>
                      </a:solidFill>
                      <a:prstDash val="solid"/>
                      <a:round/>
                      <a:headEnd type="none" w="med" len="med"/>
                      <a:tailEnd type="none" w="med" len="med"/>
                    </a:lnR>
                    <a:lnT w="25400" cap="flat" cmpd="sng" algn="ctr">
                      <a:solidFill>
                        <a:srgbClr val="C76402"/>
                      </a:solidFill>
                      <a:prstDash val="solid"/>
                      <a:round/>
                      <a:headEnd type="none" w="med" len="med"/>
                      <a:tailEnd type="none" w="med" len="med"/>
                    </a:lnT>
                    <a:lnB w="12700" cap="flat" cmpd="sng" algn="ctr">
                      <a:solidFill>
                        <a:srgbClr val="C76402"/>
                      </a:solidFill>
                      <a:prstDash val="solid"/>
                      <a:round/>
                      <a:headEnd type="none" w="med" len="med"/>
                      <a:tailEnd type="none" w="med" len="med"/>
                    </a:lnB>
                    <a:lnTlToBr>
                      <a:noFill/>
                    </a:lnTlToBr>
                    <a:lnBlToTr>
                      <a:noFill/>
                    </a:lnBlToTr>
                    <a:solidFill>
                      <a:srgbClr val="C76402">
                        <a:alpha val="20000"/>
                      </a:srgbClr>
                    </a:solidFill>
                  </a:tcPr>
                </a:tc>
                <a:tc>
                  <a:txBody>
                    <a:bodyPr/>
                    <a:lstStyle>
                      <a:lvl1pPr eaLnBrk="0" hangingPunct="0">
                        <a:spcBef>
                          <a:spcPts val="1800"/>
                        </a:spcBef>
                        <a:buClr>
                          <a:schemeClr val="accent1"/>
                        </a:buClr>
                        <a:buSzPct val="100000"/>
                        <a:buFont typeface="Wingdings 2" pitchFamily="-65" charset="2"/>
                        <a:defRPr>
                          <a:solidFill>
                            <a:schemeClr val="tx2"/>
                          </a:solidFill>
                          <a:latin typeface="Arial" charset="0"/>
                          <a:ea typeface="ＭＳ Ｐゴシック" pitchFamily="-65" charset="-128"/>
                        </a:defRPr>
                      </a:lvl1pPr>
                      <a:lvl2pPr marL="37931725" indent="-37474525" eaLnBrk="0" hangingPunct="0">
                        <a:spcBef>
                          <a:spcPts val="600"/>
                        </a:spcBef>
                        <a:buClr>
                          <a:srgbClr val="031B3C"/>
                        </a:buClr>
                        <a:buSzPct val="100000"/>
                        <a:buFont typeface="Wingdings 2" pitchFamily="-65" charset="2"/>
                        <a:defRPr sz="1600">
                          <a:solidFill>
                            <a:schemeClr val="tx2"/>
                          </a:solidFill>
                          <a:latin typeface="Arial" charset="0"/>
                          <a:ea typeface="ＭＳ Ｐゴシック" pitchFamily="-65" charset="-128"/>
                        </a:defRPr>
                      </a:lvl2pPr>
                      <a:lvl3pPr eaLnBrk="0" hangingPunct="0">
                        <a:spcBef>
                          <a:spcPts val="600"/>
                        </a:spcBef>
                        <a:defRPr sz="1600">
                          <a:solidFill>
                            <a:schemeClr val="tx2"/>
                          </a:solidFill>
                          <a:latin typeface="Arial" charset="0"/>
                          <a:ea typeface="ＭＳ Ｐゴシック" pitchFamily="-65" charset="-128"/>
                        </a:defRPr>
                      </a:lvl3pPr>
                      <a:lvl4pPr eaLnBrk="0" hangingPunct="0">
                        <a:spcBef>
                          <a:spcPts val="600"/>
                        </a:spcBef>
                        <a:defRPr sz="1600">
                          <a:solidFill>
                            <a:schemeClr val="tx2"/>
                          </a:solidFill>
                          <a:latin typeface="Arial" charset="0"/>
                          <a:ea typeface="ＭＳ Ｐゴシック" pitchFamily="-65" charset="-128"/>
                        </a:defRPr>
                      </a:lvl4pPr>
                      <a:lvl5pPr eaLnBrk="0" hangingPunct="0">
                        <a:spcBef>
                          <a:spcPts val="600"/>
                        </a:spcBef>
                        <a:defRPr sz="1600">
                          <a:solidFill>
                            <a:schemeClr val="tx2"/>
                          </a:solidFill>
                          <a:latin typeface="Arial" charset="0"/>
                          <a:ea typeface="ＭＳ Ｐゴシック" pitchFamily="-65" charset="-128"/>
                        </a:defRPr>
                      </a:lvl5pPr>
                      <a:lvl6pPr marL="457200" eaLnBrk="0" fontAlgn="base" hangingPunct="0">
                        <a:spcBef>
                          <a:spcPts val="600"/>
                        </a:spcBef>
                        <a:spcAft>
                          <a:spcPct val="0"/>
                        </a:spcAft>
                        <a:defRPr sz="1600">
                          <a:solidFill>
                            <a:schemeClr val="tx2"/>
                          </a:solidFill>
                          <a:latin typeface="Arial" charset="0"/>
                          <a:ea typeface="ＭＳ Ｐゴシック" pitchFamily="-65" charset="-128"/>
                        </a:defRPr>
                      </a:lvl6pPr>
                      <a:lvl7pPr marL="914400" eaLnBrk="0" fontAlgn="base" hangingPunct="0">
                        <a:spcBef>
                          <a:spcPts val="600"/>
                        </a:spcBef>
                        <a:spcAft>
                          <a:spcPct val="0"/>
                        </a:spcAft>
                        <a:defRPr sz="1600">
                          <a:solidFill>
                            <a:schemeClr val="tx2"/>
                          </a:solidFill>
                          <a:latin typeface="Arial" charset="0"/>
                          <a:ea typeface="ＭＳ Ｐゴシック" pitchFamily="-65" charset="-128"/>
                        </a:defRPr>
                      </a:lvl7pPr>
                      <a:lvl8pPr marL="1371600" eaLnBrk="0" fontAlgn="base" hangingPunct="0">
                        <a:spcBef>
                          <a:spcPts val="600"/>
                        </a:spcBef>
                        <a:spcAft>
                          <a:spcPct val="0"/>
                        </a:spcAft>
                        <a:defRPr sz="1600">
                          <a:solidFill>
                            <a:schemeClr val="tx2"/>
                          </a:solidFill>
                          <a:latin typeface="Arial" charset="0"/>
                          <a:ea typeface="ＭＳ Ｐゴシック" pitchFamily="-65" charset="-128"/>
                        </a:defRPr>
                      </a:lvl8pPr>
                      <a:lvl9pPr marL="1828800" eaLnBrk="0" fontAlgn="base" hangingPunct="0">
                        <a:spcBef>
                          <a:spcPts val="600"/>
                        </a:spcBef>
                        <a:spcAft>
                          <a:spcPct val="0"/>
                        </a:spcAft>
                        <a:defRPr sz="1600">
                          <a:solidFill>
                            <a:schemeClr val="tx2"/>
                          </a:solidFill>
                          <a:latin typeface="Arial" charset="0"/>
                          <a:ea typeface="ＭＳ Ｐゴシック" pitchFamily="-65"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pitchFamily="-65" charset="0"/>
                          <a:ea typeface="ＭＳ Ｐゴシック" pitchFamily="-65" charset="-128"/>
                          <a:cs typeface="Times New Roman" pitchFamily="-65" charset="0"/>
                        </a:rPr>
                        <a:t>0.001</a:t>
                      </a:r>
                    </a:p>
                  </a:txBody>
                  <a:tcPr horzOverflow="overflow">
                    <a:lnL w="12700" cap="flat" cmpd="sng" algn="ctr">
                      <a:solidFill>
                        <a:srgbClr val="C76402"/>
                      </a:solidFill>
                      <a:prstDash val="solid"/>
                      <a:round/>
                      <a:headEnd type="none" w="med" len="med"/>
                      <a:tailEnd type="none" w="med" len="med"/>
                    </a:lnL>
                    <a:lnR w="12700" cap="flat" cmpd="sng" algn="ctr">
                      <a:solidFill>
                        <a:srgbClr val="C76402"/>
                      </a:solidFill>
                      <a:prstDash val="solid"/>
                      <a:round/>
                      <a:headEnd type="none" w="med" len="med"/>
                      <a:tailEnd type="none" w="med" len="med"/>
                    </a:lnR>
                    <a:lnT w="25400" cap="flat" cmpd="sng" algn="ctr">
                      <a:solidFill>
                        <a:srgbClr val="C76402"/>
                      </a:solidFill>
                      <a:prstDash val="solid"/>
                      <a:round/>
                      <a:headEnd type="none" w="med" len="med"/>
                      <a:tailEnd type="none" w="med" len="med"/>
                    </a:lnT>
                    <a:lnB w="12700" cap="flat" cmpd="sng" algn="ctr">
                      <a:solidFill>
                        <a:srgbClr val="C76402"/>
                      </a:solidFill>
                      <a:prstDash val="solid"/>
                      <a:round/>
                      <a:headEnd type="none" w="med" len="med"/>
                      <a:tailEnd type="none" w="med" len="med"/>
                    </a:lnB>
                    <a:lnTlToBr>
                      <a:noFill/>
                    </a:lnTlToBr>
                    <a:lnBlToTr>
                      <a:noFill/>
                    </a:lnBlToTr>
                    <a:solidFill>
                      <a:srgbClr val="C76402">
                        <a:alpha val="20000"/>
                      </a:srgbClr>
                    </a:solidFill>
                  </a:tcPr>
                </a:tc>
                <a:tc>
                  <a:txBody>
                    <a:bodyPr/>
                    <a:lstStyle>
                      <a:lvl1pPr eaLnBrk="0" hangingPunct="0">
                        <a:spcBef>
                          <a:spcPts val="1800"/>
                        </a:spcBef>
                        <a:buClr>
                          <a:schemeClr val="accent1"/>
                        </a:buClr>
                        <a:buSzPct val="100000"/>
                        <a:buFont typeface="Wingdings 2" pitchFamily="-65" charset="2"/>
                        <a:defRPr>
                          <a:solidFill>
                            <a:schemeClr val="tx2"/>
                          </a:solidFill>
                          <a:latin typeface="Arial" charset="0"/>
                          <a:ea typeface="ＭＳ Ｐゴシック" pitchFamily="-65" charset="-128"/>
                        </a:defRPr>
                      </a:lvl1pPr>
                      <a:lvl2pPr marL="37931725" indent="-37474525" eaLnBrk="0" hangingPunct="0">
                        <a:spcBef>
                          <a:spcPts val="600"/>
                        </a:spcBef>
                        <a:buClr>
                          <a:srgbClr val="031B3C"/>
                        </a:buClr>
                        <a:buSzPct val="100000"/>
                        <a:buFont typeface="Wingdings 2" pitchFamily="-65" charset="2"/>
                        <a:defRPr sz="1600">
                          <a:solidFill>
                            <a:schemeClr val="tx2"/>
                          </a:solidFill>
                          <a:latin typeface="Arial" charset="0"/>
                          <a:ea typeface="ＭＳ Ｐゴシック" pitchFamily="-65" charset="-128"/>
                        </a:defRPr>
                      </a:lvl2pPr>
                      <a:lvl3pPr eaLnBrk="0" hangingPunct="0">
                        <a:spcBef>
                          <a:spcPts val="600"/>
                        </a:spcBef>
                        <a:defRPr sz="1600">
                          <a:solidFill>
                            <a:schemeClr val="tx2"/>
                          </a:solidFill>
                          <a:latin typeface="Arial" charset="0"/>
                          <a:ea typeface="ＭＳ Ｐゴシック" pitchFamily="-65" charset="-128"/>
                        </a:defRPr>
                      </a:lvl3pPr>
                      <a:lvl4pPr eaLnBrk="0" hangingPunct="0">
                        <a:spcBef>
                          <a:spcPts val="600"/>
                        </a:spcBef>
                        <a:defRPr sz="1600">
                          <a:solidFill>
                            <a:schemeClr val="tx2"/>
                          </a:solidFill>
                          <a:latin typeface="Arial" charset="0"/>
                          <a:ea typeface="ＭＳ Ｐゴシック" pitchFamily="-65" charset="-128"/>
                        </a:defRPr>
                      </a:lvl4pPr>
                      <a:lvl5pPr eaLnBrk="0" hangingPunct="0">
                        <a:spcBef>
                          <a:spcPts val="600"/>
                        </a:spcBef>
                        <a:defRPr sz="1600">
                          <a:solidFill>
                            <a:schemeClr val="tx2"/>
                          </a:solidFill>
                          <a:latin typeface="Arial" charset="0"/>
                          <a:ea typeface="ＭＳ Ｐゴシック" pitchFamily="-65" charset="-128"/>
                        </a:defRPr>
                      </a:lvl5pPr>
                      <a:lvl6pPr marL="457200" eaLnBrk="0" fontAlgn="base" hangingPunct="0">
                        <a:spcBef>
                          <a:spcPts val="600"/>
                        </a:spcBef>
                        <a:spcAft>
                          <a:spcPct val="0"/>
                        </a:spcAft>
                        <a:defRPr sz="1600">
                          <a:solidFill>
                            <a:schemeClr val="tx2"/>
                          </a:solidFill>
                          <a:latin typeface="Arial" charset="0"/>
                          <a:ea typeface="ＭＳ Ｐゴシック" pitchFamily="-65" charset="-128"/>
                        </a:defRPr>
                      </a:lvl6pPr>
                      <a:lvl7pPr marL="914400" eaLnBrk="0" fontAlgn="base" hangingPunct="0">
                        <a:spcBef>
                          <a:spcPts val="600"/>
                        </a:spcBef>
                        <a:spcAft>
                          <a:spcPct val="0"/>
                        </a:spcAft>
                        <a:defRPr sz="1600">
                          <a:solidFill>
                            <a:schemeClr val="tx2"/>
                          </a:solidFill>
                          <a:latin typeface="Arial" charset="0"/>
                          <a:ea typeface="ＭＳ Ｐゴシック" pitchFamily="-65" charset="-128"/>
                        </a:defRPr>
                      </a:lvl7pPr>
                      <a:lvl8pPr marL="1371600" eaLnBrk="0" fontAlgn="base" hangingPunct="0">
                        <a:spcBef>
                          <a:spcPts val="600"/>
                        </a:spcBef>
                        <a:spcAft>
                          <a:spcPct val="0"/>
                        </a:spcAft>
                        <a:defRPr sz="1600">
                          <a:solidFill>
                            <a:schemeClr val="tx2"/>
                          </a:solidFill>
                          <a:latin typeface="Arial" charset="0"/>
                          <a:ea typeface="ＭＳ Ｐゴシック" pitchFamily="-65" charset="-128"/>
                        </a:defRPr>
                      </a:lvl8pPr>
                      <a:lvl9pPr marL="1828800" eaLnBrk="0" fontAlgn="base" hangingPunct="0">
                        <a:spcBef>
                          <a:spcPts val="600"/>
                        </a:spcBef>
                        <a:spcAft>
                          <a:spcPct val="0"/>
                        </a:spcAft>
                        <a:defRPr sz="1600">
                          <a:solidFill>
                            <a:schemeClr val="tx2"/>
                          </a:solidFill>
                          <a:latin typeface="Arial" charset="0"/>
                          <a:ea typeface="ＭＳ Ｐゴシック" pitchFamily="-65"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itchFamily="-65" charset="0"/>
                          <a:ea typeface="ＭＳ Ｐゴシック" pitchFamily="-65" charset="-128"/>
                          <a:cs typeface="Times New Roman" pitchFamily="-65" charset="0"/>
                        </a:rPr>
                        <a:t>0.006</a:t>
                      </a:r>
                    </a:p>
                  </a:txBody>
                  <a:tcPr horzOverflow="overflow">
                    <a:lnL w="12700" cap="flat" cmpd="sng" algn="ctr">
                      <a:solidFill>
                        <a:srgbClr val="C76402"/>
                      </a:solidFill>
                      <a:prstDash val="solid"/>
                      <a:round/>
                      <a:headEnd type="none" w="med" len="med"/>
                      <a:tailEnd type="none" w="med" len="med"/>
                    </a:lnL>
                    <a:lnR w="12700" cap="flat" cmpd="sng" algn="ctr">
                      <a:solidFill>
                        <a:srgbClr val="C76402"/>
                      </a:solidFill>
                      <a:prstDash val="solid"/>
                      <a:round/>
                      <a:headEnd type="none" w="med" len="med"/>
                      <a:tailEnd type="none" w="med" len="med"/>
                    </a:lnR>
                    <a:lnT w="25400" cap="flat" cmpd="sng" algn="ctr">
                      <a:solidFill>
                        <a:srgbClr val="C76402"/>
                      </a:solidFill>
                      <a:prstDash val="solid"/>
                      <a:round/>
                      <a:headEnd type="none" w="med" len="med"/>
                      <a:tailEnd type="none" w="med" len="med"/>
                    </a:lnT>
                    <a:lnB w="12700" cap="flat" cmpd="sng" algn="ctr">
                      <a:solidFill>
                        <a:srgbClr val="C76402"/>
                      </a:solidFill>
                      <a:prstDash val="solid"/>
                      <a:round/>
                      <a:headEnd type="none" w="med" len="med"/>
                      <a:tailEnd type="none" w="med" len="med"/>
                    </a:lnB>
                    <a:lnTlToBr>
                      <a:noFill/>
                    </a:lnTlToBr>
                    <a:lnBlToTr>
                      <a:noFill/>
                    </a:lnBlToTr>
                    <a:solidFill>
                      <a:srgbClr val="C76402">
                        <a:alpha val="20000"/>
                      </a:srgbClr>
                    </a:solidFill>
                  </a:tcPr>
                </a:tc>
                <a:tc>
                  <a:txBody>
                    <a:bodyPr/>
                    <a:lstStyle>
                      <a:lvl1pPr eaLnBrk="0" hangingPunct="0">
                        <a:spcBef>
                          <a:spcPts val="1800"/>
                        </a:spcBef>
                        <a:buClr>
                          <a:schemeClr val="accent1"/>
                        </a:buClr>
                        <a:buSzPct val="100000"/>
                        <a:buFont typeface="Wingdings 2" pitchFamily="-65" charset="2"/>
                        <a:defRPr>
                          <a:solidFill>
                            <a:schemeClr val="tx2"/>
                          </a:solidFill>
                          <a:latin typeface="Arial" charset="0"/>
                          <a:ea typeface="ＭＳ Ｐゴシック" pitchFamily="-65" charset="-128"/>
                        </a:defRPr>
                      </a:lvl1pPr>
                      <a:lvl2pPr marL="37931725" indent="-37474525" eaLnBrk="0" hangingPunct="0">
                        <a:spcBef>
                          <a:spcPts val="600"/>
                        </a:spcBef>
                        <a:buClr>
                          <a:srgbClr val="031B3C"/>
                        </a:buClr>
                        <a:buSzPct val="100000"/>
                        <a:buFont typeface="Wingdings 2" pitchFamily="-65" charset="2"/>
                        <a:defRPr sz="1600">
                          <a:solidFill>
                            <a:schemeClr val="tx2"/>
                          </a:solidFill>
                          <a:latin typeface="Arial" charset="0"/>
                          <a:ea typeface="ＭＳ Ｐゴシック" pitchFamily="-65" charset="-128"/>
                        </a:defRPr>
                      </a:lvl2pPr>
                      <a:lvl3pPr eaLnBrk="0" hangingPunct="0">
                        <a:spcBef>
                          <a:spcPts val="600"/>
                        </a:spcBef>
                        <a:defRPr sz="1600">
                          <a:solidFill>
                            <a:schemeClr val="tx2"/>
                          </a:solidFill>
                          <a:latin typeface="Arial" charset="0"/>
                          <a:ea typeface="ＭＳ Ｐゴシック" pitchFamily="-65" charset="-128"/>
                        </a:defRPr>
                      </a:lvl3pPr>
                      <a:lvl4pPr eaLnBrk="0" hangingPunct="0">
                        <a:spcBef>
                          <a:spcPts val="600"/>
                        </a:spcBef>
                        <a:defRPr sz="1600">
                          <a:solidFill>
                            <a:schemeClr val="tx2"/>
                          </a:solidFill>
                          <a:latin typeface="Arial" charset="0"/>
                          <a:ea typeface="ＭＳ Ｐゴシック" pitchFamily="-65" charset="-128"/>
                        </a:defRPr>
                      </a:lvl4pPr>
                      <a:lvl5pPr eaLnBrk="0" hangingPunct="0">
                        <a:spcBef>
                          <a:spcPts val="600"/>
                        </a:spcBef>
                        <a:defRPr sz="1600">
                          <a:solidFill>
                            <a:schemeClr val="tx2"/>
                          </a:solidFill>
                          <a:latin typeface="Arial" charset="0"/>
                          <a:ea typeface="ＭＳ Ｐゴシック" pitchFamily="-65" charset="-128"/>
                        </a:defRPr>
                      </a:lvl5pPr>
                      <a:lvl6pPr marL="457200" eaLnBrk="0" fontAlgn="base" hangingPunct="0">
                        <a:spcBef>
                          <a:spcPts val="600"/>
                        </a:spcBef>
                        <a:spcAft>
                          <a:spcPct val="0"/>
                        </a:spcAft>
                        <a:defRPr sz="1600">
                          <a:solidFill>
                            <a:schemeClr val="tx2"/>
                          </a:solidFill>
                          <a:latin typeface="Arial" charset="0"/>
                          <a:ea typeface="ＭＳ Ｐゴシック" pitchFamily="-65" charset="-128"/>
                        </a:defRPr>
                      </a:lvl6pPr>
                      <a:lvl7pPr marL="914400" eaLnBrk="0" fontAlgn="base" hangingPunct="0">
                        <a:spcBef>
                          <a:spcPts val="600"/>
                        </a:spcBef>
                        <a:spcAft>
                          <a:spcPct val="0"/>
                        </a:spcAft>
                        <a:defRPr sz="1600">
                          <a:solidFill>
                            <a:schemeClr val="tx2"/>
                          </a:solidFill>
                          <a:latin typeface="Arial" charset="0"/>
                          <a:ea typeface="ＭＳ Ｐゴシック" pitchFamily="-65" charset="-128"/>
                        </a:defRPr>
                      </a:lvl7pPr>
                      <a:lvl8pPr marL="1371600" eaLnBrk="0" fontAlgn="base" hangingPunct="0">
                        <a:spcBef>
                          <a:spcPts val="600"/>
                        </a:spcBef>
                        <a:spcAft>
                          <a:spcPct val="0"/>
                        </a:spcAft>
                        <a:defRPr sz="1600">
                          <a:solidFill>
                            <a:schemeClr val="tx2"/>
                          </a:solidFill>
                          <a:latin typeface="Arial" charset="0"/>
                          <a:ea typeface="ＭＳ Ｐゴシック" pitchFamily="-65" charset="-128"/>
                        </a:defRPr>
                      </a:lvl8pPr>
                      <a:lvl9pPr marL="1828800" eaLnBrk="0" fontAlgn="base" hangingPunct="0">
                        <a:spcBef>
                          <a:spcPts val="600"/>
                        </a:spcBef>
                        <a:spcAft>
                          <a:spcPct val="0"/>
                        </a:spcAft>
                        <a:defRPr sz="1600">
                          <a:solidFill>
                            <a:schemeClr val="tx2"/>
                          </a:solidFill>
                          <a:latin typeface="Arial" charset="0"/>
                          <a:ea typeface="ＭＳ Ｐゴシック" pitchFamily="-65"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itchFamily="-65" charset="0"/>
                          <a:ea typeface="ＭＳ Ｐゴシック" pitchFamily="-65" charset="-128"/>
                        </a:rPr>
                        <a:t>0.007</a:t>
                      </a:r>
                      <a:endParaRPr kumimoji="0" lang="en-US" altLang="en-US" sz="1600" b="0" i="0" u="none" strike="noStrike" cap="none" normalizeH="0" baseline="0" dirty="0">
                        <a:ln>
                          <a:noFill/>
                        </a:ln>
                        <a:solidFill>
                          <a:schemeClr val="tx1"/>
                        </a:solidFill>
                        <a:effectLst/>
                        <a:latin typeface="Times New Roman" pitchFamily="-65" charset="0"/>
                        <a:ea typeface="Zapf Dingbats" pitchFamily="-65" charset="2"/>
                      </a:endParaRPr>
                    </a:p>
                  </a:txBody>
                  <a:tcPr horzOverflow="overflow">
                    <a:lnL w="12700" cap="flat" cmpd="sng" algn="ctr">
                      <a:solidFill>
                        <a:srgbClr val="C76402"/>
                      </a:solidFill>
                      <a:prstDash val="solid"/>
                      <a:round/>
                      <a:headEnd type="none" w="med" len="med"/>
                      <a:tailEnd type="none" w="med" len="med"/>
                    </a:lnL>
                    <a:lnR w="12700" cap="flat" cmpd="sng" algn="ctr">
                      <a:solidFill>
                        <a:srgbClr val="C76402"/>
                      </a:solidFill>
                      <a:prstDash val="solid"/>
                      <a:round/>
                      <a:headEnd type="none" w="med" len="med"/>
                      <a:tailEnd type="none" w="med" len="med"/>
                    </a:lnR>
                    <a:lnT w="25400" cap="flat" cmpd="sng" algn="ctr">
                      <a:solidFill>
                        <a:srgbClr val="C76402"/>
                      </a:solidFill>
                      <a:prstDash val="solid"/>
                      <a:round/>
                      <a:headEnd type="none" w="med" len="med"/>
                      <a:tailEnd type="none" w="med" len="med"/>
                    </a:lnT>
                    <a:lnB w="12700" cap="flat" cmpd="sng" algn="ctr">
                      <a:solidFill>
                        <a:srgbClr val="C76402"/>
                      </a:solidFill>
                      <a:prstDash val="solid"/>
                      <a:round/>
                      <a:headEnd type="none" w="med" len="med"/>
                      <a:tailEnd type="none" w="med" len="med"/>
                    </a:lnB>
                    <a:lnTlToBr>
                      <a:noFill/>
                    </a:lnTlToBr>
                    <a:lnBlToTr>
                      <a:noFill/>
                    </a:lnBlToTr>
                    <a:solidFill>
                      <a:srgbClr val="C76402">
                        <a:alpha val="20000"/>
                      </a:srgbClr>
                    </a:solidFill>
                  </a:tcPr>
                </a:tc>
                <a:tc>
                  <a:txBody>
                    <a:bodyPr/>
                    <a:lstStyle>
                      <a:lvl1pPr eaLnBrk="0" hangingPunct="0">
                        <a:spcBef>
                          <a:spcPts val="1800"/>
                        </a:spcBef>
                        <a:buClr>
                          <a:schemeClr val="accent1"/>
                        </a:buClr>
                        <a:buSzPct val="100000"/>
                        <a:buFont typeface="Wingdings 2" pitchFamily="-65" charset="2"/>
                        <a:defRPr>
                          <a:solidFill>
                            <a:schemeClr val="tx2"/>
                          </a:solidFill>
                          <a:latin typeface="Arial" charset="0"/>
                          <a:ea typeface="ＭＳ Ｐゴシック" pitchFamily="-65" charset="-128"/>
                        </a:defRPr>
                      </a:lvl1pPr>
                      <a:lvl2pPr marL="37931725" indent="-37474525" eaLnBrk="0" hangingPunct="0">
                        <a:spcBef>
                          <a:spcPts val="600"/>
                        </a:spcBef>
                        <a:buClr>
                          <a:srgbClr val="031B3C"/>
                        </a:buClr>
                        <a:buSzPct val="100000"/>
                        <a:buFont typeface="Wingdings 2" pitchFamily="-65" charset="2"/>
                        <a:defRPr sz="1600">
                          <a:solidFill>
                            <a:schemeClr val="tx2"/>
                          </a:solidFill>
                          <a:latin typeface="Arial" charset="0"/>
                          <a:ea typeface="ＭＳ Ｐゴシック" pitchFamily="-65" charset="-128"/>
                        </a:defRPr>
                      </a:lvl2pPr>
                      <a:lvl3pPr eaLnBrk="0" hangingPunct="0">
                        <a:spcBef>
                          <a:spcPts val="600"/>
                        </a:spcBef>
                        <a:defRPr sz="1600">
                          <a:solidFill>
                            <a:schemeClr val="tx2"/>
                          </a:solidFill>
                          <a:latin typeface="Arial" charset="0"/>
                          <a:ea typeface="ＭＳ Ｐゴシック" pitchFamily="-65" charset="-128"/>
                        </a:defRPr>
                      </a:lvl3pPr>
                      <a:lvl4pPr eaLnBrk="0" hangingPunct="0">
                        <a:spcBef>
                          <a:spcPts val="600"/>
                        </a:spcBef>
                        <a:defRPr sz="1600">
                          <a:solidFill>
                            <a:schemeClr val="tx2"/>
                          </a:solidFill>
                          <a:latin typeface="Arial" charset="0"/>
                          <a:ea typeface="ＭＳ Ｐゴシック" pitchFamily="-65" charset="-128"/>
                        </a:defRPr>
                      </a:lvl4pPr>
                      <a:lvl5pPr eaLnBrk="0" hangingPunct="0">
                        <a:spcBef>
                          <a:spcPts val="600"/>
                        </a:spcBef>
                        <a:defRPr sz="1600">
                          <a:solidFill>
                            <a:schemeClr val="tx2"/>
                          </a:solidFill>
                          <a:latin typeface="Arial" charset="0"/>
                          <a:ea typeface="ＭＳ Ｐゴシック" pitchFamily="-65" charset="-128"/>
                        </a:defRPr>
                      </a:lvl5pPr>
                      <a:lvl6pPr marL="457200" eaLnBrk="0" fontAlgn="base" hangingPunct="0">
                        <a:spcBef>
                          <a:spcPts val="600"/>
                        </a:spcBef>
                        <a:spcAft>
                          <a:spcPct val="0"/>
                        </a:spcAft>
                        <a:defRPr sz="1600">
                          <a:solidFill>
                            <a:schemeClr val="tx2"/>
                          </a:solidFill>
                          <a:latin typeface="Arial" charset="0"/>
                          <a:ea typeface="ＭＳ Ｐゴシック" pitchFamily="-65" charset="-128"/>
                        </a:defRPr>
                      </a:lvl6pPr>
                      <a:lvl7pPr marL="914400" eaLnBrk="0" fontAlgn="base" hangingPunct="0">
                        <a:spcBef>
                          <a:spcPts val="600"/>
                        </a:spcBef>
                        <a:spcAft>
                          <a:spcPct val="0"/>
                        </a:spcAft>
                        <a:defRPr sz="1600">
                          <a:solidFill>
                            <a:schemeClr val="tx2"/>
                          </a:solidFill>
                          <a:latin typeface="Arial" charset="0"/>
                          <a:ea typeface="ＭＳ Ｐゴシック" pitchFamily="-65" charset="-128"/>
                        </a:defRPr>
                      </a:lvl7pPr>
                      <a:lvl8pPr marL="1371600" eaLnBrk="0" fontAlgn="base" hangingPunct="0">
                        <a:spcBef>
                          <a:spcPts val="600"/>
                        </a:spcBef>
                        <a:spcAft>
                          <a:spcPct val="0"/>
                        </a:spcAft>
                        <a:defRPr sz="1600">
                          <a:solidFill>
                            <a:schemeClr val="tx2"/>
                          </a:solidFill>
                          <a:latin typeface="Arial" charset="0"/>
                          <a:ea typeface="ＭＳ Ｐゴシック" pitchFamily="-65" charset="-128"/>
                        </a:defRPr>
                      </a:lvl8pPr>
                      <a:lvl9pPr marL="1828800" eaLnBrk="0" fontAlgn="base" hangingPunct="0">
                        <a:spcBef>
                          <a:spcPts val="600"/>
                        </a:spcBef>
                        <a:spcAft>
                          <a:spcPct val="0"/>
                        </a:spcAft>
                        <a:defRPr sz="1600">
                          <a:solidFill>
                            <a:schemeClr val="tx2"/>
                          </a:solidFill>
                          <a:latin typeface="Arial" charset="0"/>
                          <a:ea typeface="ＭＳ Ｐゴシック" pitchFamily="-65"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itchFamily="-65" charset="0"/>
                          <a:ea typeface="ＭＳ Ｐゴシック" pitchFamily="-65" charset="-128"/>
                          <a:cs typeface="Times New Roman" pitchFamily="-65" charset="0"/>
                        </a:rPr>
                        <a:t>0.008</a:t>
                      </a:r>
                    </a:p>
                  </a:txBody>
                  <a:tcPr horzOverflow="overflow">
                    <a:lnL w="12700" cap="flat" cmpd="sng" algn="ctr">
                      <a:solidFill>
                        <a:srgbClr val="C76402"/>
                      </a:solidFill>
                      <a:prstDash val="solid"/>
                      <a:round/>
                      <a:headEnd type="none" w="med" len="med"/>
                      <a:tailEnd type="none" w="med" len="med"/>
                    </a:lnL>
                    <a:lnR w="12700" cap="flat" cmpd="sng" algn="ctr">
                      <a:solidFill>
                        <a:srgbClr val="C76402"/>
                      </a:solidFill>
                      <a:prstDash val="solid"/>
                      <a:round/>
                      <a:headEnd type="none" w="med" len="med"/>
                      <a:tailEnd type="none" w="med" len="med"/>
                    </a:lnR>
                    <a:lnT w="25400" cap="flat" cmpd="sng" algn="ctr">
                      <a:solidFill>
                        <a:srgbClr val="C76402"/>
                      </a:solidFill>
                      <a:prstDash val="solid"/>
                      <a:round/>
                      <a:headEnd type="none" w="med" len="med"/>
                      <a:tailEnd type="none" w="med" len="med"/>
                    </a:lnT>
                    <a:lnB w="12700" cap="flat" cmpd="sng" algn="ctr">
                      <a:solidFill>
                        <a:srgbClr val="C76402"/>
                      </a:solidFill>
                      <a:prstDash val="solid"/>
                      <a:round/>
                      <a:headEnd type="none" w="med" len="med"/>
                      <a:tailEnd type="none" w="med" len="med"/>
                    </a:lnB>
                    <a:lnTlToBr>
                      <a:noFill/>
                    </a:lnTlToBr>
                    <a:lnBlToTr>
                      <a:noFill/>
                    </a:lnBlToTr>
                    <a:solidFill>
                      <a:srgbClr val="C76402">
                        <a:alpha val="20000"/>
                      </a:srgbClr>
                    </a:solidFill>
                  </a:tcPr>
                </a:tc>
                <a:tc>
                  <a:txBody>
                    <a:bodyPr/>
                    <a:lstStyle>
                      <a:lvl1pPr eaLnBrk="0" hangingPunct="0">
                        <a:spcBef>
                          <a:spcPts val="1800"/>
                        </a:spcBef>
                        <a:buClr>
                          <a:schemeClr val="accent1"/>
                        </a:buClr>
                        <a:buSzPct val="100000"/>
                        <a:buFont typeface="Wingdings 2" pitchFamily="-65" charset="2"/>
                        <a:defRPr>
                          <a:solidFill>
                            <a:schemeClr val="tx2"/>
                          </a:solidFill>
                          <a:latin typeface="Arial" charset="0"/>
                          <a:ea typeface="ＭＳ Ｐゴシック" pitchFamily="-65" charset="-128"/>
                        </a:defRPr>
                      </a:lvl1pPr>
                      <a:lvl2pPr marL="37931725" indent="-37474525" eaLnBrk="0" hangingPunct="0">
                        <a:spcBef>
                          <a:spcPts val="600"/>
                        </a:spcBef>
                        <a:buClr>
                          <a:srgbClr val="031B3C"/>
                        </a:buClr>
                        <a:buSzPct val="100000"/>
                        <a:buFont typeface="Wingdings 2" pitchFamily="-65" charset="2"/>
                        <a:defRPr sz="1600">
                          <a:solidFill>
                            <a:schemeClr val="tx2"/>
                          </a:solidFill>
                          <a:latin typeface="Arial" charset="0"/>
                          <a:ea typeface="ＭＳ Ｐゴシック" pitchFamily="-65" charset="-128"/>
                        </a:defRPr>
                      </a:lvl2pPr>
                      <a:lvl3pPr eaLnBrk="0" hangingPunct="0">
                        <a:spcBef>
                          <a:spcPts val="600"/>
                        </a:spcBef>
                        <a:defRPr sz="1600">
                          <a:solidFill>
                            <a:schemeClr val="tx2"/>
                          </a:solidFill>
                          <a:latin typeface="Arial" charset="0"/>
                          <a:ea typeface="ＭＳ Ｐゴシック" pitchFamily="-65" charset="-128"/>
                        </a:defRPr>
                      </a:lvl3pPr>
                      <a:lvl4pPr eaLnBrk="0" hangingPunct="0">
                        <a:spcBef>
                          <a:spcPts val="600"/>
                        </a:spcBef>
                        <a:defRPr sz="1600">
                          <a:solidFill>
                            <a:schemeClr val="tx2"/>
                          </a:solidFill>
                          <a:latin typeface="Arial" charset="0"/>
                          <a:ea typeface="ＭＳ Ｐゴシック" pitchFamily="-65" charset="-128"/>
                        </a:defRPr>
                      </a:lvl4pPr>
                      <a:lvl5pPr eaLnBrk="0" hangingPunct="0">
                        <a:spcBef>
                          <a:spcPts val="600"/>
                        </a:spcBef>
                        <a:defRPr sz="1600">
                          <a:solidFill>
                            <a:schemeClr val="tx2"/>
                          </a:solidFill>
                          <a:latin typeface="Arial" charset="0"/>
                          <a:ea typeface="ＭＳ Ｐゴシック" pitchFamily="-65" charset="-128"/>
                        </a:defRPr>
                      </a:lvl5pPr>
                      <a:lvl6pPr marL="457200" eaLnBrk="0" fontAlgn="base" hangingPunct="0">
                        <a:spcBef>
                          <a:spcPts val="600"/>
                        </a:spcBef>
                        <a:spcAft>
                          <a:spcPct val="0"/>
                        </a:spcAft>
                        <a:defRPr sz="1600">
                          <a:solidFill>
                            <a:schemeClr val="tx2"/>
                          </a:solidFill>
                          <a:latin typeface="Arial" charset="0"/>
                          <a:ea typeface="ＭＳ Ｐゴシック" pitchFamily="-65" charset="-128"/>
                        </a:defRPr>
                      </a:lvl6pPr>
                      <a:lvl7pPr marL="914400" eaLnBrk="0" fontAlgn="base" hangingPunct="0">
                        <a:spcBef>
                          <a:spcPts val="600"/>
                        </a:spcBef>
                        <a:spcAft>
                          <a:spcPct val="0"/>
                        </a:spcAft>
                        <a:defRPr sz="1600">
                          <a:solidFill>
                            <a:schemeClr val="tx2"/>
                          </a:solidFill>
                          <a:latin typeface="Arial" charset="0"/>
                          <a:ea typeface="ＭＳ Ｐゴシック" pitchFamily="-65" charset="-128"/>
                        </a:defRPr>
                      </a:lvl7pPr>
                      <a:lvl8pPr marL="1371600" eaLnBrk="0" fontAlgn="base" hangingPunct="0">
                        <a:spcBef>
                          <a:spcPts val="600"/>
                        </a:spcBef>
                        <a:spcAft>
                          <a:spcPct val="0"/>
                        </a:spcAft>
                        <a:defRPr sz="1600">
                          <a:solidFill>
                            <a:schemeClr val="tx2"/>
                          </a:solidFill>
                          <a:latin typeface="Arial" charset="0"/>
                          <a:ea typeface="ＭＳ Ｐゴシック" pitchFamily="-65" charset="-128"/>
                        </a:defRPr>
                      </a:lvl8pPr>
                      <a:lvl9pPr marL="1828800" eaLnBrk="0" fontAlgn="base" hangingPunct="0">
                        <a:spcBef>
                          <a:spcPts val="600"/>
                        </a:spcBef>
                        <a:spcAft>
                          <a:spcPct val="0"/>
                        </a:spcAft>
                        <a:defRPr sz="1600">
                          <a:solidFill>
                            <a:schemeClr val="tx2"/>
                          </a:solidFill>
                          <a:latin typeface="Arial" charset="0"/>
                          <a:ea typeface="ＭＳ Ｐゴシック" pitchFamily="-65"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itchFamily="-65" charset="0"/>
                          <a:ea typeface="ＭＳ Ｐゴシック" pitchFamily="-65" charset="-128"/>
                          <a:cs typeface="Times New Roman" pitchFamily="-65" charset="0"/>
                        </a:rPr>
                        <a:t>0.012</a:t>
                      </a:r>
                    </a:p>
                  </a:txBody>
                  <a:tcPr horzOverflow="overflow">
                    <a:lnL w="12700" cap="flat" cmpd="sng" algn="ctr">
                      <a:solidFill>
                        <a:srgbClr val="C76402"/>
                      </a:solidFill>
                      <a:prstDash val="solid"/>
                      <a:round/>
                      <a:headEnd type="none" w="med" len="med"/>
                      <a:tailEnd type="none" w="med" len="med"/>
                    </a:lnL>
                    <a:lnR w="12700" cap="flat" cmpd="sng" algn="ctr">
                      <a:solidFill>
                        <a:srgbClr val="C76402"/>
                      </a:solidFill>
                      <a:prstDash val="solid"/>
                      <a:round/>
                      <a:headEnd type="none" w="med" len="med"/>
                      <a:tailEnd type="none" w="med" len="med"/>
                    </a:lnR>
                    <a:lnT w="25400" cap="flat" cmpd="sng" algn="ctr">
                      <a:solidFill>
                        <a:srgbClr val="C76402"/>
                      </a:solidFill>
                      <a:prstDash val="solid"/>
                      <a:round/>
                      <a:headEnd type="none" w="med" len="med"/>
                      <a:tailEnd type="none" w="med" len="med"/>
                    </a:lnT>
                    <a:lnB w="12700" cap="flat" cmpd="sng" algn="ctr">
                      <a:solidFill>
                        <a:srgbClr val="C76402"/>
                      </a:solidFill>
                      <a:prstDash val="solid"/>
                      <a:round/>
                      <a:headEnd type="none" w="med" len="med"/>
                      <a:tailEnd type="none" w="med" len="med"/>
                    </a:lnB>
                    <a:lnTlToBr>
                      <a:noFill/>
                    </a:lnTlToBr>
                    <a:lnBlToTr>
                      <a:noFill/>
                    </a:lnBlToTr>
                    <a:solidFill>
                      <a:srgbClr val="C76402">
                        <a:alpha val="20000"/>
                      </a:srgbClr>
                    </a:solidFill>
                  </a:tcPr>
                </a:tc>
                <a:tc>
                  <a:txBody>
                    <a:bodyPr/>
                    <a:lstStyle>
                      <a:lvl1pPr eaLnBrk="0" hangingPunct="0">
                        <a:spcBef>
                          <a:spcPts val="1800"/>
                        </a:spcBef>
                        <a:buClr>
                          <a:schemeClr val="accent1"/>
                        </a:buClr>
                        <a:buSzPct val="100000"/>
                        <a:buFont typeface="Wingdings 2" pitchFamily="-65" charset="2"/>
                        <a:defRPr>
                          <a:solidFill>
                            <a:schemeClr val="tx2"/>
                          </a:solidFill>
                          <a:latin typeface="Arial" charset="0"/>
                          <a:ea typeface="ＭＳ Ｐゴシック" pitchFamily="-65" charset="-128"/>
                        </a:defRPr>
                      </a:lvl1pPr>
                      <a:lvl2pPr marL="37931725" indent="-37474525" eaLnBrk="0" hangingPunct="0">
                        <a:spcBef>
                          <a:spcPts val="600"/>
                        </a:spcBef>
                        <a:buClr>
                          <a:srgbClr val="031B3C"/>
                        </a:buClr>
                        <a:buSzPct val="100000"/>
                        <a:buFont typeface="Wingdings 2" pitchFamily="-65" charset="2"/>
                        <a:defRPr sz="1600">
                          <a:solidFill>
                            <a:schemeClr val="tx2"/>
                          </a:solidFill>
                          <a:latin typeface="Arial" charset="0"/>
                          <a:ea typeface="ＭＳ Ｐゴシック" pitchFamily="-65" charset="-128"/>
                        </a:defRPr>
                      </a:lvl2pPr>
                      <a:lvl3pPr eaLnBrk="0" hangingPunct="0">
                        <a:spcBef>
                          <a:spcPts val="600"/>
                        </a:spcBef>
                        <a:defRPr sz="1600">
                          <a:solidFill>
                            <a:schemeClr val="tx2"/>
                          </a:solidFill>
                          <a:latin typeface="Arial" charset="0"/>
                          <a:ea typeface="ＭＳ Ｐゴシック" pitchFamily="-65" charset="-128"/>
                        </a:defRPr>
                      </a:lvl3pPr>
                      <a:lvl4pPr eaLnBrk="0" hangingPunct="0">
                        <a:spcBef>
                          <a:spcPts val="600"/>
                        </a:spcBef>
                        <a:defRPr sz="1600">
                          <a:solidFill>
                            <a:schemeClr val="tx2"/>
                          </a:solidFill>
                          <a:latin typeface="Arial" charset="0"/>
                          <a:ea typeface="ＭＳ Ｐゴシック" pitchFamily="-65" charset="-128"/>
                        </a:defRPr>
                      </a:lvl4pPr>
                      <a:lvl5pPr eaLnBrk="0" hangingPunct="0">
                        <a:spcBef>
                          <a:spcPts val="600"/>
                        </a:spcBef>
                        <a:defRPr sz="1600">
                          <a:solidFill>
                            <a:schemeClr val="tx2"/>
                          </a:solidFill>
                          <a:latin typeface="Arial" charset="0"/>
                          <a:ea typeface="ＭＳ Ｐゴシック" pitchFamily="-65" charset="-128"/>
                        </a:defRPr>
                      </a:lvl5pPr>
                      <a:lvl6pPr marL="457200" eaLnBrk="0" fontAlgn="base" hangingPunct="0">
                        <a:spcBef>
                          <a:spcPts val="600"/>
                        </a:spcBef>
                        <a:spcAft>
                          <a:spcPct val="0"/>
                        </a:spcAft>
                        <a:defRPr sz="1600">
                          <a:solidFill>
                            <a:schemeClr val="tx2"/>
                          </a:solidFill>
                          <a:latin typeface="Arial" charset="0"/>
                          <a:ea typeface="ＭＳ Ｐゴシック" pitchFamily="-65" charset="-128"/>
                        </a:defRPr>
                      </a:lvl6pPr>
                      <a:lvl7pPr marL="914400" eaLnBrk="0" fontAlgn="base" hangingPunct="0">
                        <a:spcBef>
                          <a:spcPts val="600"/>
                        </a:spcBef>
                        <a:spcAft>
                          <a:spcPct val="0"/>
                        </a:spcAft>
                        <a:defRPr sz="1600">
                          <a:solidFill>
                            <a:schemeClr val="tx2"/>
                          </a:solidFill>
                          <a:latin typeface="Arial" charset="0"/>
                          <a:ea typeface="ＭＳ Ｐゴシック" pitchFamily="-65" charset="-128"/>
                        </a:defRPr>
                      </a:lvl7pPr>
                      <a:lvl8pPr marL="1371600" eaLnBrk="0" fontAlgn="base" hangingPunct="0">
                        <a:spcBef>
                          <a:spcPts val="600"/>
                        </a:spcBef>
                        <a:spcAft>
                          <a:spcPct val="0"/>
                        </a:spcAft>
                        <a:defRPr sz="1600">
                          <a:solidFill>
                            <a:schemeClr val="tx2"/>
                          </a:solidFill>
                          <a:latin typeface="Arial" charset="0"/>
                          <a:ea typeface="ＭＳ Ｐゴシック" pitchFamily="-65" charset="-128"/>
                        </a:defRPr>
                      </a:lvl8pPr>
                      <a:lvl9pPr marL="1828800" eaLnBrk="0" fontAlgn="base" hangingPunct="0">
                        <a:spcBef>
                          <a:spcPts val="600"/>
                        </a:spcBef>
                        <a:spcAft>
                          <a:spcPct val="0"/>
                        </a:spcAft>
                        <a:defRPr sz="1600">
                          <a:solidFill>
                            <a:schemeClr val="tx2"/>
                          </a:solidFill>
                          <a:latin typeface="Arial" charset="0"/>
                          <a:ea typeface="ＭＳ Ｐゴシック" pitchFamily="-65"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itchFamily="-65" charset="0"/>
                          <a:ea typeface="ＭＳ Ｐゴシック" pitchFamily="-65" charset="-128"/>
                        </a:rPr>
                        <a:t>0.020</a:t>
                      </a:r>
                      <a:endParaRPr kumimoji="0" lang="en-US" altLang="en-US" sz="1600" b="0" i="0" u="none" strike="noStrike" cap="none" normalizeH="0" baseline="0" dirty="0">
                        <a:ln>
                          <a:noFill/>
                        </a:ln>
                        <a:solidFill>
                          <a:schemeClr val="tx1"/>
                        </a:solidFill>
                        <a:effectLst/>
                        <a:latin typeface="Times New Roman" pitchFamily="-65" charset="0"/>
                        <a:ea typeface="Zapf Dingbats" pitchFamily="-65" charset="2"/>
                      </a:endParaRPr>
                    </a:p>
                  </a:txBody>
                  <a:tcPr horzOverflow="overflow">
                    <a:lnL w="12700" cap="flat" cmpd="sng" algn="ctr">
                      <a:solidFill>
                        <a:srgbClr val="C76402"/>
                      </a:solidFill>
                      <a:prstDash val="solid"/>
                      <a:round/>
                      <a:headEnd type="none" w="med" len="med"/>
                      <a:tailEnd type="none" w="med" len="med"/>
                    </a:lnL>
                    <a:lnR w="12700" cap="flat" cmpd="sng" algn="ctr">
                      <a:solidFill>
                        <a:srgbClr val="C76402"/>
                      </a:solidFill>
                      <a:prstDash val="solid"/>
                      <a:round/>
                      <a:headEnd type="none" w="med" len="med"/>
                      <a:tailEnd type="none" w="med" len="med"/>
                    </a:lnR>
                    <a:lnT w="25400" cap="flat" cmpd="sng" algn="ctr">
                      <a:solidFill>
                        <a:srgbClr val="C76402"/>
                      </a:solidFill>
                      <a:prstDash val="solid"/>
                      <a:round/>
                      <a:headEnd type="none" w="med" len="med"/>
                      <a:tailEnd type="none" w="med" len="med"/>
                    </a:lnT>
                    <a:lnB w="12700" cap="flat" cmpd="sng" algn="ctr">
                      <a:solidFill>
                        <a:srgbClr val="C76402"/>
                      </a:solidFill>
                      <a:prstDash val="solid"/>
                      <a:round/>
                      <a:headEnd type="none" w="med" len="med"/>
                      <a:tailEnd type="none" w="med" len="med"/>
                    </a:lnB>
                    <a:lnTlToBr>
                      <a:noFill/>
                    </a:lnTlToBr>
                    <a:lnBlToTr>
                      <a:noFill/>
                    </a:lnBlToTr>
                    <a:solidFill>
                      <a:srgbClr val="C76402">
                        <a:alpha val="20000"/>
                      </a:srgbClr>
                    </a:solidFill>
                  </a:tcPr>
                </a:tc>
                <a:tc>
                  <a:txBody>
                    <a:bodyPr/>
                    <a:lstStyle>
                      <a:lvl1pPr eaLnBrk="0" hangingPunct="0">
                        <a:spcBef>
                          <a:spcPts val="1800"/>
                        </a:spcBef>
                        <a:buClr>
                          <a:schemeClr val="accent1"/>
                        </a:buClr>
                        <a:buSzPct val="100000"/>
                        <a:buFont typeface="Wingdings 2" pitchFamily="-65" charset="2"/>
                        <a:defRPr>
                          <a:solidFill>
                            <a:schemeClr val="tx2"/>
                          </a:solidFill>
                          <a:latin typeface="Arial" charset="0"/>
                          <a:ea typeface="ＭＳ Ｐゴシック" pitchFamily="-65" charset="-128"/>
                        </a:defRPr>
                      </a:lvl1pPr>
                      <a:lvl2pPr marL="37931725" indent="-37474525" eaLnBrk="0" hangingPunct="0">
                        <a:spcBef>
                          <a:spcPts val="600"/>
                        </a:spcBef>
                        <a:buClr>
                          <a:srgbClr val="031B3C"/>
                        </a:buClr>
                        <a:buSzPct val="100000"/>
                        <a:buFont typeface="Wingdings 2" pitchFamily="-65" charset="2"/>
                        <a:defRPr sz="1600">
                          <a:solidFill>
                            <a:schemeClr val="tx2"/>
                          </a:solidFill>
                          <a:latin typeface="Arial" charset="0"/>
                          <a:ea typeface="ＭＳ Ｐゴシック" pitchFamily="-65" charset="-128"/>
                        </a:defRPr>
                      </a:lvl2pPr>
                      <a:lvl3pPr eaLnBrk="0" hangingPunct="0">
                        <a:spcBef>
                          <a:spcPts val="600"/>
                        </a:spcBef>
                        <a:defRPr sz="1600">
                          <a:solidFill>
                            <a:schemeClr val="tx2"/>
                          </a:solidFill>
                          <a:latin typeface="Arial" charset="0"/>
                          <a:ea typeface="ＭＳ Ｐゴシック" pitchFamily="-65" charset="-128"/>
                        </a:defRPr>
                      </a:lvl3pPr>
                      <a:lvl4pPr eaLnBrk="0" hangingPunct="0">
                        <a:spcBef>
                          <a:spcPts val="600"/>
                        </a:spcBef>
                        <a:defRPr sz="1600">
                          <a:solidFill>
                            <a:schemeClr val="tx2"/>
                          </a:solidFill>
                          <a:latin typeface="Arial" charset="0"/>
                          <a:ea typeface="ＭＳ Ｐゴシック" pitchFamily="-65" charset="-128"/>
                        </a:defRPr>
                      </a:lvl4pPr>
                      <a:lvl5pPr eaLnBrk="0" hangingPunct="0">
                        <a:spcBef>
                          <a:spcPts val="600"/>
                        </a:spcBef>
                        <a:defRPr sz="1600">
                          <a:solidFill>
                            <a:schemeClr val="tx2"/>
                          </a:solidFill>
                          <a:latin typeface="Arial" charset="0"/>
                          <a:ea typeface="ＭＳ Ｐゴシック" pitchFamily="-65" charset="-128"/>
                        </a:defRPr>
                      </a:lvl5pPr>
                      <a:lvl6pPr marL="457200" eaLnBrk="0" fontAlgn="base" hangingPunct="0">
                        <a:spcBef>
                          <a:spcPts val="600"/>
                        </a:spcBef>
                        <a:spcAft>
                          <a:spcPct val="0"/>
                        </a:spcAft>
                        <a:defRPr sz="1600">
                          <a:solidFill>
                            <a:schemeClr val="tx2"/>
                          </a:solidFill>
                          <a:latin typeface="Arial" charset="0"/>
                          <a:ea typeface="ＭＳ Ｐゴシック" pitchFamily="-65" charset="-128"/>
                        </a:defRPr>
                      </a:lvl6pPr>
                      <a:lvl7pPr marL="914400" eaLnBrk="0" fontAlgn="base" hangingPunct="0">
                        <a:spcBef>
                          <a:spcPts val="600"/>
                        </a:spcBef>
                        <a:spcAft>
                          <a:spcPct val="0"/>
                        </a:spcAft>
                        <a:defRPr sz="1600">
                          <a:solidFill>
                            <a:schemeClr val="tx2"/>
                          </a:solidFill>
                          <a:latin typeface="Arial" charset="0"/>
                          <a:ea typeface="ＭＳ Ｐゴシック" pitchFamily="-65" charset="-128"/>
                        </a:defRPr>
                      </a:lvl7pPr>
                      <a:lvl8pPr marL="1371600" eaLnBrk="0" fontAlgn="base" hangingPunct="0">
                        <a:spcBef>
                          <a:spcPts val="600"/>
                        </a:spcBef>
                        <a:spcAft>
                          <a:spcPct val="0"/>
                        </a:spcAft>
                        <a:defRPr sz="1600">
                          <a:solidFill>
                            <a:schemeClr val="tx2"/>
                          </a:solidFill>
                          <a:latin typeface="Arial" charset="0"/>
                          <a:ea typeface="ＭＳ Ｐゴシック" pitchFamily="-65" charset="-128"/>
                        </a:defRPr>
                      </a:lvl8pPr>
                      <a:lvl9pPr marL="1828800" eaLnBrk="0" fontAlgn="base" hangingPunct="0">
                        <a:spcBef>
                          <a:spcPts val="600"/>
                        </a:spcBef>
                        <a:spcAft>
                          <a:spcPct val="0"/>
                        </a:spcAft>
                        <a:defRPr sz="1600">
                          <a:solidFill>
                            <a:schemeClr val="tx2"/>
                          </a:solidFill>
                          <a:latin typeface="Arial" charset="0"/>
                          <a:ea typeface="ＭＳ Ｐゴシック" pitchFamily="-65"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itchFamily="-65" charset="0"/>
                          <a:ea typeface="ＭＳ Ｐゴシック" pitchFamily="-65" charset="-128"/>
                          <a:cs typeface="Times New Roman" pitchFamily="-65" charset="0"/>
                        </a:rPr>
                        <a:t>0.038</a:t>
                      </a:r>
                    </a:p>
                  </a:txBody>
                  <a:tcPr horzOverflow="overflow">
                    <a:lnL w="12700" cap="flat" cmpd="sng" algn="ctr">
                      <a:solidFill>
                        <a:srgbClr val="C76402"/>
                      </a:solidFill>
                      <a:prstDash val="solid"/>
                      <a:round/>
                      <a:headEnd type="none" w="med" len="med"/>
                      <a:tailEnd type="none" w="med" len="med"/>
                    </a:lnL>
                    <a:lnR w="12700" cap="flat" cmpd="sng" algn="ctr">
                      <a:solidFill>
                        <a:srgbClr val="C76402"/>
                      </a:solidFill>
                      <a:prstDash val="solid"/>
                      <a:round/>
                      <a:headEnd type="none" w="med" len="med"/>
                      <a:tailEnd type="none" w="med" len="med"/>
                    </a:lnR>
                    <a:lnT w="25400" cap="flat" cmpd="sng" algn="ctr">
                      <a:solidFill>
                        <a:srgbClr val="C76402"/>
                      </a:solidFill>
                      <a:prstDash val="solid"/>
                      <a:round/>
                      <a:headEnd type="none" w="med" len="med"/>
                      <a:tailEnd type="none" w="med" len="med"/>
                    </a:lnT>
                    <a:lnB w="12700" cap="flat" cmpd="sng" algn="ctr">
                      <a:solidFill>
                        <a:srgbClr val="C76402"/>
                      </a:solidFill>
                      <a:prstDash val="solid"/>
                      <a:round/>
                      <a:headEnd type="none" w="med" len="med"/>
                      <a:tailEnd type="none" w="med" len="med"/>
                    </a:lnB>
                    <a:lnTlToBr>
                      <a:noFill/>
                    </a:lnTlToBr>
                    <a:lnBlToTr>
                      <a:noFill/>
                    </a:lnBlToTr>
                    <a:solidFill>
                      <a:srgbClr val="C76402">
                        <a:alpha val="20000"/>
                      </a:srgbClr>
                    </a:solidFill>
                  </a:tcPr>
                </a:tc>
                <a:tc>
                  <a:txBody>
                    <a:bodyPr/>
                    <a:lstStyle>
                      <a:lvl1pPr eaLnBrk="0" hangingPunct="0">
                        <a:spcBef>
                          <a:spcPts val="1800"/>
                        </a:spcBef>
                        <a:buClr>
                          <a:schemeClr val="accent1"/>
                        </a:buClr>
                        <a:buSzPct val="100000"/>
                        <a:buFont typeface="Wingdings 2" pitchFamily="-65" charset="2"/>
                        <a:defRPr>
                          <a:solidFill>
                            <a:schemeClr val="tx2"/>
                          </a:solidFill>
                          <a:latin typeface="Arial" charset="0"/>
                          <a:ea typeface="ＭＳ Ｐゴシック" pitchFamily="-65" charset="-128"/>
                        </a:defRPr>
                      </a:lvl1pPr>
                      <a:lvl2pPr marL="37931725" indent="-37474525" eaLnBrk="0" hangingPunct="0">
                        <a:spcBef>
                          <a:spcPts val="600"/>
                        </a:spcBef>
                        <a:buClr>
                          <a:srgbClr val="031B3C"/>
                        </a:buClr>
                        <a:buSzPct val="100000"/>
                        <a:buFont typeface="Wingdings 2" pitchFamily="-65" charset="2"/>
                        <a:defRPr sz="1600">
                          <a:solidFill>
                            <a:schemeClr val="tx2"/>
                          </a:solidFill>
                          <a:latin typeface="Arial" charset="0"/>
                          <a:ea typeface="ＭＳ Ｐゴシック" pitchFamily="-65" charset="-128"/>
                        </a:defRPr>
                      </a:lvl2pPr>
                      <a:lvl3pPr eaLnBrk="0" hangingPunct="0">
                        <a:spcBef>
                          <a:spcPts val="600"/>
                        </a:spcBef>
                        <a:defRPr sz="1600">
                          <a:solidFill>
                            <a:schemeClr val="tx2"/>
                          </a:solidFill>
                          <a:latin typeface="Arial" charset="0"/>
                          <a:ea typeface="ＭＳ Ｐゴシック" pitchFamily="-65" charset="-128"/>
                        </a:defRPr>
                      </a:lvl3pPr>
                      <a:lvl4pPr eaLnBrk="0" hangingPunct="0">
                        <a:spcBef>
                          <a:spcPts val="600"/>
                        </a:spcBef>
                        <a:defRPr sz="1600">
                          <a:solidFill>
                            <a:schemeClr val="tx2"/>
                          </a:solidFill>
                          <a:latin typeface="Arial" charset="0"/>
                          <a:ea typeface="ＭＳ Ｐゴシック" pitchFamily="-65" charset="-128"/>
                        </a:defRPr>
                      </a:lvl4pPr>
                      <a:lvl5pPr eaLnBrk="0" hangingPunct="0">
                        <a:spcBef>
                          <a:spcPts val="600"/>
                        </a:spcBef>
                        <a:defRPr sz="1600">
                          <a:solidFill>
                            <a:schemeClr val="tx2"/>
                          </a:solidFill>
                          <a:latin typeface="Arial" charset="0"/>
                          <a:ea typeface="ＭＳ Ｐゴシック" pitchFamily="-65" charset="-128"/>
                        </a:defRPr>
                      </a:lvl5pPr>
                      <a:lvl6pPr marL="457200" eaLnBrk="0" fontAlgn="base" hangingPunct="0">
                        <a:spcBef>
                          <a:spcPts val="600"/>
                        </a:spcBef>
                        <a:spcAft>
                          <a:spcPct val="0"/>
                        </a:spcAft>
                        <a:defRPr sz="1600">
                          <a:solidFill>
                            <a:schemeClr val="tx2"/>
                          </a:solidFill>
                          <a:latin typeface="Arial" charset="0"/>
                          <a:ea typeface="ＭＳ Ｐゴシック" pitchFamily="-65" charset="-128"/>
                        </a:defRPr>
                      </a:lvl6pPr>
                      <a:lvl7pPr marL="914400" eaLnBrk="0" fontAlgn="base" hangingPunct="0">
                        <a:spcBef>
                          <a:spcPts val="600"/>
                        </a:spcBef>
                        <a:spcAft>
                          <a:spcPct val="0"/>
                        </a:spcAft>
                        <a:defRPr sz="1600">
                          <a:solidFill>
                            <a:schemeClr val="tx2"/>
                          </a:solidFill>
                          <a:latin typeface="Arial" charset="0"/>
                          <a:ea typeface="ＭＳ Ｐゴシック" pitchFamily="-65" charset="-128"/>
                        </a:defRPr>
                      </a:lvl7pPr>
                      <a:lvl8pPr marL="1371600" eaLnBrk="0" fontAlgn="base" hangingPunct="0">
                        <a:spcBef>
                          <a:spcPts val="600"/>
                        </a:spcBef>
                        <a:spcAft>
                          <a:spcPct val="0"/>
                        </a:spcAft>
                        <a:defRPr sz="1600">
                          <a:solidFill>
                            <a:schemeClr val="tx2"/>
                          </a:solidFill>
                          <a:latin typeface="Arial" charset="0"/>
                          <a:ea typeface="ＭＳ Ｐゴシック" pitchFamily="-65" charset="-128"/>
                        </a:defRPr>
                      </a:lvl8pPr>
                      <a:lvl9pPr marL="1828800" eaLnBrk="0" fontAlgn="base" hangingPunct="0">
                        <a:spcBef>
                          <a:spcPts val="600"/>
                        </a:spcBef>
                        <a:spcAft>
                          <a:spcPct val="0"/>
                        </a:spcAft>
                        <a:defRPr sz="1600">
                          <a:solidFill>
                            <a:schemeClr val="tx2"/>
                          </a:solidFill>
                          <a:latin typeface="Arial" charset="0"/>
                          <a:ea typeface="ＭＳ Ｐゴシック" pitchFamily="-65"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pitchFamily="-65" charset="0"/>
                          <a:ea typeface="ＭＳ Ｐゴシック" pitchFamily="-65" charset="-128"/>
                          <a:cs typeface="Times New Roman" pitchFamily="-65" charset="0"/>
                        </a:rPr>
                        <a:t>0.099</a:t>
                      </a:r>
                    </a:p>
                  </a:txBody>
                  <a:tcPr horzOverflow="overflow">
                    <a:lnL w="12700" cap="flat" cmpd="sng" algn="ctr">
                      <a:solidFill>
                        <a:srgbClr val="C76402"/>
                      </a:solidFill>
                      <a:prstDash val="solid"/>
                      <a:round/>
                      <a:headEnd type="none" w="med" len="med"/>
                      <a:tailEnd type="none" w="med" len="med"/>
                    </a:lnL>
                    <a:lnR w="12700" cap="flat" cmpd="sng" algn="ctr">
                      <a:solidFill>
                        <a:srgbClr val="C76402"/>
                      </a:solidFill>
                      <a:prstDash val="solid"/>
                      <a:round/>
                      <a:headEnd type="none" w="med" len="med"/>
                      <a:tailEnd type="none" w="med" len="med"/>
                    </a:lnR>
                    <a:lnT w="25400" cap="flat" cmpd="sng" algn="ctr">
                      <a:solidFill>
                        <a:srgbClr val="C76402"/>
                      </a:solidFill>
                      <a:prstDash val="solid"/>
                      <a:round/>
                      <a:headEnd type="none" w="med" len="med"/>
                      <a:tailEnd type="none" w="med" len="med"/>
                    </a:lnT>
                    <a:lnB w="12700" cap="flat" cmpd="sng" algn="ctr">
                      <a:solidFill>
                        <a:srgbClr val="C76402"/>
                      </a:solidFill>
                      <a:prstDash val="solid"/>
                      <a:round/>
                      <a:headEnd type="none" w="med" len="med"/>
                      <a:tailEnd type="none" w="med" len="med"/>
                    </a:lnB>
                    <a:lnTlToBr>
                      <a:noFill/>
                    </a:lnTlToBr>
                    <a:lnBlToTr>
                      <a:noFill/>
                    </a:lnBlToTr>
                    <a:solidFill>
                      <a:srgbClr val="C76402">
                        <a:alpha val="20000"/>
                      </a:srgbClr>
                    </a:solidFill>
                  </a:tcPr>
                </a:tc>
                <a:tc>
                  <a:txBody>
                    <a:bodyPr/>
                    <a:lstStyle>
                      <a:lvl1pPr eaLnBrk="0" hangingPunct="0">
                        <a:spcBef>
                          <a:spcPts val="1800"/>
                        </a:spcBef>
                        <a:buClr>
                          <a:schemeClr val="accent1"/>
                        </a:buClr>
                        <a:buSzPct val="100000"/>
                        <a:buFont typeface="Wingdings 2" pitchFamily="-65" charset="2"/>
                        <a:defRPr>
                          <a:solidFill>
                            <a:schemeClr val="tx2"/>
                          </a:solidFill>
                          <a:latin typeface="Arial" charset="0"/>
                          <a:ea typeface="ＭＳ Ｐゴシック" pitchFamily="-65" charset="-128"/>
                        </a:defRPr>
                      </a:lvl1pPr>
                      <a:lvl2pPr marL="37931725" indent="-37474525" eaLnBrk="0" hangingPunct="0">
                        <a:spcBef>
                          <a:spcPts val="600"/>
                        </a:spcBef>
                        <a:buClr>
                          <a:srgbClr val="031B3C"/>
                        </a:buClr>
                        <a:buSzPct val="100000"/>
                        <a:buFont typeface="Wingdings 2" pitchFamily="-65" charset="2"/>
                        <a:defRPr sz="1600">
                          <a:solidFill>
                            <a:schemeClr val="tx2"/>
                          </a:solidFill>
                          <a:latin typeface="Arial" charset="0"/>
                          <a:ea typeface="ＭＳ Ｐゴシック" pitchFamily="-65" charset="-128"/>
                        </a:defRPr>
                      </a:lvl2pPr>
                      <a:lvl3pPr eaLnBrk="0" hangingPunct="0">
                        <a:spcBef>
                          <a:spcPts val="600"/>
                        </a:spcBef>
                        <a:defRPr sz="1600">
                          <a:solidFill>
                            <a:schemeClr val="tx2"/>
                          </a:solidFill>
                          <a:latin typeface="Arial" charset="0"/>
                          <a:ea typeface="ＭＳ Ｐゴシック" pitchFamily="-65" charset="-128"/>
                        </a:defRPr>
                      </a:lvl3pPr>
                      <a:lvl4pPr eaLnBrk="0" hangingPunct="0">
                        <a:spcBef>
                          <a:spcPts val="600"/>
                        </a:spcBef>
                        <a:defRPr sz="1600">
                          <a:solidFill>
                            <a:schemeClr val="tx2"/>
                          </a:solidFill>
                          <a:latin typeface="Arial" charset="0"/>
                          <a:ea typeface="ＭＳ Ｐゴシック" pitchFamily="-65" charset="-128"/>
                        </a:defRPr>
                      </a:lvl4pPr>
                      <a:lvl5pPr eaLnBrk="0" hangingPunct="0">
                        <a:spcBef>
                          <a:spcPts val="600"/>
                        </a:spcBef>
                        <a:defRPr sz="1600">
                          <a:solidFill>
                            <a:schemeClr val="tx2"/>
                          </a:solidFill>
                          <a:latin typeface="Arial" charset="0"/>
                          <a:ea typeface="ＭＳ Ｐゴシック" pitchFamily="-65" charset="-128"/>
                        </a:defRPr>
                      </a:lvl5pPr>
                      <a:lvl6pPr marL="457200" eaLnBrk="0" fontAlgn="base" hangingPunct="0">
                        <a:spcBef>
                          <a:spcPts val="600"/>
                        </a:spcBef>
                        <a:spcAft>
                          <a:spcPct val="0"/>
                        </a:spcAft>
                        <a:defRPr sz="1600">
                          <a:solidFill>
                            <a:schemeClr val="tx2"/>
                          </a:solidFill>
                          <a:latin typeface="Arial" charset="0"/>
                          <a:ea typeface="ＭＳ Ｐゴシック" pitchFamily="-65" charset="-128"/>
                        </a:defRPr>
                      </a:lvl6pPr>
                      <a:lvl7pPr marL="914400" eaLnBrk="0" fontAlgn="base" hangingPunct="0">
                        <a:spcBef>
                          <a:spcPts val="600"/>
                        </a:spcBef>
                        <a:spcAft>
                          <a:spcPct val="0"/>
                        </a:spcAft>
                        <a:defRPr sz="1600">
                          <a:solidFill>
                            <a:schemeClr val="tx2"/>
                          </a:solidFill>
                          <a:latin typeface="Arial" charset="0"/>
                          <a:ea typeface="ＭＳ Ｐゴシック" pitchFamily="-65" charset="-128"/>
                        </a:defRPr>
                      </a:lvl7pPr>
                      <a:lvl8pPr marL="1371600" eaLnBrk="0" fontAlgn="base" hangingPunct="0">
                        <a:spcBef>
                          <a:spcPts val="600"/>
                        </a:spcBef>
                        <a:spcAft>
                          <a:spcPct val="0"/>
                        </a:spcAft>
                        <a:defRPr sz="1600">
                          <a:solidFill>
                            <a:schemeClr val="tx2"/>
                          </a:solidFill>
                          <a:latin typeface="Arial" charset="0"/>
                          <a:ea typeface="ＭＳ Ｐゴシック" pitchFamily="-65" charset="-128"/>
                        </a:defRPr>
                      </a:lvl8pPr>
                      <a:lvl9pPr marL="1828800" eaLnBrk="0" fontAlgn="base" hangingPunct="0">
                        <a:spcBef>
                          <a:spcPts val="600"/>
                        </a:spcBef>
                        <a:spcAft>
                          <a:spcPct val="0"/>
                        </a:spcAft>
                        <a:defRPr sz="1600">
                          <a:solidFill>
                            <a:schemeClr val="tx2"/>
                          </a:solidFill>
                          <a:latin typeface="Arial" charset="0"/>
                          <a:ea typeface="ＭＳ Ｐゴシック" pitchFamily="-65"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pitchFamily="-65" charset="0"/>
                          <a:ea typeface="ＭＳ Ｐゴシック" pitchFamily="-65" charset="-128"/>
                          <a:cs typeface="Times New Roman" pitchFamily="-65" charset="0"/>
                        </a:rPr>
                        <a:t>0.319</a:t>
                      </a:r>
                    </a:p>
                  </a:txBody>
                  <a:tcPr horzOverflow="overflow">
                    <a:lnL w="12700" cap="flat" cmpd="sng" algn="ctr">
                      <a:solidFill>
                        <a:srgbClr val="C76402"/>
                      </a:solidFill>
                      <a:prstDash val="solid"/>
                      <a:round/>
                      <a:headEnd type="none" w="med" len="med"/>
                      <a:tailEnd type="none" w="med" len="med"/>
                    </a:lnL>
                    <a:lnR w="12700" cap="flat" cmpd="sng" algn="ctr">
                      <a:solidFill>
                        <a:srgbClr val="C76402"/>
                      </a:solidFill>
                      <a:prstDash val="solid"/>
                      <a:round/>
                      <a:headEnd type="none" w="med" len="med"/>
                      <a:tailEnd type="none" w="med" len="med"/>
                    </a:lnR>
                    <a:lnT w="25400" cap="flat" cmpd="sng" algn="ctr">
                      <a:solidFill>
                        <a:srgbClr val="C76402"/>
                      </a:solidFill>
                      <a:prstDash val="solid"/>
                      <a:round/>
                      <a:headEnd type="none" w="med" len="med"/>
                      <a:tailEnd type="none" w="med" len="med"/>
                    </a:lnT>
                    <a:lnB w="12700" cap="flat" cmpd="sng" algn="ctr">
                      <a:solidFill>
                        <a:srgbClr val="C76402"/>
                      </a:solidFill>
                      <a:prstDash val="solid"/>
                      <a:round/>
                      <a:headEnd type="none" w="med" len="med"/>
                      <a:tailEnd type="none" w="med" len="med"/>
                    </a:lnB>
                    <a:lnTlToBr>
                      <a:noFill/>
                    </a:lnTlToBr>
                    <a:lnBlToTr>
                      <a:noFill/>
                    </a:lnBlToTr>
                    <a:solidFill>
                      <a:srgbClr val="C76402">
                        <a:alpha val="20000"/>
                      </a:srgbClr>
                    </a:solidFill>
                  </a:tcPr>
                </a:tc>
                <a:tc>
                  <a:txBody>
                    <a:bodyPr/>
                    <a:lstStyle>
                      <a:lvl1pPr eaLnBrk="0" hangingPunct="0">
                        <a:spcBef>
                          <a:spcPts val="1800"/>
                        </a:spcBef>
                        <a:buClr>
                          <a:schemeClr val="accent1"/>
                        </a:buClr>
                        <a:buSzPct val="100000"/>
                        <a:buFont typeface="Wingdings 2" pitchFamily="-65" charset="2"/>
                        <a:defRPr>
                          <a:solidFill>
                            <a:schemeClr val="tx2"/>
                          </a:solidFill>
                          <a:latin typeface="Arial" charset="0"/>
                          <a:ea typeface="ＭＳ Ｐゴシック" pitchFamily="-65" charset="-128"/>
                        </a:defRPr>
                      </a:lvl1pPr>
                      <a:lvl2pPr marL="37931725" indent="-37474525" eaLnBrk="0" hangingPunct="0">
                        <a:spcBef>
                          <a:spcPts val="600"/>
                        </a:spcBef>
                        <a:buClr>
                          <a:srgbClr val="031B3C"/>
                        </a:buClr>
                        <a:buSzPct val="100000"/>
                        <a:buFont typeface="Wingdings 2" pitchFamily="-65" charset="2"/>
                        <a:defRPr sz="1600">
                          <a:solidFill>
                            <a:schemeClr val="tx2"/>
                          </a:solidFill>
                          <a:latin typeface="Arial" charset="0"/>
                          <a:ea typeface="ＭＳ Ｐゴシック" pitchFamily="-65" charset="-128"/>
                        </a:defRPr>
                      </a:lvl2pPr>
                      <a:lvl3pPr eaLnBrk="0" hangingPunct="0">
                        <a:spcBef>
                          <a:spcPts val="600"/>
                        </a:spcBef>
                        <a:defRPr sz="1600">
                          <a:solidFill>
                            <a:schemeClr val="tx2"/>
                          </a:solidFill>
                          <a:latin typeface="Arial" charset="0"/>
                          <a:ea typeface="ＭＳ Ｐゴシック" pitchFamily="-65" charset="-128"/>
                        </a:defRPr>
                      </a:lvl3pPr>
                      <a:lvl4pPr eaLnBrk="0" hangingPunct="0">
                        <a:spcBef>
                          <a:spcPts val="600"/>
                        </a:spcBef>
                        <a:defRPr sz="1600">
                          <a:solidFill>
                            <a:schemeClr val="tx2"/>
                          </a:solidFill>
                          <a:latin typeface="Arial" charset="0"/>
                          <a:ea typeface="ＭＳ Ｐゴシック" pitchFamily="-65" charset="-128"/>
                        </a:defRPr>
                      </a:lvl4pPr>
                      <a:lvl5pPr eaLnBrk="0" hangingPunct="0">
                        <a:spcBef>
                          <a:spcPts val="600"/>
                        </a:spcBef>
                        <a:defRPr sz="1600">
                          <a:solidFill>
                            <a:schemeClr val="tx2"/>
                          </a:solidFill>
                          <a:latin typeface="Arial" charset="0"/>
                          <a:ea typeface="ＭＳ Ｐゴシック" pitchFamily="-65" charset="-128"/>
                        </a:defRPr>
                      </a:lvl5pPr>
                      <a:lvl6pPr marL="457200" eaLnBrk="0" fontAlgn="base" hangingPunct="0">
                        <a:spcBef>
                          <a:spcPts val="600"/>
                        </a:spcBef>
                        <a:spcAft>
                          <a:spcPct val="0"/>
                        </a:spcAft>
                        <a:defRPr sz="1600">
                          <a:solidFill>
                            <a:schemeClr val="tx2"/>
                          </a:solidFill>
                          <a:latin typeface="Arial" charset="0"/>
                          <a:ea typeface="ＭＳ Ｐゴシック" pitchFamily="-65" charset="-128"/>
                        </a:defRPr>
                      </a:lvl6pPr>
                      <a:lvl7pPr marL="914400" eaLnBrk="0" fontAlgn="base" hangingPunct="0">
                        <a:spcBef>
                          <a:spcPts val="600"/>
                        </a:spcBef>
                        <a:spcAft>
                          <a:spcPct val="0"/>
                        </a:spcAft>
                        <a:defRPr sz="1600">
                          <a:solidFill>
                            <a:schemeClr val="tx2"/>
                          </a:solidFill>
                          <a:latin typeface="Arial" charset="0"/>
                          <a:ea typeface="ＭＳ Ｐゴシック" pitchFamily="-65" charset="-128"/>
                        </a:defRPr>
                      </a:lvl7pPr>
                      <a:lvl8pPr marL="1371600" eaLnBrk="0" fontAlgn="base" hangingPunct="0">
                        <a:spcBef>
                          <a:spcPts val="600"/>
                        </a:spcBef>
                        <a:spcAft>
                          <a:spcPct val="0"/>
                        </a:spcAft>
                        <a:defRPr sz="1600">
                          <a:solidFill>
                            <a:schemeClr val="tx2"/>
                          </a:solidFill>
                          <a:latin typeface="Arial" charset="0"/>
                          <a:ea typeface="ＭＳ Ｐゴシック" pitchFamily="-65" charset="-128"/>
                        </a:defRPr>
                      </a:lvl8pPr>
                      <a:lvl9pPr marL="1828800" eaLnBrk="0" fontAlgn="base" hangingPunct="0">
                        <a:spcBef>
                          <a:spcPts val="600"/>
                        </a:spcBef>
                        <a:spcAft>
                          <a:spcPct val="0"/>
                        </a:spcAft>
                        <a:defRPr sz="1600">
                          <a:solidFill>
                            <a:schemeClr val="tx2"/>
                          </a:solidFill>
                          <a:latin typeface="Arial" charset="0"/>
                          <a:ea typeface="ＭＳ Ｐゴシック" pitchFamily="-65"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pitchFamily="-65" charset="0"/>
                          <a:ea typeface="ＭＳ Ｐゴシック" pitchFamily="-65" charset="-128"/>
                          <a:cs typeface="Times New Roman" pitchFamily="-65" charset="0"/>
                        </a:rPr>
                        <a:t>0.437</a:t>
                      </a:r>
                    </a:p>
                  </a:txBody>
                  <a:tcPr horzOverflow="overflow">
                    <a:lnL w="12700" cap="flat" cmpd="sng" algn="ctr">
                      <a:solidFill>
                        <a:srgbClr val="C76402"/>
                      </a:solidFill>
                      <a:prstDash val="solid"/>
                      <a:round/>
                      <a:headEnd type="none" w="med" len="med"/>
                      <a:tailEnd type="none" w="med" len="med"/>
                    </a:lnL>
                    <a:lnR w="12700" cap="flat" cmpd="sng" algn="ctr">
                      <a:solidFill>
                        <a:srgbClr val="C76402"/>
                      </a:solidFill>
                      <a:prstDash val="solid"/>
                      <a:round/>
                      <a:headEnd type="none" w="med" len="med"/>
                      <a:tailEnd type="none" w="med" len="med"/>
                    </a:lnR>
                    <a:lnT w="25400" cap="flat" cmpd="sng" algn="ctr">
                      <a:solidFill>
                        <a:srgbClr val="C76402"/>
                      </a:solidFill>
                      <a:prstDash val="solid"/>
                      <a:round/>
                      <a:headEnd type="none" w="med" len="med"/>
                      <a:tailEnd type="none" w="med" len="med"/>
                    </a:lnT>
                    <a:lnB w="12700" cap="flat" cmpd="sng" algn="ctr">
                      <a:solidFill>
                        <a:srgbClr val="C76402"/>
                      </a:solidFill>
                      <a:prstDash val="solid"/>
                      <a:round/>
                      <a:headEnd type="none" w="med" len="med"/>
                      <a:tailEnd type="none" w="med" len="med"/>
                    </a:lnB>
                    <a:lnTlToBr>
                      <a:noFill/>
                    </a:lnTlToBr>
                    <a:lnBlToTr>
                      <a:noFill/>
                    </a:lnBlToTr>
                    <a:solidFill>
                      <a:srgbClr val="C76402">
                        <a:alpha val="20000"/>
                      </a:srgbClr>
                    </a:solidFill>
                  </a:tcPr>
                </a:tc>
                <a:tc>
                  <a:txBody>
                    <a:bodyPr/>
                    <a:lstStyle>
                      <a:lvl1pPr eaLnBrk="0" hangingPunct="0">
                        <a:spcBef>
                          <a:spcPts val="1800"/>
                        </a:spcBef>
                        <a:buClr>
                          <a:schemeClr val="accent1"/>
                        </a:buClr>
                        <a:buSzPct val="100000"/>
                        <a:buFont typeface="Wingdings 2" pitchFamily="-65" charset="2"/>
                        <a:defRPr>
                          <a:solidFill>
                            <a:schemeClr val="tx2"/>
                          </a:solidFill>
                          <a:latin typeface="Arial" charset="0"/>
                          <a:ea typeface="ＭＳ Ｐゴシック" pitchFamily="-65" charset="-128"/>
                        </a:defRPr>
                      </a:lvl1pPr>
                      <a:lvl2pPr marL="37931725" indent="-37474525" eaLnBrk="0" hangingPunct="0">
                        <a:spcBef>
                          <a:spcPts val="600"/>
                        </a:spcBef>
                        <a:buClr>
                          <a:srgbClr val="031B3C"/>
                        </a:buClr>
                        <a:buSzPct val="100000"/>
                        <a:buFont typeface="Wingdings 2" pitchFamily="-65" charset="2"/>
                        <a:defRPr sz="1600">
                          <a:solidFill>
                            <a:schemeClr val="tx2"/>
                          </a:solidFill>
                          <a:latin typeface="Arial" charset="0"/>
                          <a:ea typeface="ＭＳ Ｐゴシック" pitchFamily="-65" charset="-128"/>
                        </a:defRPr>
                      </a:lvl2pPr>
                      <a:lvl3pPr eaLnBrk="0" hangingPunct="0">
                        <a:spcBef>
                          <a:spcPts val="600"/>
                        </a:spcBef>
                        <a:defRPr sz="1600">
                          <a:solidFill>
                            <a:schemeClr val="tx2"/>
                          </a:solidFill>
                          <a:latin typeface="Arial" charset="0"/>
                          <a:ea typeface="ＭＳ Ｐゴシック" pitchFamily="-65" charset="-128"/>
                        </a:defRPr>
                      </a:lvl3pPr>
                      <a:lvl4pPr eaLnBrk="0" hangingPunct="0">
                        <a:spcBef>
                          <a:spcPts val="600"/>
                        </a:spcBef>
                        <a:defRPr sz="1600">
                          <a:solidFill>
                            <a:schemeClr val="tx2"/>
                          </a:solidFill>
                          <a:latin typeface="Arial" charset="0"/>
                          <a:ea typeface="ＭＳ Ｐゴシック" pitchFamily="-65" charset="-128"/>
                        </a:defRPr>
                      </a:lvl4pPr>
                      <a:lvl5pPr eaLnBrk="0" hangingPunct="0">
                        <a:spcBef>
                          <a:spcPts val="600"/>
                        </a:spcBef>
                        <a:defRPr sz="1600">
                          <a:solidFill>
                            <a:schemeClr val="tx2"/>
                          </a:solidFill>
                          <a:latin typeface="Arial" charset="0"/>
                          <a:ea typeface="ＭＳ Ｐゴシック" pitchFamily="-65" charset="-128"/>
                        </a:defRPr>
                      </a:lvl5pPr>
                      <a:lvl6pPr marL="457200" eaLnBrk="0" fontAlgn="base" hangingPunct="0">
                        <a:spcBef>
                          <a:spcPts val="600"/>
                        </a:spcBef>
                        <a:spcAft>
                          <a:spcPct val="0"/>
                        </a:spcAft>
                        <a:defRPr sz="1600">
                          <a:solidFill>
                            <a:schemeClr val="tx2"/>
                          </a:solidFill>
                          <a:latin typeface="Arial" charset="0"/>
                          <a:ea typeface="ＭＳ Ｐゴシック" pitchFamily="-65" charset="-128"/>
                        </a:defRPr>
                      </a:lvl6pPr>
                      <a:lvl7pPr marL="914400" eaLnBrk="0" fontAlgn="base" hangingPunct="0">
                        <a:spcBef>
                          <a:spcPts val="600"/>
                        </a:spcBef>
                        <a:spcAft>
                          <a:spcPct val="0"/>
                        </a:spcAft>
                        <a:defRPr sz="1600">
                          <a:solidFill>
                            <a:schemeClr val="tx2"/>
                          </a:solidFill>
                          <a:latin typeface="Arial" charset="0"/>
                          <a:ea typeface="ＭＳ Ｐゴシック" pitchFamily="-65" charset="-128"/>
                        </a:defRPr>
                      </a:lvl7pPr>
                      <a:lvl8pPr marL="1371600" eaLnBrk="0" fontAlgn="base" hangingPunct="0">
                        <a:spcBef>
                          <a:spcPts val="600"/>
                        </a:spcBef>
                        <a:spcAft>
                          <a:spcPct val="0"/>
                        </a:spcAft>
                        <a:defRPr sz="1600">
                          <a:solidFill>
                            <a:schemeClr val="tx2"/>
                          </a:solidFill>
                          <a:latin typeface="Arial" charset="0"/>
                          <a:ea typeface="ＭＳ Ｐゴシック" pitchFamily="-65" charset="-128"/>
                        </a:defRPr>
                      </a:lvl8pPr>
                      <a:lvl9pPr marL="1828800" eaLnBrk="0" fontAlgn="base" hangingPunct="0">
                        <a:spcBef>
                          <a:spcPts val="600"/>
                        </a:spcBef>
                        <a:spcAft>
                          <a:spcPct val="0"/>
                        </a:spcAft>
                        <a:defRPr sz="1600">
                          <a:solidFill>
                            <a:schemeClr val="tx2"/>
                          </a:solidFill>
                          <a:latin typeface="Arial" charset="0"/>
                          <a:ea typeface="ＭＳ Ｐゴシック" pitchFamily="-65"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itchFamily="-65" charset="0"/>
                          <a:ea typeface="ＭＳ Ｐゴシック" pitchFamily="-65" charset="-128"/>
                          <a:cs typeface="Times New Roman" pitchFamily="-65" charset="0"/>
                        </a:rPr>
                        <a:t>0.053</a:t>
                      </a:r>
                    </a:p>
                  </a:txBody>
                  <a:tcPr horzOverflow="overflow">
                    <a:lnL w="12700" cap="flat" cmpd="sng" algn="ctr">
                      <a:solidFill>
                        <a:srgbClr val="C76402"/>
                      </a:solidFill>
                      <a:prstDash val="solid"/>
                      <a:round/>
                      <a:headEnd type="none" w="med" len="med"/>
                      <a:tailEnd type="none" w="med" len="med"/>
                    </a:lnL>
                    <a:lnR w="12700" cap="flat" cmpd="sng" algn="ctr">
                      <a:solidFill>
                        <a:srgbClr val="C76402"/>
                      </a:solidFill>
                      <a:prstDash val="solid"/>
                      <a:round/>
                      <a:headEnd type="none" w="med" len="med"/>
                      <a:tailEnd type="none" w="med" len="med"/>
                    </a:lnR>
                    <a:lnT w="25400" cap="flat" cmpd="sng" algn="ctr">
                      <a:solidFill>
                        <a:srgbClr val="C76402"/>
                      </a:solidFill>
                      <a:prstDash val="solid"/>
                      <a:round/>
                      <a:headEnd type="none" w="med" len="med"/>
                      <a:tailEnd type="none" w="med" len="med"/>
                    </a:lnT>
                    <a:lnB w="12700" cap="flat" cmpd="sng" algn="ctr">
                      <a:solidFill>
                        <a:srgbClr val="C76402"/>
                      </a:solidFill>
                      <a:prstDash val="solid"/>
                      <a:round/>
                      <a:headEnd type="none" w="med" len="med"/>
                      <a:tailEnd type="none" w="med" len="med"/>
                    </a:lnB>
                    <a:lnTlToBr>
                      <a:noFill/>
                    </a:lnTlToBr>
                    <a:lnBlToTr>
                      <a:noFill/>
                    </a:lnBlToTr>
                    <a:solidFill>
                      <a:srgbClr val="C76402">
                        <a:alpha val="20000"/>
                      </a:srgbClr>
                    </a:solidFill>
                  </a:tcPr>
                </a:tc>
                <a:extLst>
                  <a:ext uri="{0D108BD9-81ED-4DB2-BD59-A6C34878D82A}">
                    <a16:rowId xmlns:a16="http://schemas.microsoft.com/office/drawing/2014/main" xmlns="" val="10001"/>
                  </a:ext>
                </a:extLst>
              </a:tr>
            </a:tbl>
          </a:graphicData>
        </a:graphic>
      </p:graphicFrame>
      <p:graphicFrame>
        <p:nvGraphicFramePr>
          <p:cNvPr id="3" name="Object 2"/>
          <p:cNvGraphicFramePr>
            <a:graphicFrameLocks noChangeAspect="1"/>
          </p:cNvGraphicFramePr>
          <p:nvPr>
            <p:extLst>
              <p:ext uri="{D42A27DB-BD31-4B8C-83A1-F6EECF244321}">
                <p14:modId xmlns:p14="http://schemas.microsoft.com/office/powerpoint/2010/main" val="2510244277"/>
              </p:ext>
            </p:extLst>
          </p:nvPr>
        </p:nvGraphicFramePr>
        <p:xfrm>
          <a:off x="1281337" y="3517391"/>
          <a:ext cx="6412609" cy="1216184"/>
        </p:xfrm>
        <a:graphic>
          <a:graphicData uri="http://schemas.openxmlformats.org/presentationml/2006/ole">
            <mc:AlternateContent xmlns:mc="http://schemas.openxmlformats.org/markup-compatibility/2006">
              <mc:Choice xmlns:v="urn:schemas-microsoft-com:vml" Requires="v">
                <p:oleObj spid="_x0000_s109577" name="Equation" r:id="rId3" imgW="3682800" imgH="698400" progId="Equation.DSMT4">
                  <p:embed/>
                </p:oleObj>
              </mc:Choice>
              <mc:Fallback>
                <p:oleObj name="Equation" r:id="rId3" imgW="3682800" imgH="698400" progId="Equation.DSMT4">
                  <p:embed/>
                  <p:pic>
                    <p:nvPicPr>
                      <p:cNvPr id="0" name=""/>
                      <p:cNvPicPr/>
                      <p:nvPr/>
                    </p:nvPicPr>
                    <p:blipFill>
                      <a:blip r:embed="rId4"/>
                      <a:stretch>
                        <a:fillRect/>
                      </a:stretch>
                    </p:blipFill>
                    <p:spPr>
                      <a:xfrm>
                        <a:off x="1281337" y="3517391"/>
                        <a:ext cx="6412609" cy="1216184"/>
                      </a:xfrm>
                      <a:prstGeom prst="rect">
                        <a:avLst/>
                      </a:prstGeom>
                    </p:spPr>
                  </p:pic>
                </p:oleObj>
              </mc:Fallback>
            </mc:AlternateContent>
          </a:graphicData>
        </a:graphic>
      </p:graphicFrame>
      <p:sp>
        <p:nvSpPr>
          <p:cNvPr id="7" name="TextBox 6"/>
          <p:cNvSpPr txBox="1">
            <a:spLocks noChangeArrowheads="1"/>
          </p:cNvSpPr>
          <p:nvPr/>
        </p:nvSpPr>
        <p:spPr bwMode="auto">
          <a:xfrm>
            <a:off x="76199" y="4894293"/>
            <a:ext cx="8822887"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just" eaLnBrk="1" hangingPunct="1"/>
            <a:r>
              <a:rPr lang="en-US" sz="2000" dirty="0"/>
              <a:t>The mean Apgar score of a randomly selected newborn is 8.128. This is the long-term average Apgar score of many, many randomly chosen babies.</a:t>
            </a:r>
          </a:p>
          <a:p>
            <a:pPr eaLnBrk="1" hangingPunct="1"/>
            <a:endParaRPr lang="en-US" sz="2000" dirty="0"/>
          </a:p>
          <a:p>
            <a:pPr algn="just" eaLnBrk="1" hangingPunct="1"/>
            <a:r>
              <a:rPr lang="en-US" sz="2000" b="1" dirty="0">
                <a:highlight>
                  <a:srgbClr val="FFFF00"/>
                </a:highlight>
              </a:rPr>
              <a:t>Note: </a:t>
            </a:r>
            <a:r>
              <a:rPr lang="en-US" sz="2000" dirty="0">
                <a:highlight>
                  <a:srgbClr val="FFFF00"/>
                </a:highlight>
              </a:rPr>
              <a:t>The expected value does not need to be a possible value of </a:t>
            </a:r>
            <a:r>
              <a:rPr lang="en-US" sz="2000" i="1" dirty="0">
                <a:highlight>
                  <a:srgbClr val="FFFF00"/>
                </a:highlight>
              </a:rPr>
              <a:t>X</a:t>
            </a:r>
            <a:r>
              <a:rPr lang="en-US" sz="2000" dirty="0">
                <a:highlight>
                  <a:srgbClr val="FFFF00"/>
                </a:highlight>
              </a:rPr>
              <a:t> or an integer! It is a long-term average over many repetitions.</a:t>
            </a:r>
          </a:p>
        </p:txBody>
      </p:sp>
    </p:spTree>
    <p:extLst>
      <p:ext uri="{BB962C8B-B14F-4D97-AF65-F5344CB8AC3E}">
        <p14:creationId xmlns:p14="http://schemas.microsoft.com/office/powerpoint/2010/main" val="23886371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pPr eaLnBrk="1" hangingPunct="1"/>
            <a:r>
              <a:rPr lang="en-US">
                <a:ea typeface="ＭＳ Ｐゴシック" pitchFamily="34" charset="-128"/>
                <a:cs typeface="Arial" pitchFamily="34" charset="0"/>
              </a:rPr>
              <a:t>Statistical Estimation</a:t>
            </a:r>
          </a:p>
        </p:txBody>
      </p:sp>
      <p:sp>
        <p:nvSpPr>
          <p:cNvPr id="56321"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nSpc>
                <a:spcPct val="80000"/>
              </a:lnSpc>
            </a:pPr>
            <a:fld id="{F4BC0507-D2CF-4F89-9BB9-91EA47CA413E}" type="slidenum">
              <a:rPr lang="en-US" sz="1200">
                <a:solidFill>
                  <a:srgbClr val="073779"/>
                </a:solidFill>
              </a:rPr>
              <a:pPr>
                <a:lnSpc>
                  <a:spcPct val="80000"/>
                </a:lnSpc>
              </a:pPr>
              <a:t>29</a:t>
            </a:fld>
            <a:endParaRPr lang="en-US" sz="1200">
              <a:solidFill>
                <a:srgbClr val="073779"/>
              </a:solidFill>
            </a:endParaRPr>
          </a:p>
        </p:txBody>
      </p:sp>
      <p:sp>
        <p:nvSpPr>
          <p:cNvPr id="56323" name="Vertical Text Placeholder 2"/>
          <p:cNvSpPr txBox="1">
            <a:spLocks/>
          </p:cNvSpPr>
          <p:nvPr/>
        </p:nvSpPr>
        <p:spPr bwMode="auto">
          <a:xfrm>
            <a:off x="137002" y="1066800"/>
            <a:ext cx="7772400" cy="2476440"/>
          </a:xfrm>
          <a:prstGeom prst="rect">
            <a:avLst/>
          </a:prstGeom>
          <a:solidFill>
            <a:srgbClr val="FFD780"/>
          </a:solidFill>
          <a:ln>
            <a:noFill/>
          </a:ln>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just" defTabSz="457200" eaLnBrk="0" fontAlgn="base" hangingPunct="0">
              <a:spcBef>
                <a:spcPts val="0"/>
              </a:spcBef>
              <a:spcAft>
                <a:spcPts val="1000"/>
              </a:spcAft>
              <a:buClr>
                <a:srgbClr val="8FD9FB"/>
              </a:buClr>
              <a:buSzPct val="60000"/>
              <a:buFont typeface="Wingdings" pitchFamily="2" charset="2"/>
              <a:buNone/>
            </a:pPr>
            <a:r>
              <a:rPr lang="en-US" sz="2000" dirty="0">
                <a:solidFill>
                  <a:srgbClr val="000000"/>
                </a:solidFill>
              </a:rPr>
              <a:t>Suppose we would like to estimate an unknown </a:t>
            </a:r>
            <a:r>
              <a:rPr lang="en-US" sz="2000" i="1" dirty="0">
                <a:solidFill>
                  <a:srgbClr val="000000"/>
                </a:solidFill>
              </a:rPr>
              <a:t>µ</a:t>
            </a:r>
            <a:r>
              <a:rPr lang="en-US" sz="2000" dirty="0">
                <a:solidFill>
                  <a:srgbClr val="000000"/>
                </a:solidFill>
              </a:rPr>
              <a:t>. We could select an SRS and base our estimate on the sample mean. However, a different SRS </a:t>
            </a:r>
            <a:r>
              <a:rPr lang="en-US" sz="2000" dirty="0"/>
              <a:t>would probably yield a different sample mean.</a:t>
            </a:r>
          </a:p>
          <a:p>
            <a:pPr algn="just" defTabSz="457200" eaLnBrk="0" fontAlgn="base" hangingPunct="0">
              <a:spcBef>
                <a:spcPts val="0"/>
              </a:spcBef>
              <a:spcAft>
                <a:spcPts val="1000"/>
              </a:spcAft>
              <a:buClr>
                <a:srgbClr val="8FD9FB"/>
              </a:buClr>
              <a:buSzPct val="60000"/>
              <a:buFont typeface="Wingdings" pitchFamily="2" charset="2"/>
              <a:buNone/>
            </a:pPr>
            <a:r>
              <a:rPr lang="en-US" sz="2000" dirty="0"/>
              <a:t>This basic fact is called </a:t>
            </a:r>
            <a:r>
              <a:rPr lang="en-US" sz="2000" b="1" dirty="0"/>
              <a:t>sampling variability</a:t>
            </a:r>
            <a:r>
              <a:rPr lang="en-US" sz="2000" dirty="0"/>
              <a:t>: The value of a statistic varies in repeated random sampling.</a:t>
            </a:r>
          </a:p>
          <a:p>
            <a:pPr algn="just" defTabSz="457200" eaLnBrk="0" fontAlgn="base" hangingPunct="0">
              <a:spcBef>
                <a:spcPts val="0"/>
              </a:spcBef>
              <a:spcAft>
                <a:spcPts val="0"/>
              </a:spcAft>
              <a:buClr>
                <a:srgbClr val="8FD9FB"/>
              </a:buClr>
              <a:buSzPct val="60000"/>
              <a:buFont typeface="Wingdings" pitchFamily="2" charset="2"/>
              <a:buNone/>
            </a:pPr>
            <a:r>
              <a:rPr lang="en-US" sz="2000" dirty="0"/>
              <a:t>To make sense of sampling variability, we ask: </a:t>
            </a:r>
          </a:p>
          <a:p>
            <a:pPr algn="just" defTabSz="457200" eaLnBrk="0" fontAlgn="base" hangingPunct="0">
              <a:spcBef>
                <a:spcPts val="0"/>
              </a:spcBef>
              <a:spcAft>
                <a:spcPts val="0"/>
              </a:spcAft>
              <a:buClr>
                <a:srgbClr val="8FD9FB"/>
              </a:buClr>
              <a:buSzPct val="60000"/>
              <a:buFont typeface="Wingdings" pitchFamily="2" charset="2"/>
              <a:buNone/>
            </a:pPr>
            <a:r>
              <a:rPr lang="ja-JP" altLang="en-US" sz="2000" dirty="0"/>
              <a:t>               </a:t>
            </a:r>
            <a:r>
              <a:rPr lang="ja-JP" altLang="en-US" sz="2000" dirty="0">
                <a:highlight>
                  <a:srgbClr val="FFFF00"/>
                </a:highlight>
                <a:latin typeface="+mj-lt"/>
              </a:rPr>
              <a:t>“</a:t>
            </a:r>
            <a:r>
              <a:rPr lang="en-US" altLang="ja-JP" sz="2000" dirty="0">
                <a:highlight>
                  <a:srgbClr val="FFFF00"/>
                </a:highlight>
                <a:latin typeface="+mj-lt"/>
              </a:rPr>
              <a:t>What would happen if we took many samples?</a:t>
            </a:r>
            <a:r>
              <a:rPr lang="ja-JP" altLang="en-US" sz="2000" dirty="0">
                <a:highlight>
                  <a:srgbClr val="FFFF00"/>
                </a:highlight>
                <a:latin typeface="+mj-lt"/>
              </a:rPr>
              <a:t>”</a:t>
            </a:r>
            <a:endParaRPr lang="en-US" sz="2000" dirty="0">
              <a:highlight>
                <a:srgbClr val="FFFF00"/>
              </a:highlight>
              <a:latin typeface="+mj-lt"/>
            </a:endParaRPr>
          </a:p>
        </p:txBody>
      </p:sp>
      <p:grpSp>
        <p:nvGrpSpPr>
          <p:cNvPr id="2" name="Group 1" descr="Flow chart that has a wide rectangle for Population and within, has various circles to depict samples. Arrows pointing from each Sample circle are all pointing to a giant question mark."/>
          <p:cNvGrpSpPr/>
          <p:nvPr/>
        </p:nvGrpSpPr>
        <p:grpSpPr>
          <a:xfrm>
            <a:off x="947738" y="3680811"/>
            <a:ext cx="6900673" cy="3204411"/>
            <a:chOff x="1014413" y="3504132"/>
            <a:chExt cx="6900673" cy="3204411"/>
          </a:xfrm>
        </p:grpSpPr>
        <p:sp>
          <p:nvSpPr>
            <p:cNvPr id="8" name="Rounded Rectangle 7" descr="The image shows the rectangle coloured box which depicts the wider population and in it there are many oval shapes which depicts sample. The process of estimating mean with different samples is called sampling variability."/>
            <p:cNvSpPr>
              <a:spLocks noChangeArrowheads="1"/>
            </p:cNvSpPr>
            <p:nvPr/>
          </p:nvSpPr>
          <p:spPr bwMode="auto">
            <a:xfrm>
              <a:off x="1014413" y="3662363"/>
              <a:ext cx="4076700" cy="2687637"/>
            </a:xfrm>
            <a:prstGeom prst="roundRect">
              <a:avLst>
                <a:gd name="adj" fmla="val 16667"/>
              </a:avLst>
            </a:prstGeom>
            <a:solidFill>
              <a:srgbClr val="D2DA7A"/>
            </a:solidFill>
            <a:ln w="47625" cmpd="dbl">
              <a:solidFill>
                <a:schemeClr val="bg1"/>
              </a:solidFill>
              <a:round/>
              <a:headEnd/>
              <a:tailEnd/>
            </a:ln>
            <a:effectLst>
              <a:outerShdw blurRad="38100" dist="30000" dir="5400000" rotWithShape="0">
                <a:srgbClr val="808080">
                  <a:alpha val="45000"/>
                </a:srgbClr>
              </a:outerShdw>
            </a:effectLst>
          </p:spPr>
          <p:txBody>
            <a:bodyPr/>
            <a:lstStyle/>
            <a:p>
              <a:pPr defTabSz="457200">
                <a:defRPr/>
              </a:pPr>
              <a:r>
                <a:rPr lang="en-US" sz="2000" b="1" dirty="0">
                  <a:solidFill>
                    <a:prstClr val="black"/>
                  </a:solidFill>
                  <a:ea typeface="ＭＳ Ｐゴシック" pitchFamily="34" charset="-128"/>
                  <a:cs typeface="Arial"/>
                </a:rPr>
                <a:t>Population</a:t>
              </a:r>
            </a:p>
          </p:txBody>
        </p:sp>
        <p:sp>
          <p:nvSpPr>
            <p:cNvPr id="9" name="Oval 8"/>
            <p:cNvSpPr>
              <a:spLocks noChangeArrowheads="1"/>
            </p:cNvSpPr>
            <p:nvPr/>
          </p:nvSpPr>
          <p:spPr bwMode="auto">
            <a:xfrm>
              <a:off x="2546350" y="4325938"/>
              <a:ext cx="1455738" cy="576262"/>
            </a:xfrm>
            <a:prstGeom prst="ellipse">
              <a:avLst/>
            </a:prstGeom>
            <a:solidFill>
              <a:schemeClr val="accent5">
                <a:lumMod val="75000"/>
              </a:schemeClr>
            </a:solidFill>
            <a:ln w="10000">
              <a:solidFill>
                <a:schemeClr val="accent5"/>
              </a:solidFill>
              <a:round/>
              <a:headEnd/>
              <a:tailEnd/>
            </a:ln>
            <a:effectLst>
              <a:outerShdw blurRad="38100" dist="30000" dir="5400000" rotWithShape="0">
                <a:srgbClr val="808080">
                  <a:alpha val="45000"/>
                </a:srgbClr>
              </a:outerShdw>
            </a:effectLst>
          </p:spPr>
          <p:txBody>
            <a:bodyPr/>
            <a:lstStyle>
              <a:lvl1pPr eaLnBrk="0" hangingPunct="0">
                <a:defRPr sz="2400">
                  <a:solidFill>
                    <a:schemeClr val="tx1"/>
                  </a:solidFill>
                  <a:latin typeface="Arial" charset="0"/>
                  <a:ea typeface="ＭＳ Ｐゴシック" pitchFamily="-65" charset="-128"/>
                </a:defRPr>
              </a:lvl1pPr>
              <a:lvl2pPr marL="37931725" indent="-37474525" eaLnBrk="0" hangingPunct="0">
                <a:defRPr sz="2400">
                  <a:solidFill>
                    <a:schemeClr val="tx1"/>
                  </a:solidFill>
                  <a:latin typeface="Arial" charset="0"/>
                  <a:ea typeface="ＭＳ Ｐゴシック" pitchFamily="-65" charset="-128"/>
                </a:defRPr>
              </a:lvl2pPr>
              <a:lvl3pPr eaLnBrk="0" hangingPunct="0">
                <a:defRPr sz="2400">
                  <a:solidFill>
                    <a:schemeClr val="tx1"/>
                  </a:solidFill>
                  <a:latin typeface="Arial" charset="0"/>
                  <a:ea typeface="ＭＳ Ｐゴシック" pitchFamily="-65" charset="-128"/>
                </a:defRPr>
              </a:lvl3pPr>
              <a:lvl4pPr eaLnBrk="0" hangingPunct="0">
                <a:defRPr sz="2400">
                  <a:solidFill>
                    <a:schemeClr val="tx1"/>
                  </a:solidFill>
                  <a:latin typeface="Arial" charset="0"/>
                  <a:ea typeface="ＭＳ Ｐゴシック" pitchFamily="-65" charset="-128"/>
                </a:defRPr>
              </a:lvl4pPr>
              <a:lvl5pPr eaLnBrk="0" hangingPunct="0">
                <a:defRPr sz="2400">
                  <a:solidFill>
                    <a:schemeClr val="tx1"/>
                  </a:solidFill>
                  <a:latin typeface="Arial" charset="0"/>
                  <a:ea typeface="ＭＳ Ｐゴシック" pitchFamily="-65" charset="-128"/>
                </a:defRPr>
              </a:lvl5pPr>
              <a:lvl6pPr marL="457200" eaLnBrk="0" fontAlgn="base" hangingPunct="0">
                <a:spcBef>
                  <a:spcPct val="0"/>
                </a:spcBef>
                <a:spcAft>
                  <a:spcPct val="0"/>
                </a:spcAft>
                <a:defRPr sz="2400">
                  <a:solidFill>
                    <a:schemeClr val="tx1"/>
                  </a:solidFill>
                  <a:latin typeface="Arial" charset="0"/>
                  <a:ea typeface="ＭＳ Ｐゴシック" pitchFamily="-65" charset="-128"/>
                </a:defRPr>
              </a:lvl6pPr>
              <a:lvl7pPr marL="914400" eaLnBrk="0" fontAlgn="base" hangingPunct="0">
                <a:spcBef>
                  <a:spcPct val="0"/>
                </a:spcBef>
                <a:spcAft>
                  <a:spcPct val="0"/>
                </a:spcAft>
                <a:defRPr sz="2400">
                  <a:solidFill>
                    <a:schemeClr val="tx1"/>
                  </a:solidFill>
                  <a:latin typeface="Arial" charset="0"/>
                  <a:ea typeface="ＭＳ Ｐゴシック" pitchFamily="-65" charset="-128"/>
                </a:defRPr>
              </a:lvl7pPr>
              <a:lvl8pPr marL="1371600" eaLnBrk="0" fontAlgn="base" hangingPunct="0">
                <a:spcBef>
                  <a:spcPct val="0"/>
                </a:spcBef>
                <a:spcAft>
                  <a:spcPct val="0"/>
                </a:spcAft>
                <a:defRPr sz="2400">
                  <a:solidFill>
                    <a:schemeClr val="tx1"/>
                  </a:solidFill>
                  <a:latin typeface="Arial" charset="0"/>
                  <a:ea typeface="ＭＳ Ｐゴシック" pitchFamily="-65" charset="-128"/>
                </a:defRPr>
              </a:lvl8pPr>
              <a:lvl9pPr marL="1828800" eaLnBrk="0" fontAlgn="base" hangingPunct="0">
                <a:spcBef>
                  <a:spcPct val="0"/>
                </a:spcBef>
                <a:spcAft>
                  <a:spcPct val="0"/>
                </a:spcAft>
                <a:defRPr sz="2400">
                  <a:solidFill>
                    <a:schemeClr val="tx1"/>
                  </a:solidFill>
                  <a:latin typeface="Arial" charset="0"/>
                  <a:ea typeface="ＭＳ Ｐゴシック" pitchFamily="-65" charset="-128"/>
                </a:defRPr>
              </a:lvl9pPr>
            </a:lstStyle>
            <a:p>
              <a:pPr algn="ctr" defTabSz="457200" eaLnBrk="1" fontAlgn="base" hangingPunct="1">
                <a:spcBef>
                  <a:spcPct val="0"/>
                </a:spcBef>
                <a:spcAft>
                  <a:spcPct val="0"/>
                </a:spcAft>
                <a:defRPr/>
              </a:pPr>
              <a:r>
                <a:rPr lang="en-US" altLang="en-US" sz="1600" b="1">
                  <a:solidFill>
                    <a:srgbClr val="FFFFFF"/>
                  </a:solidFill>
                  <a:cs typeface="Arial" charset="0"/>
                </a:rPr>
                <a:t>Sample</a:t>
              </a:r>
              <a:endParaRPr lang="en-US" altLang="en-US" sz="2000" b="1">
                <a:solidFill>
                  <a:srgbClr val="FFFFFF"/>
                </a:solidFill>
                <a:cs typeface="Arial" charset="0"/>
              </a:endParaRPr>
            </a:p>
          </p:txBody>
        </p:sp>
        <p:sp>
          <p:nvSpPr>
            <p:cNvPr id="10" name="Oval 9"/>
            <p:cNvSpPr>
              <a:spLocks noChangeArrowheads="1"/>
            </p:cNvSpPr>
            <p:nvPr/>
          </p:nvSpPr>
          <p:spPr bwMode="auto">
            <a:xfrm>
              <a:off x="3514725" y="4614863"/>
              <a:ext cx="1455738" cy="576262"/>
            </a:xfrm>
            <a:prstGeom prst="ellipse">
              <a:avLst/>
            </a:prstGeom>
            <a:solidFill>
              <a:schemeClr val="accent5">
                <a:lumMod val="75000"/>
              </a:schemeClr>
            </a:solidFill>
            <a:ln w="10000">
              <a:solidFill>
                <a:schemeClr val="accent5"/>
              </a:solidFill>
              <a:round/>
              <a:headEnd/>
              <a:tailEnd/>
            </a:ln>
            <a:effectLst>
              <a:outerShdw blurRad="38100" dist="30000" dir="5400000" rotWithShape="0">
                <a:srgbClr val="808080">
                  <a:alpha val="45000"/>
                </a:srgbClr>
              </a:outerShdw>
            </a:effectLst>
          </p:spPr>
          <p:txBody>
            <a:bodyPr/>
            <a:lstStyle>
              <a:lvl1pPr eaLnBrk="0" hangingPunct="0">
                <a:defRPr sz="2400">
                  <a:solidFill>
                    <a:schemeClr val="tx1"/>
                  </a:solidFill>
                  <a:latin typeface="Arial" charset="0"/>
                  <a:ea typeface="ＭＳ Ｐゴシック" pitchFamily="-65" charset="-128"/>
                </a:defRPr>
              </a:lvl1pPr>
              <a:lvl2pPr marL="37931725" indent="-37474525" eaLnBrk="0" hangingPunct="0">
                <a:defRPr sz="2400">
                  <a:solidFill>
                    <a:schemeClr val="tx1"/>
                  </a:solidFill>
                  <a:latin typeface="Arial" charset="0"/>
                  <a:ea typeface="ＭＳ Ｐゴシック" pitchFamily="-65" charset="-128"/>
                </a:defRPr>
              </a:lvl2pPr>
              <a:lvl3pPr eaLnBrk="0" hangingPunct="0">
                <a:defRPr sz="2400">
                  <a:solidFill>
                    <a:schemeClr val="tx1"/>
                  </a:solidFill>
                  <a:latin typeface="Arial" charset="0"/>
                  <a:ea typeface="ＭＳ Ｐゴシック" pitchFamily="-65" charset="-128"/>
                </a:defRPr>
              </a:lvl3pPr>
              <a:lvl4pPr eaLnBrk="0" hangingPunct="0">
                <a:defRPr sz="2400">
                  <a:solidFill>
                    <a:schemeClr val="tx1"/>
                  </a:solidFill>
                  <a:latin typeface="Arial" charset="0"/>
                  <a:ea typeface="ＭＳ Ｐゴシック" pitchFamily="-65" charset="-128"/>
                </a:defRPr>
              </a:lvl4pPr>
              <a:lvl5pPr eaLnBrk="0" hangingPunct="0">
                <a:defRPr sz="2400">
                  <a:solidFill>
                    <a:schemeClr val="tx1"/>
                  </a:solidFill>
                  <a:latin typeface="Arial" charset="0"/>
                  <a:ea typeface="ＭＳ Ｐゴシック" pitchFamily="-65" charset="-128"/>
                </a:defRPr>
              </a:lvl5pPr>
              <a:lvl6pPr marL="457200" eaLnBrk="0" fontAlgn="base" hangingPunct="0">
                <a:spcBef>
                  <a:spcPct val="0"/>
                </a:spcBef>
                <a:spcAft>
                  <a:spcPct val="0"/>
                </a:spcAft>
                <a:defRPr sz="2400">
                  <a:solidFill>
                    <a:schemeClr val="tx1"/>
                  </a:solidFill>
                  <a:latin typeface="Arial" charset="0"/>
                  <a:ea typeface="ＭＳ Ｐゴシック" pitchFamily="-65" charset="-128"/>
                </a:defRPr>
              </a:lvl6pPr>
              <a:lvl7pPr marL="914400" eaLnBrk="0" fontAlgn="base" hangingPunct="0">
                <a:spcBef>
                  <a:spcPct val="0"/>
                </a:spcBef>
                <a:spcAft>
                  <a:spcPct val="0"/>
                </a:spcAft>
                <a:defRPr sz="2400">
                  <a:solidFill>
                    <a:schemeClr val="tx1"/>
                  </a:solidFill>
                  <a:latin typeface="Arial" charset="0"/>
                  <a:ea typeface="ＭＳ Ｐゴシック" pitchFamily="-65" charset="-128"/>
                </a:defRPr>
              </a:lvl7pPr>
              <a:lvl8pPr marL="1371600" eaLnBrk="0" fontAlgn="base" hangingPunct="0">
                <a:spcBef>
                  <a:spcPct val="0"/>
                </a:spcBef>
                <a:spcAft>
                  <a:spcPct val="0"/>
                </a:spcAft>
                <a:defRPr sz="2400">
                  <a:solidFill>
                    <a:schemeClr val="tx1"/>
                  </a:solidFill>
                  <a:latin typeface="Arial" charset="0"/>
                  <a:ea typeface="ＭＳ Ｐゴシック" pitchFamily="-65" charset="-128"/>
                </a:defRPr>
              </a:lvl8pPr>
              <a:lvl9pPr marL="1828800" eaLnBrk="0" fontAlgn="base" hangingPunct="0">
                <a:spcBef>
                  <a:spcPct val="0"/>
                </a:spcBef>
                <a:spcAft>
                  <a:spcPct val="0"/>
                </a:spcAft>
                <a:defRPr sz="2400">
                  <a:solidFill>
                    <a:schemeClr val="tx1"/>
                  </a:solidFill>
                  <a:latin typeface="Arial" charset="0"/>
                  <a:ea typeface="ＭＳ Ｐゴシック" pitchFamily="-65" charset="-128"/>
                </a:defRPr>
              </a:lvl9pPr>
            </a:lstStyle>
            <a:p>
              <a:pPr algn="ctr" defTabSz="457200" eaLnBrk="1" fontAlgn="base" hangingPunct="1">
                <a:spcBef>
                  <a:spcPct val="0"/>
                </a:spcBef>
                <a:spcAft>
                  <a:spcPct val="0"/>
                </a:spcAft>
                <a:defRPr/>
              </a:pPr>
              <a:r>
                <a:rPr lang="en-US" altLang="en-US" sz="1600" b="1">
                  <a:solidFill>
                    <a:srgbClr val="FFFFFF"/>
                  </a:solidFill>
                  <a:cs typeface="Arial" charset="0"/>
                </a:rPr>
                <a:t>Sample</a:t>
              </a:r>
              <a:endParaRPr lang="en-US" altLang="en-US" sz="2000" b="1">
                <a:solidFill>
                  <a:srgbClr val="FFFFFF"/>
                </a:solidFill>
                <a:cs typeface="Arial" charset="0"/>
              </a:endParaRPr>
            </a:p>
          </p:txBody>
        </p:sp>
        <p:sp>
          <p:nvSpPr>
            <p:cNvPr id="11" name="Oval 10"/>
            <p:cNvSpPr>
              <a:spLocks noChangeArrowheads="1"/>
            </p:cNvSpPr>
            <p:nvPr/>
          </p:nvSpPr>
          <p:spPr bwMode="auto">
            <a:xfrm>
              <a:off x="3427413" y="5603875"/>
              <a:ext cx="1454150" cy="576263"/>
            </a:xfrm>
            <a:prstGeom prst="ellipse">
              <a:avLst/>
            </a:prstGeom>
            <a:solidFill>
              <a:schemeClr val="accent5">
                <a:lumMod val="75000"/>
              </a:schemeClr>
            </a:solidFill>
            <a:ln w="10000">
              <a:solidFill>
                <a:schemeClr val="accent5"/>
              </a:solidFill>
              <a:round/>
              <a:headEnd/>
              <a:tailEnd/>
            </a:ln>
            <a:effectLst>
              <a:outerShdw blurRad="38100" dist="30000" dir="5400000" rotWithShape="0">
                <a:srgbClr val="808080">
                  <a:alpha val="45000"/>
                </a:srgbClr>
              </a:outerShdw>
            </a:effectLst>
          </p:spPr>
          <p:txBody>
            <a:bodyPr/>
            <a:lstStyle>
              <a:lvl1pPr eaLnBrk="0" hangingPunct="0">
                <a:defRPr sz="2400">
                  <a:solidFill>
                    <a:schemeClr val="tx1"/>
                  </a:solidFill>
                  <a:latin typeface="Arial" charset="0"/>
                  <a:ea typeface="ＭＳ Ｐゴシック" pitchFamily="-65" charset="-128"/>
                </a:defRPr>
              </a:lvl1pPr>
              <a:lvl2pPr marL="37931725" indent="-37474525" eaLnBrk="0" hangingPunct="0">
                <a:defRPr sz="2400">
                  <a:solidFill>
                    <a:schemeClr val="tx1"/>
                  </a:solidFill>
                  <a:latin typeface="Arial" charset="0"/>
                  <a:ea typeface="ＭＳ Ｐゴシック" pitchFamily="-65" charset="-128"/>
                </a:defRPr>
              </a:lvl2pPr>
              <a:lvl3pPr eaLnBrk="0" hangingPunct="0">
                <a:defRPr sz="2400">
                  <a:solidFill>
                    <a:schemeClr val="tx1"/>
                  </a:solidFill>
                  <a:latin typeface="Arial" charset="0"/>
                  <a:ea typeface="ＭＳ Ｐゴシック" pitchFamily="-65" charset="-128"/>
                </a:defRPr>
              </a:lvl3pPr>
              <a:lvl4pPr eaLnBrk="0" hangingPunct="0">
                <a:defRPr sz="2400">
                  <a:solidFill>
                    <a:schemeClr val="tx1"/>
                  </a:solidFill>
                  <a:latin typeface="Arial" charset="0"/>
                  <a:ea typeface="ＭＳ Ｐゴシック" pitchFamily="-65" charset="-128"/>
                </a:defRPr>
              </a:lvl4pPr>
              <a:lvl5pPr eaLnBrk="0" hangingPunct="0">
                <a:defRPr sz="2400">
                  <a:solidFill>
                    <a:schemeClr val="tx1"/>
                  </a:solidFill>
                  <a:latin typeface="Arial" charset="0"/>
                  <a:ea typeface="ＭＳ Ｐゴシック" pitchFamily="-65" charset="-128"/>
                </a:defRPr>
              </a:lvl5pPr>
              <a:lvl6pPr marL="457200" eaLnBrk="0" fontAlgn="base" hangingPunct="0">
                <a:spcBef>
                  <a:spcPct val="0"/>
                </a:spcBef>
                <a:spcAft>
                  <a:spcPct val="0"/>
                </a:spcAft>
                <a:defRPr sz="2400">
                  <a:solidFill>
                    <a:schemeClr val="tx1"/>
                  </a:solidFill>
                  <a:latin typeface="Arial" charset="0"/>
                  <a:ea typeface="ＭＳ Ｐゴシック" pitchFamily="-65" charset="-128"/>
                </a:defRPr>
              </a:lvl6pPr>
              <a:lvl7pPr marL="914400" eaLnBrk="0" fontAlgn="base" hangingPunct="0">
                <a:spcBef>
                  <a:spcPct val="0"/>
                </a:spcBef>
                <a:spcAft>
                  <a:spcPct val="0"/>
                </a:spcAft>
                <a:defRPr sz="2400">
                  <a:solidFill>
                    <a:schemeClr val="tx1"/>
                  </a:solidFill>
                  <a:latin typeface="Arial" charset="0"/>
                  <a:ea typeface="ＭＳ Ｐゴシック" pitchFamily="-65" charset="-128"/>
                </a:defRPr>
              </a:lvl7pPr>
              <a:lvl8pPr marL="1371600" eaLnBrk="0" fontAlgn="base" hangingPunct="0">
                <a:spcBef>
                  <a:spcPct val="0"/>
                </a:spcBef>
                <a:spcAft>
                  <a:spcPct val="0"/>
                </a:spcAft>
                <a:defRPr sz="2400">
                  <a:solidFill>
                    <a:schemeClr val="tx1"/>
                  </a:solidFill>
                  <a:latin typeface="Arial" charset="0"/>
                  <a:ea typeface="ＭＳ Ｐゴシック" pitchFamily="-65" charset="-128"/>
                </a:defRPr>
              </a:lvl8pPr>
              <a:lvl9pPr marL="1828800" eaLnBrk="0" fontAlgn="base" hangingPunct="0">
                <a:spcBef>
                  <a:spcPct val="0"/>
                </a:spcBef>
                <a:spcAft>
                  <a:spcPct val="0"/>
                </a:spcAft>
                <a:defRPr sz="2400">
                  <a:solidFill>
                    <a:schemeClr val="tx1"/>
                  </a:solidFill>
                  <a:latin typeface="Arial" charset="0"/>
                  <a:ea typeface="ＭＳ Ｐゴシック" pitchFamily="-65" charset="-128"/>
                </a:defRPr>
              </a:lvl9pPr>
            </a:lstStyle>
            <a:p>
              <a:pPr algn="ctr" defTabSz="457200" eaLnBrk="1" fontAlgn="base" hangingPunct="1">
                <a:spcBef>
                  <a:spcPct val="0"/>
                </a:spcBef>
                <a:spcAft>
                  <a:spcPct val="0"/>
                </a:spcAft>
                <a:defRPr/>
              </a:pPr>
              <a:r>
                <a:rPr lang="en-US" altLang="en-US" sz="1600" b="1">
                  <a:solidFill>
                    <a:srgbClr val="FFFFFF"/>
                  </a:solidFill>
                  <a:cs typeface="Arial" charset="0"/>
                </a:rPr>
                <a:t>Sample</a:t>
              </a:r>
              <a:endParaRPr lang="en-US" altLang="en-US" sz="2000" b="1">
                <a:solidFill>
                  <a:srgbClr val="FFFFFF"/>
                </a:solidFill>
                <a:cs typeface="Arial" charset="0"/>
              </a:endParaRPr>
            </a:p>
          </p:txBody>
        </p:sp>
        <p:sp>
          <p:nvSpPr>
            <p:cNvPr id="12" name="Oval 11"/>
            <p:cNvSpPr>
              <a:spLocks noChangeArrowheads="1"/>
            </p:cNvSpPr>
            <p:nvPr/>
          </p:nvSpPr>
          <p:spPr bwMode="auto">
            <a:xfrm>
              <a:off x="3427413" y="3821113"/>
              <a:ext cx="1454150" cy="577850"/>
            </a:xfrm>
            <a:prstGeom prst="ellipse">
              <a:avLst/>
            </a:prstGeom>
            <a:solidFill>
              <a:schemeClr val="accent5">
                <a:lumMod val="75000"/>
              </a:schemeClr>
            </a:solidFill>
            <a:ln w="10000">
              <a:solidFill>
                <a:schemeClr val="accent5"/>
              </a:solidFill>
              <a:round/>
              <a:headEnd/>
              <a:tailEnd/>
            </a:ln>
            <a:effectLst>
              <a:outerShdw blurRad="38100" dist="30000" dir="5400000" rotWithShape="0">
                <a:srgbClr val="808080">
                  <a:alpha val="45000"/>
                </a:srgbClr>
              </a:outerShdw>
            </a:effectLst>
          </p:spPr>
          <p:txBody>
            <a:bodyPr/>
            <a:lstStyle>
              <a:lvl1pPr eaLnBrk="0" hangingPunct="0">
                <a:defRPr sz="2400">
                  <a:solidFill>
                    <a:schemeClr val="tx1"/>
                  </a:solidFill>
                  <a:latin typeface="Arial" charset="0"/>
                  <a:ea typeface="ＭＳ Ｐゴシック" pitchFamily="-65" charset="-128"/>
                </a:defRPr>
              </a:lvl1pPr>
              <a:lvl2pPr marL="37931725" indent="-37474525" eaLnBrk="0" hangingPunct="0">
                <a:defRPr sz="2400">
                  <a:solidFill>
                    <a:schemeClr val="tx1"/>
                  </a:solidFill>
                  <a:latin typeface="Arial" charset="0"/>
                  <a:ea typeface="ＭＳ Ｐゴシック" pitchFamily="-65" charset="-128"/>
                </a:defRPr>
              </a:lvl2pPr>
              <a:lvl3pPr eaLnBrk="0" hangingPunct="0">
                <a:defRPr sz="2400">
                  <a:solidFill>
                    <a:schemeClr val="tx1"/>
                  </a:solidFill>
                  <a:latin typeface="Arial" charset="0"/>
                  <a:ea typeface="ＭＳ Ｐゴシック" pitchFamily="-65" charset="-128"/>
                </a:defRPr>
              </a:lvl3pPr>
              <a:lvl4pPr eaLnBrk="0" hangingPunct="0">
                <a:defRPr sz="2400">
                  <a:solidFill>
                    <a:schemeClr val="tx1"/>
                  </a:solidFill>
                  <a:latin typeface="Arial" charset="0"/>
                  <a:ea typeface="ＭＳ Ｐゴシック" pitchFamily="-65" charset="-128"/>
                </a:defRPr>
              </a:lvl4pPr>
              <a:lvl5pPr eaLnBrk="0" hangingPunct="0">
                <a:defRPr sz="2400">
                  <a:solidFill>
                    <a:schemeClr val="tx1"/>
                  </a:solidFill>
                  <a:latin typeface="Arial" charset="0"/>
                  <a:ea typeface="ＭＳ Ｐゴシック" pitchFamily="-65" charset="-128"/>
                </a:defRPr>
              </a:lvl5pPr>
              <a:lvl6pPr marL="457200" eaLnBrk="0" fontAlgn="base" hangingPunct="0">
                <a:spcBef>
                  <a:spcPct val="0"/>
                </a:spcBef>
                <a:spcAft>
                  <a:spcPct val="0"/>
                </a:spcAft>
                <a:defRPr sz="2400">
                  <a:solidFill>
                    <a:schemeClr val="tx1"/>
                  </a:solidFill>
                  <a:latin typeface="Arial" charset="0"/>
                  <a:ea typeface="ＭＳ Ｐゴシック" pitchFamily="-65" charset="-128"/>
                </a:defRPr>
              </a:lvl6pPr>
              <a:lvl7pPr marL="914400" eaLnBrk="0" fontAlgn="base" hangingPunct="0">
                <a:spcBef>
                  <a:spcPct val="0"/>
                </a:spcBef>
                <a:spcAft>
                  <a:spcPct val="0"/>
                </a:spcAft>
                <a:defRPr sz="2400">
                  <a:solidFill>
                    <a:schemeClr val="tx1"/>
                  </a:solidFill>
                  <a:latin typeface="Arial" charset="0"/>
                  <a:ea typeface="ＭＳ Ｐゴシック" pitchFamily="-65" charset="-128"/>
                </a:defRPr>
              </a:lvl7pPr>
              <a:lvl8pPr marL="1371600" eaLnBrk="0" fontAlgn="base" hangingPunct="0">
                <a:spcBef>
                  <a:spcPct val="0"/>
                </a:spcBef>
                <a:spcAft>
                  <a:spcPct val="0"/>
                </a:spcAft>
                <a:defRPr sz="2400">
                  <a:solidFill>
                    <a:schemeClr val="tx1"/>
                  </a:solidFill>
                  <a:latin typeface="Arial" charset="0"/>
                  <a:ea typeface="ＭＳ Ｐゴシック" pitchFamily="-65" charset="-128"/>
                </a:defRPr>
              </a:lvl8pPr>
              <a:lvl9pPr marL="1828800" eaLnBrk="0" fontAlgn="base" hangingPunct="0">
                <a:spcBef>
                  <a:spcPct val="0"/>
                </a:spcBef>
                <a:spcAft>
                  <a:spcPct val="0"/>
                </a:spcAft>
                <a:defRPr sz="2400">
                  <a:solidFill>
                    <a:schemeClr val="tx1"/>
                  </a:solidFill>
                  <a:latin typeface="Arial" charset="0"/>
                  <a:ea typeface="ＭＳ Ｐゴシック" pitchFamily="-65" charset="-128"/>
                </a:defRPr>
              </a:lvl9pPr>
            </a:lstStyle>
            <a:p>
              <a:pPr algn="ctr" defTabSz="457200" eaLnBrk="1" fontAlgn="base" hangingPunct="1">
                <a:spcBef>
                  <a:spcPct val="0"/>
                </a:spcBef>
                <a:spcAft>
                  <a:spcPct val="0"/>
                </a:spcAft>
                <a:defRPr/>
              </a:pPr>
              <a:r>
                <a:rPr lang="en-US" altLang="en-US" sz="1600" b="1">
                  <a:solidFill>
                    <a:srgbClr val="FFFFFF"/>
                  </a:solidFill>
                  <a:cs typeface="Arial" charset="0"/>
                </a:rPr>
                <a:t>Sample</a:t>
              </a:r>
              <a:endParaRPr lang="en-US" altLang="en-US" sz="2000" b="1">
                <a:solidFill>
                  <a:srgbClr val="FFFFFF"/>
                </a:solidFill>
                <a:cs typeface="Arial" charset="0"/>
              </a:endParaRPr>
            </a:p>
          </p:txBody>
        </p:sp>
        <p:sp>
          <p:nvSpPr>
            <p:cNvPr id="13" name="Oval 12"/>
            <p:cNvSpPr>
              <a:spLocks noChangeArrowheads="1"/>
            </p:cNvSpPr>
            <p:nvPr/>
          </p:nvSpPr>
          <p:spPr bwMode="auto">
            <a:xfrm>
              <a:off x="2744788" y="5099050"/>
              <a:ext cx="1455737" cy="576263"/>
            </a:xfrm>
            <a:prstGeom prst="ellipse">
              <a:avLst/>
            </a:prstGeom>
            <a:solidFill>
              <a:schemeClr val="accent5">
                <a:lumMod val="75000"/>
              </a:schemeClr>
            </a:solidFill>
            <a:ln w="10000">
              <a:solidFill>
                <a:schemeClr val="accent5"/>
              </a:solidFill>
              <a:round/>
              <a:headEnd/>
              <a:tailEnd/>
            </a:ln>
            <a:effectLst>
              <a:outerShdw blurRad="38100" dist="30000" dir="5400000" rotWithShape="0">
                <a:srgbClr val="808080">
                  <a:alpha val="45000"/>
                </a:srgbClr>
              </a:outerShdw>
            </a:effectLst>
          </p:spPr>
          <p:txBody>
            <a:bodyPr/>
            <a:lstStyle>
              <a:lvl1pPr eaLnBrk="0" hangingPunct="0">
                <a:defRPr sz="2400">
                  <a:solidFill>
                    <a:schemeClr val="tx1"/>
                  </a:solidFill>
                  <a:latin typeface="Arial" charset="0"/>
                  <a:ea typeface="ＭＳ Ｐゴシック" pitchFamily="-65" charset="-128"/>
                </a:defRPr>
              </a:lvl1pPr>
              <a:lvl2pPr marL="37931725" indent="-37474525" eaLnBrk="0" hangingPunct="0">
                <a:defRPr sz="2400">
                  <a:solidFill>
                    <a:schemeClr val="tx1"/>
                  </a:solidFill>
                  <a:latin typeface="Arial" charset="0"/>
                  <a:ea typeface="ＭＳ Ｐゴシック" pitchFamily="-65" charset="-128"/>
                </a:defRPr>
              </a:lvl2pPr>
              <a:lvl3pPr eaLnBrk="0" hangingPunct="0">
                <a:defRPr sz="2400">
                  <a:solidFill>
                    <a:schemeClr val="tx1"/>
                  </a:solidFill>
                  <a:latin typeface="Arial" charset="0"/>
                  <a:ea typeface="ＭＳ Ｐゴシック" pitchFamily="-65" charset="-128"/>
                </a:defRPr>
              </a:lvl3pPr>
              <a:lvl4pPr eaLnBrk="0" hangingPunct="0">
                <a:defRPr sz="2400">
                  <a:solidFill>
                    <a:schemeClr val="tx1"/>
                  </a:solidFill>
                  <a:latin typeface="Arial" charset="0"/>
                  <a:ea typeface="ＭＳ Ｐゴシック" pitchFamily="-65" charset="-128"/>
                </a:defRPr>
              </a:lvl4pPr>
              <a:lvl5pPr eaLnBrk="0" hangingPunct="0">
                <a:defRPr sz="2400">
                  <a:solidFill>
                    <a:schemeClr val="tx1"/>
                  </a:solidFill>
                  <a:latin typeface="Arial" charset="0"/>
                  <a:ea typeface="ＭＳ Ｐゴシック" pitchFamily="-65" charset="-128"/>
                </a:defRPr>
              </a:lvl5pPr>
              <a:lvl6pPr marL="457200" eaLnBrk="0" fontAlgn="base" hangingPunct="0">
                <a:spcBef>
                  <a:spcPct val="0"/>
                </a:spcBef>
                <a:spcAft>
                  <a:spcPct val="0"/>
                </a:spcAft>
                <a:defRPr sz="2400">
                  <a:solidFill>
                    <a:schemeClr val="tx1"/>
                  </a:solidFill>
                  <a:latin typeface="Arial" charset="0"/>
                  <a:ea typeface="ＭＳ Ｐゴシック" pitchFamily="-65" charset="-128"/>
                </a:defRPr>
              </a:lvl6pPr>
              <a:lvl7pPr marL="914400" eaLnBrk="0" fontAlgn="base" hangingPunct="0">
                <a:spcBef>
                  <a:spcPct val="0"/>
                </a:spcBef>
                <a:spcAft>
                  <a:spcPct val="0"/>
                </a:spcAft>
                <a:defRPr sz="2400">
                  <a:solidFill>
                    <a:schemeClr val="tx1"/>
                  </a:solidFill>
                  <a:latin typeface="Arial" charset="0"/>
                  <a:ea typeface="ＭＳ Ｐゴシック" pitchFamily="-65" charset="-128"/>
                </a:defRPr>
              </a:lvl7pPr>
              <a:lvl8pPr marL="1371600" eaLnBrk="0" fontAlgn="base" hangingPunct="0">
                <a:spcBef>
                  <a:spcPct val="0"/>
                </a:spcBef>
                <a:spcAft>
                  <a:spcPct val="0"/>
                </a:spcAft>
                <a:defRPr sz="2400">
                  <a:solidFill>
                    <a:schemeClr val="tx1"/>
                  </a:solidFill>
                  <a:latin typeface="Arial" charset="0"/>
                  <a:ea typeface="ＭＳ Ｐゴシック" pitchFamily="-65" charset="-128"/>
                </a:defRPr>
              </a:lvl8pPr>
              <a:lvl9pPr marL="1828800" eaLnBrk="0" fontAlgn="base" hangingPunct="0">
                <a:spcBef>
                  <a:spcPct val="0"/>
                </a:spcBef>
                <a:spcAft>
                  <a:spcPct val="0"/>
                </a:spcAft>
                <a:defRPr sz="2400">
                  <a:solidFill>
                    <a:schemeClr val="tx1"/>
                  </a:solidFill>
                  <a:latin typeface="Arial" charset="0"/>
                  <a:ea typeface="ＭＳ Ｐゴシック" pitchFamily="-65" charset="-128"/>
                </a:defRPr>
              </a:lvl9pPr>
            </a:lstStyle>
            <a:p>
              <a:pPr algn="ctr" defTabSz="457200" eaLnBrk="1" fontAlgn="base" hangingPunct="1">
                <a:spcBef>
                  <a:spcPct val="0"/>
                </a:spcBef>
                <a:spcAft>
                  <a:spcPct val="0"/>
                </a:spcAft>
                <a:defRPr/>
              </a:pPr>
              <a:r>
                <a:rPr lang="en-US" altLang="en-US" sz="1600" b="1">
                  <a:solidFill>
                    <a:srgbClr val="FFFFFF"/>
                  </a:solidFill>
                  <a:cs typeface="Arial" charset="0"/>
                </a:rPr>
                <a:t>Sample</a:t>
              </a:r>
              <a:endParaRPr lang="en-US" altLang="en-US" sz="2000" b="1">
                <a:solidFill>
                  <a:srgbClr val="FFFFFF"/>
                </a:solidFill>
                <a:cs typeface="Arial" charset="0"/>
              </a:endParaRPr>
            </a:p>
          </p:txBody>
        </p:sp>
        <p:sp>
          <p:nvSpPr>
            <p:cNvPr id="14" name="Oval 13"/>
            <p:cNvSpPr>
              <a:spLocks noChangeArrowheads="1"/>
            </p:cNvSpPr>
            <p:nvPr/>
          </p:nvSpPr>
          <p:spPr bwMode="auto">
            <a:xfrm>
              <a:off x="1628775" y="4843463"/>
              <a:ext cx="1455738" cy="576262"/>
            </a:xfrm>
            <a:prstGeom prst="ellipse">
              <a:avLst/>
            </a:prstGeom>
            <a:solidFill>
              <a:schemeClr val="accent5">
                <a:lumMod val="75000"/>
              </a:schemeClr>
            </a:solidFill>
            <a:ln w="10000">
              <a:solidFill>
                <a:schemeClr val="accent5"/>
              </a:solidFill>
              <a:round/>
              <a:headEnd/>
              <a:tailEnd/>
            </a:ln>
            <a:effectLst>
              <a:outerShdw blurRad="38100" dist="30000" dir="5400000" rotWithShape="0">
                <a:srgbClr val="808080">
                  <a:alpha val="45000"/>
                </a:srgbClr>
              </a:outerShdw>
            </a:effectLst>
          </p:spPr>
          <p:txBody>
            <a:bodyPr/>
            <a:lstStyle>
              <a:lvl1pPr eaLnBrk="0" hangingPunct="0">
                <a:defRPr sz="2400">
                  <a:solidFill>
                    <a:schemeClr val="tx1"/>
                  </a:solidFill>
                  <a:latin typeface="Arial" charset="0"/>
                  <a:ea typeface="ＭＳ Ｐゴシック" pitchFamily="-65" charset="-128"/>
                </a:defRPr>
              </a:lvl1pPr>
              <a:lvl2pPr marL="37931725" indent="-37474525" eaLnBrk="0" hangingPunct="0">
                <a:defRPr sz="2400">
                  <a:solidFill>
                    <a:schemeClr val="tx1"/>
                  </a:solidFill>
                  <a:latin typeface="Arial" charset="0"/>
                  <a:ea typeface="ＭＳ Ｐゴシック" pitchFamily="-65" charset="-128"/>
                </a:defRPr>
              </a:lvl2pPr>
              <a:lvl3pPr eaLnBrk="0" hangingPunct="0">
                <a:defRPr sz="2400">
                  <a:solidFill>
                    <a:schemeClr val="tx1"/>
                  </a:solidFill>
                  <a:latin typeface="Arial" charset="0"/>
                  <a:ea typeface="ＭＳ Ｐゴシック" pitchFamily="-65" charset="-128"/>
                </a:defRPr>
              </a:lvl3pPr>
              <a:lvl4pPr eaLnBrk="0" hangingPunct="0">
                <a:defRPr sz="2400">
                  <a:solidFill>
                    <a:schemeClr val="tx1"/>
                  </a:solidFill>
                  <a:latin typeface="Arial" charset="0"/>
                  <a:ea typeface="ＭＳ Ｐゴシック" pitchFamily="-65" charset="-128"/>
                </a:defRPr>
              </a:lvl4pPr>
              <a:lvl5pPr eaLnBrk="0" hangingPunct="0">
                <a:defRPr sz="2400">
                  <a:solidFill>
                    <a:schemeClr val="tx1"/>
                  </a:solidFill>
                  <a:latin typeface="Arial" charset="0"/>
                  <a:ea typeface="ＭＳ Ｐゴシック" pitchFamily="-65" charset="-128"/>
                </a:defRPr>
              </a:lvl5pPr>
              <a:lvl6pPr marL="457200" eaLnBrk="0" fontAlgn="base" hangingPunct="0">
                <a:spcBef>
                  <a:spcPct val="0"/>
                </a:spcBef>
                <a:spcAft>
                  <a:spcPct val="0"/>
                </a:spcAft>
                <a:defRPr sz="2400">
                  <a:solidFill>
                    <a:schemeClr val="tx1"/>
                  </a:solidFill>
                  <a:latin typeface="Arial" charset="0"/>
                  <a:ea typeface="ＭＳ Ｐゴシック" pitchFamily="-65" charset="-128"/>
                </a:defRPr>
              </a:lvl6pPr>
              <a:lvl7pPr marL="914400" eaLnBrk="0" fontAlgn="base" hangingPunct="0">
                <a:spcBef>
                  <a:spcPct val="0"/>
                </a:spcBef>
                <a:spcAft>
                  <a:spcPct val="0"/>
                </a:spcAft>
                <a:defRPr sz="2400">
                  <a:solidFill>
                    <a:schemeClr val="tx1"/>
                  </a:solidFill>
                  <a:latin typeface="Arial" charset="0"/>
                  <a:ea typeface="ＭＳ Ｐゴシック" pitchFamily="-65" charset="-128"/>
                </a:defRPr>
              </a:lvl7pPr>
              <a:lvl8pPr marL="1371600" eaLnBrk="0" fontAlgn="base" hangingPunct="0">
                <a:spcBef>
                  <a:spcPct val="0"/>
                </a:spcBef>
                <a:spcAft>
                  <a:spcPct val="0"/>
                </a:spcAft>
                <a:defRPr sz="2400">
                  <a:solidFill>
                    <a:schemeClr val="tx1"/>
                  </a:solidFill>
                  <a:latin typeface="Arial" charset="0"/>
                  <a:ea typeface="ＭＳ Ｐゴシック" pitchFamily="-65" charset="-128"/>
                </a:defRPr>
              </a:lvl8pPr>
              <a:lvl9pPr marL="1828800" eaLnBrk="0" fontAlgn="base" hangingPunct="0">
                <a:spcBef>
                  <a:spcPct val="0"/>
                </a:spcBef>
                <a:spcAft>
                  <a:spcPct val="0"/>
                </a:spcAft>
                <a:defRPr sz="2400">
                  <a:solidFill>
                    <a:schemeClr val="tx1"/>
                  </a:solidFill>
                  <a:latin typeface="Arial" charset="0"/>
                  <a:ea typeface="ＭＳ Ｐゴシック" pitchFamily="-65" charset="-128"/>
                </a:defRPr>
              </a:lvl9pPr>
            </a:lstStyle>
            <a:p>
              <a:pPr algn="ctr" defTabSz="457200" eaLnBrk="1" fontAlgn="base" hangingPunct="1">
                <a:spcBef>
                  <a:spcPct val="0"/>
                </a:spcBef>
                <a:spcAft>
                  <a:spcPct val="0"/>
                </a:spcAft>
                <a:defRPr/>
              </a:pPr>
              <a:r>
                <a:rPr lang="en-US" altLang="en-US" sz="1600" b="1">
                  <a:solidFill>
                    <a:srgbClr val="FFFFFF"/>
                  </a:solidFill>
                  <a:cs typeface="Arial" charset="0"/>
                </a:rPr>
                <a:t>Sample</a:t>
              </a:r>
              <a:endParaRPr lang="en-US" altLang="en-US" sz="2000" b="1">
                <a:solidFill>
                  <a:srgbClr val="FFFFFF"/>
                </a:solidFill>
                <a:cs typeface="Arial" charset="0"/>
              </a:endParaRPr>
            </a:p>
          </p:txBody>
        </p:sp>
        <p:sp>
          <p:nvSpPr>
            <p:cNvPr id="15" name="Oval 14"/>
            <p:cNvSpPr>
              <a:spLocks noChangeArrowheads="1"/>
            </p:cNvSpPr>
            <p:nvPr/>
          </p:nvSpPr>
          <p:spPr bwMode="auto">
            <a:xfrm>
              <a:off x="1447800" y="5603875"/>
              <a:ext cx="1455738" cy="576263"/>
            </a:xfrm>
            <a:prstGeom prst="ellipse">
              <a:avLst/>
            </a:prstGeom>
            <a:solidFill>
              <a:schemeClr val="accent5">
                <a:lumMod val="75000"/>
              </a:schemeClr>
            </a:solidFill>
            <a:ln w="10000">
              <a:solidFill>
                <a:schemeClr val="accent5"/>
              </a:solidFill>
              <a:round/>
              <a:headEnd/>
              <a:tailEnd/>
            </a:ln>
            <a:effectLst>
              <a:outerShdw blurRad="38100" dist="30000" dir="5400000" rotWithShape="0">
                <a:srgbClr val="808080">
                  <a:alpha val="45000"/>
                </a:srgbClr>
              </a:outerShdw>
            </a:effectLst>
          </p:spPr>
          <p:txBody>
            <a:bodyPr/>
            <a:lstStyle>
              <a:lvl1pPr eaLnBrk="0" hangingPunct="0">
                <a:defRPr sz="2400">
                  <a:solidFill>
                    <a:schemeClr val="tx1"/>
                  </a:solidFill>
                  <a:latin typeface="Arial" charset="0"/>
                  <a:ea typeface="ＭＳ Ｐゴシック" pitchFamily="-65" charset="-128"/>
                </a:defRPr>
              </a:lvl1pPr>
              <a:lvl2pPr marL="37931725" indent="-37474525" eaLnBrk="0" hangingPunct="0">
                <a:defRPr sz="2400">
                  <a:solidFill>
                    <a:schemeClr val="tx1"/>
                  </a:solidFill>
                  <a:latin typeface="Arial" charset="0"/>
                  <a:ea typeface="ＭＳ Ｐゴシック" pitchFamily="-65" charset="-128"/>
                </a:defRPr>
              </a:lvl2pPr>
              <a:lvl3pPr eaLnBrk="0" hangingPunct="0">
                <a:defRPr sz="2400">
                  <a:solidFill>
                    <a:schemeClr val="tx1"/>
                  </a:solidFill>
                  <a:latin typeface="Arial" charset="0"/>
                  <a:ea typeface="ＭＳ Ｐゴシック" pitchFamily="-65" charset="-128"/>
                </a:defRPr>
              </a:lvl3pPr>
              <a:lvl4pPr eaLnBrk="0" hangingPunct="0">
                <a:defRPr sz="2400">
                  <a:solidFill>
                    <a:schemeClr val="tx1"/>
                  </a:solidFill>
                  <a:latin typeface="Arial" charset="0"/>
                  <a:ea typeface="ＭＳ Ｐゴシック" pitchFamily="-65" charset="-128"/>
                </a:defRPr>
              </a:lvl4pPr>
              <a:lvl5pPr eaLnBrk="0" hangingPunct="0">
                <a:defRPr sz="2400">
                  <a:solidFill>
                    <a:schemeClr val="tx1"/>
                  </a:solidFill>
                  <a:latin typeface="Arial" charset="0"/>
                  <a:ea typeface="ＭＳ Ｐゴシック" pitchFamily="-65" charset="-128"/>
                </a:defRPr>
              </a:lvl5pPr>
              <a:lvl6pPr marL="457200" eaLnBrk="0" fontAlgn="base" hangingPunct="0">
                <a:spcBef>
                  <a:spcPct val="0"/>
                </a:spcBef>
                <a:spcAft>
                  <a:spcPct val="0"/>
                </a:spcAft>
                <a:defRPr sz="2400">
                  <a:solidFill>
                    <a:schemeClr val="tx1"/>
                  </a:solidFill>
                  <a:latin typeface="Arial" charset="0"/>
                  <a:ea typeface="ＭＳ Ｐゴシック" pitchFamily="-65" charset="-128"/>
                </a:defRPr>
              </a:lvl6pPr>
              <a:lvl7pPr marL="914400" eaLnBrk="0" fontAlgn="base" hangingPunct="0">
                <a:spcBef>
                  <a:spcPct val="0"/>
                </a:spcBef>
                <a:spcAft>
                  <a:spcPct val="0"/>
                </a:spcAft>
                <a:defRPr sz="2400">
                  <a:solidFill>
                    <a:schemeClr val="tx1"/>
                  </a:solidFill>
                  <a:latin typeface="Arial" charset="0"/>
                  <a:ea typeface="ＭＳ Ｐゴシック" pitchFamily="-65" charset="-128"/>
                </a:defRPr>
              </a:lvl7pPr>
              <a:lvl8pPr marL="1371600" eaLnBrk="0" fontAlgn="base" hangingPunct="0">
                <a:spcBef>
                  <a:spcPct val="0"/>
                </a:spcBef>
                <a:spcAft>
                  <a:spcPct val="0"/>
                </a:spcAft>
                <a:defRPr sz="2400">
                  <a:solidFill>
                    <a:schemeClr val="tx1"/>
                  </a:solidFill>
                  <a:latin typeface="Arial" charset="0"/>
                  <a:ea typeface="ＭＳ Ｐゴシック" pitchFamily="-65" charset="-128"/>
                </a:defRPr>
              </a:lvl8pPr>
              <a:lvl9pPr marL="1828800" eaLnBrk="0" fontAlgn="base" hangingPunct="0">
                <a:spcBef>
                  <a:spcPct val="0"/>
                </a:spcBef>
                <a:spcAft>
                  <a:spcPct val="0"/>
                </a:spcAft>
                <a:defRPr sz="2400">
                  <a:solidFill>
                    <a:schemeClr val="tx1"/>
                  </a:solidFill>
                  <a:latin typeface="Arial" charset="0"/>
                  <a:ea typeface="ＭＳ Ｐゴシック" pitchFamily="-65" charset="-128"/>
                </a:defRPr>
              </a:lvl9pPr>
            </a:lstStyle>
            <a:p>
              <a:pPr algn="ctr" defTabSz="457200" eaLnBrk="1" fontAlgn="base" hangingPunct="1">
                <a:spcBef>
                  <a:spcPct val="0"/>
                </a:spcBef>
                <a:spcAft>
                  <a:spcPct val="0"/>
                </a:spcAft>
                <a:defRPr/>
              </a:pPr>
              <a:r>
                <a:rPr lang="en-US" altLang="en-US" sz="1600" b="1">
                  <a:solidFill>
                    <a:srgbClr val="FFFFFF"/>
                  </a:solidFill>
                  <a:cs typeface="Arial" charset="0"/>
                </a:rPr>
                <a:t>Sample</a:t>
              </a:r>
              <a:endParaRPr lang="en-US" altLang="en-US" sz="2000" b="1">
                <a:solidFill>
                  <a:srgbClr val="FFFFFF"/>
                </a:solidFill>
                <a:cs typeface="Arial" charset="0"/>
              </a:endParaRPr>
            </a:p>
          </p:txBody>
        </p:sp>
        <p:sp>
          <p:nvSpPr>
            <p:cNvPr id="16" name="Oval 15"/>
            <p:cNvSpPr>
              <a:spLocks noChangeArrowheads="1"/>
            </p:cNvSpPr>
            <p:nvPr/>
          </p:nvSpPr>
          <p:spPr bwMode="auto">
            <a:xfrm>
              <a:off x="1290638" y="4325938"/>
              <a:ext cx="1454150" cy="576262"/>
            </a:xfrm>
            <a:prstGeom prst="ellipse">
              <a:avLst/>
            </a:prstGeom>
            <a:solidFill>
              <a:schemeClr val="accent5">
                <a:lumMod val="75000"/>
              </a:schemeClr>
            </a:solidFill>
            <a:ln w="10000">
              <a:solidFill>
                <a:schemeClr val="accent5"/>
              </a:solidFill>
              <a:round/>
              <a:headEnd/>
              <a:tailEnd/>
            </a:ln>
            <a:effectLst>
              <a:outerShdw blurRad="38100" dist="30000" dir="5400000" rotWithShape="0">
                <a:srgbClr val="808080">
                  <a:alpha val="45000"/>
                </a:srgbClr>
              </a:outerShdw>
            </a:effectLst>
          </p:spPr>
          <p:txBody>
            <a:bodyPr/>
            <a:lstStyle>
              <a:lvl1pPr eaLnBrk="0" hangingPunct="0">
                <a:defRPr sz="2400">
                  <a:solidFill>
                    <a:schemeClr val="tx1"/>
                  </a:solidFill>
                  <a:latin typeface="Arial" charset="0"/>
                  <a:ea typeface="ＭＳ Ｐゴシック" pitchFamily="-65" charset="-128"/>
                </a:defRPr>
              </a:lvl1pPr>
              <a:lvl2pPr marL="37931725" indent="-37474525" eaLnBrk="0" hangingPunct="0">
                <a:defRPr sz="2400">
                  <a:solidFill>
                    <a:schemeClr val="tx1"/>
                  </a:solidFill>
                  <a:latin typeface="Arial" charset="0"/>
                  <a:ea typeface="ＭＳ Ｐゴシック" pitchFamily="-65" charset="-128"/>
                </a:defRPr>
              </a:lvl2pPr>
              <a:lvl3pPr eaLnBrk="0" hangingPunct="0">
                <a:defRPr sz="2400">
                  <a:solidFill>
                    <a:schemeClr val="tx1"/>
                  </a:solidFill>
                  <a:latin typeface="Arial" charset="0"/>
                  <a:ea typeface="ＭＳ Ｐゴシック" pitchFamily="-65" charset="-128"/>
                </a:defRPr>
              </a:lvl3pPr>
              <a:lvl4pPr eaLnBrk="0" hangingPunct="0">
                <a:defRPr sz="2400">
                  <a:solidFill>
                    <a:schemeClr val="tx1"/>
                  </a:solidFill>
                  <a:latin typeface="Arial" charset="0"/>
                  <a:ea typeface="ＭＳ Ｐゴシック" pitchFamily="-65" charset="-128"/>
                </a:defRPr>
              </a:lvl4pPr>
              <a:lvl5pPr eaLnBrk="0" hangingPunct="0">
                <a:defRPr sz="2400">
                  <a:solidFill>
                    <a:schemeClr val="tx1"/>
                  </a:solidFill>
                  <a:latin typeface="Arial" charset="0"/>
                  <a:ea typeface="ＭＳ Ｐゴシック" pitchFamily="-65" charset="-128"/>
                </a:defRPr>
              </a:lvl5pPr>
              <a:lvl6pPr marL="457200" eaLnBrk="0" fontAlgn="base" hangingPunct="0">
                <a:spcBef>
                  <a:spcPct val="0"/>
                </a:spcBef>
                <a:spcAft>
                  <a:spcPct val="0"/>
                </a:spcAft>
                <a:defRPr sz="2400">
                  <a:solidFill>
                    <a:schemeClr val="tx1"/>
                  </a:solidFill>
                  <a:latin typeface="Arial" charset="0"/>
                  <a:ea typeface="ＭＳ Ｐゴシック" pitchFamily="-65" charset="-128"/>
                </a:defRPr>
              </a:lvl6pPr>
              <a:lvl7pPr marL="914400" eaLnBrk="0" fontAlgn="base" hangingPunct="0">
                <a:spcBef>
                  <a:spcPct val="0"/>
                </a:spcBef>
                <a:spcAft>
                  <a:spcPct val="0"/>
                </a:spcAft>
                <a:defRPr sz="2400">
                  <a:solidFill>
                    <a:schemeClr val="tx1"/>
                  </a:solidFill>
                  <a:latin typeface="Arial" charset="0"/>
                  <a:ea typeface="ＭＳ Ｐゴシック" pitchFamily="-65" charset="-128"/>
                </a:defRPr>
              </a:lvl7pPr>
              <a:lvl8pPr marL="1371600" eaLnBrk="0" fontAlgn="base" hangingPunct="0">
                <a:spcBef>
                  <a:spcPct val="0"/>
                </a:spcBef>
                <a:spcAft>
                  <a:spcPct val="0"/>
                </a:spcAft>
                <a:defRPr sz="2400">
                  <a:solidFill>
                    <a:schemeClr val="tx1"/>
                  </a:solidFill>
                  <a:latin typeface="Arial" charset="0"/>
                  <a:ea typeface="ＭＳ Ｐゴシック" pitchFamily="-65" charset="-128"/>
                </a:defRPr>
              </a:lvl8pPr>
              <a:lvl9pPr marL="1828800" eaLnBrk="0" fontAlgn="base" hangingPunct="0">
                <a:spcBef>
                  <a:spcPct val="0"/>
                </a:spcBef>
                <a:spcAft>
                  <a:spcPct val="0"/>
                </a:spcAft>
                <a:defRPr sz="2400">
                  <a:solidFill>
                    <a:schemeClr val="tx1"/>
                  </a:solidFill>
                  <a:latin typeface="Arial" charset="0"/>
                  <a:ea typeface="ＭＳ Ｐゴシック" pitchFamily="-65" charset="-128"/>
                </a:defRPr>
              </a:lvl9pPr>
            </a:lstStyle>
            <a:p>
              <a:pPr algn="ctr" defTabSz="457200" eaLnBrk="1" fontAlgn="base" hangingPunct="1">
                <a:spcBef>
                  <a:spcPct val="0"/>
                </a:spcBef>
                <a:spcAft>
                  <a:spcPct val="0"/>
                </a:spcAft>
                <a:defRPr/>
              </a:pPr>
              <a:r>
                <a:rPr lang="en-US" altLang="en-US" sz="1600" b="1" dirty="0">
                  <a:solidFill>
                    <a:srgbClr val="FFFFFF"/>
                  </a:solidFill>
                  <a:cs typeface="Arial" charset="0"/>
                </a:rPr>
                <a:t>Sample</a:t>
              </a:r>
              <a:endParaRPr lang="en-US" altLang="en-US" sz="2000" b="1" dirty="0">
                <a:solidFill>
                  <a:srgbClr val="FFFFFF"/>
                </a:solidFill>
                <a:cs typeface="Arial" charset="0"/>
              </a:endParaRPr>
            </a:p>
          </p:txBody>
        </p:sp>
        <p:sp>
          <p:nvSpPr>
            <p:cNvPr id="17" name="Curved Down Arrow 16"/>
            <p:cNvSpPr/>
            <p:nvPr/>
          </p:nvSpPr>
          <p:spPr>
            <a:xfrm rot="367008">
              <a:off x="4542172" y="3504132"/>
              <a:ext cx="2830025" cy="619150"/>
            </a:xfrm>
            <a:prstGeom prst="curvedDownArrow">
              <a:avLst/>
            </a:prstGeom>
          </p:spPr>
          <p:style>
            <a:lnRef idx="0">
              <a:schemeClr val="accent1"/>
            </a:lnRef>
            <a:fillRef idx="3">
              <a:schemeClr val="accent1"/>
            </a:fillRef>
            <a:effectRef idx="3">
              <a:schemeClr val="accent1"/>
            </a:effectRef>
            <a:fontRef idx="minor">
              <a:schemeClr val="lt1"/>
            </a:fontRef>
          </p:style>
          <p:txBody>
            <a:bodyPr anchor="ctr"/>
            <a:lstStyle/>
            <a:p>
              <a:pPr algn="ctr" defTabSz="457200">
                <a:defRPr/>
              </a:pPr>
              <a:endParaRPr lang="en-US">
                <a:solidFill>
                  <a:prstClr val="black"/>
                </a:solidFill>
                <a:cs typeface="Arial"/>
              </a:endParaRPr>
            </a:p>
          </p:txBody>
        </p:sp>
        <p:sp>
          <p:nvSpPr>
            <p:cNvPr id="18" name="Curved Down Arrow 17"/>
            <p:cNvSpPr/>
            <p:nvPr/>
          </p:nvSpPr>
          <p:spPr>
            <a:xfrm rot="21385562">
              <a:off x="3687412" y="4072921"/>
              <a:ext cx="3440856" cy="499372"/>
            </a:xfrm>
            <a:prstGeom prst="curvedDownArrow">
              <a:avLst/>
            </a:prstGeom>
          </p:spPr>
          <p:style>
            <a:lnRef idx="0">
              <a:schemeClr val="accent1"/>
            </a:lnRef>
            <a:fillRef idx="3">
              <a:schemeClr val="accent1"/>
            </a:fillRef>
            <a:effectRef idx="3">
              <a:schemeClr val="accent1"/>
            </a:effectRef>
            <a:fontRef idx="minor">
              <a:schemeClr val="lt1"/>
            </a:fontRef>
          </p:style>
          <p:txBody>
            <a:bodyPr anchor="ctr"/>
            <a:lstStyle/>
            <a:p>
              <a:pPr algn="ctr" defTabSz="457200">
                <a:defRPr/>
              </a:pPr>
              <a:endParaRPr lang="en-US">
                <a:solidFill>
                  <a:prstClr val="black"/>
                </a:solidFill>
                <a:cs typeface="Arial"/>
              </a:endParaRPr>
            </a:p>
          </p:txBody>
        </p:sp>
        <p:sp>
          <p:nvSpPr>
            <p:cNvPr id="19" name="Curved Down Arrow 18"/>
            <p:cNvSpPr/>
            <p:nvPr/>
          </p:nvSpPr>
          <p:spPr>
            <a:xfrm rot="214438" flipV="1">
              <a:off x="3928369" y="5422059"/>
              <a:ext cx="3217667" cy="517879"/>
            </a:xfrm>
            <a:prstGeom prst="curvedDownArrow">
              <a:avLst/>
            </a:prstGeom>
          </p:spPr>
          <p:style>
            <a:lnRef idx="0">
              <a:schemeClr val="accent1"/>
            </a:lnRef>
            <a:fillRef idx="3">
              <a:schemeClr val="accent1"/>
            </a:fillRef>
            <a:effectRef idx="3">
              <a:schemeClr val="accent1"/>
            </a:effectRef>
            <a:fontRef idx="minor">
              <a:schemeClr val="lt1"/>
            </a:fontRef>
          </p:style>
          <p:txBody>
            <a:bodyPr anchor="ctr"/>
            <a:lstStyle/>
            <a:p>
              <a:pPr algn="ctr" defTabSz="457200">
                <a:defRPr/>
              </a:pPr>
              <a:endParaRPr lang="en-US">
                <a:solidFill>
                  <a:prstClr val="black"/>
                </a:solidFill>
                <a:cs typeface="Arial"/>
              </a:endParaRPr>
            </a:p>
          </p:txBody>
        </p:sp>
        <p:sp>
          <p:nvSpPr>
            <p:cNvPr id="20" name="Curved Down Arrow 19"/>
            <p:cNvSpPr/>
            <p:nvPr/>
          </p:nvSpPr>
          <p:spPr>
            <a:xfrm rot="21385562">
              <a:off x="2713971" y="4535122"/>
              <a:ext cx="4430296" cy="619150"/>
            </a:xfrm>
            <a:prstGeom prst="curvedDownArrow">
              <a:avLst/>
            </a:prstGeom>
          </p:spPr>
          <p:style>
            <a:lnRef idx="0">
              <a:schemeClr val="accent1"/>
            </a:lnRef>
            <a:fillRef idx="3">
              <a:schemeClr val="accent1"/>
            </a:fillRef>
            <a:effectRef idx="3">
              <a:schemeClr val="accent1"/>
            </a:effectRef>
            <a:fontRef idx="minor">
              <a:schemeClr val="lt1"/>
            </a:fontRef>
          </p:style>
          <p:txBody>
            <a:bodyPr anchor="ctr"/>
            <a:lstStyle/>
            <a:p>
              <a:pPr algn="ctr" defTabSz="457200">
                <a:defRPr/>
              </a:pPr>
              <a:endParaRPr lang="en-US">
                <a:solidFill>
                  <a:prstClr val="black"/>
                </a:solidFill>
                <a:cs typeface="Arial"/>
              </a:endParaRPr>
            </a:p>
          </p:txBody>
        </p:sp>
        <p:sp>
          <p:nvSpPr>
            <p:cNvPr id="21" name="Curved Down Arrow 20"/>
            <p:cNvSpPr/>
            <p:nvPr/>
          </p:nvSpPr>
          <p:spPr>
            <a:xfrm rot="21385562">
              <a:off x="2492614" y="3804277"/>
              <a:ext cx="4587242" cy="768566"/>
            </a:xfrm>
            <a:prstGeom prst="curvedDownArrow">
              <a:avLst/>
            </a:prstGeom>
          </p:spPr>
          <p:style>
            <a:lnRef idx="0">
              <a:schemeClr val="accent1"/>
            </a:lnRef>
            <a:fillRef idx="3">
              <a:schemeClr val="accent1"/>
            </a:fillRef>
            <a:effectRef idx="3">
              <a:schemeClr val="accent1"/>
            </a:effectRef>
            <a:fontRef idx="minor">
              <a:schemeClr val="lt1"/>
            </a:fontRef>
          </p:style>
          <p:txBody>
            <a:bodyPr anchor="ctr"/>
            <a:lstStyle/>
            <a:p>
              <a:pPr algn="ctr" defTabSz="457200">
                <a:defRPr/>
              </a:pPr>
              <a:endParaRPr lang="en-US">
                <a:solidFill>
                  <a:prstClr val="black"/>
                </a:solidFill>
                <a:cs typeface="Arial"/>
              </a:endParaRPr>
            </a:p>
          </p:txBody>
        </p:sp>
        <p:sp>
          <p:nvSpPr>
            <p:cNvPr id="22" name="Curved Down Arrow 21"/>
            <p:cNvSpPr/>
            <p:nvPr/>
          </p:nvSpPr>
          <p:spPr>
            <a:xfrm flipV="1">
              <a:off x="2612792" y="5931283"/>
              <a:ext cx="4716314" cy="619150"/>
            </a:xfrm>
            <a:prstGeom prst="curvedDownArrow">
              <a:avLst/>
            </a:prstGeom>
          </p:spPr>
          <p:style>
            <a:lnRef idx="0">
              <a:schemeClr val="accent1"/>
            </a:lnRef>
            <a:fillRef idx="3">
              <a:schemeClr val="accent1"/>
            </a:fillRef>
            <a:effectRef idx="3">
              <a:schemeClr val="accent1"/>
            </a:effectRef>
            <a:fontRef idx="minor">
              <a:schemeClr val="lt1"/>
            </a:fontRef>
          </p:style>
          <p:txBody>
            <a:bodyPr anchor="ctr"/>
            <a:lstStyle/>
            <a:p>
              <a:pPr algn="ctr" defTabSz="457200">
                <a:defRPr/>
              </a:pPr>
              <a:endParaRPr lang="en-US">
                <a:solidFill>
                  <a:prstClr val="black"/>
                </a:solidFill>
                <a:cs typeface="Arial"/>
              </a:endParaRPr>
            </a:p>
          </p:txBody>
        </p:sp>
        <p:sp>
          <p:nvSpPr>
            <p:cNvPr id="23" name="Curved Down Arrow 22"/>
            <p:cNvSpPr/>
            <p:nvPr/>
          </p:nvSpPr>
          <p:spPr>
            <a:xfrm rot="21313586" flipV="1">
              <a:off x="4222643" y="5955212"/>
              <a:ext cx="3279600" cy="753331"/>
            </a:xfrm>
            <a:prstGeom prst="curvedDownArrow">
              <a:avLst/>
            </a:prstGeom>
          </p:spPr>
          <p:style>
            <a:lnRef idx="0">
              <a:schemeClr val="accent1"/>
            </a:lnRef>
            <a:fillRef idx="3">
              <a:schemeClr val="accent1"/>
            </a:fillRef>
            <a:effectRef idx="3">
              <a:schemeClr val="accent1"/>
            </a:effectRef>
            <a:fontRef idx="minor">
              <a:schemeClr val="lt1"/>
            </a:fontRef>
          </p:style>
          <p:txBody>
            <a:bodyPr anchor="ctr"/>
            <a:lstStyle/>
            <a:p>
              <a:pPr algn="ctr" defTabSz="457200">
                <a:defRPr/>
              </a:pPr>
              <a:endParaRPr lang="en-US">
                <a:solidFill>
                  <a:prstClr val="black"/>
                </a:solidFill>
                <a:cs typeface="Arial"/>
              </a:endParaRPr>
            </a:p>
          </p:txBody>
        </p:sp>
        <p:sp>
          <p:nvSpPr>
            <p:cNvPr id="24" name="Curved Down Arrow 23"/>
            <p:cNvSpPr/>
            <p:nvPr/>
          </p:nvSpPr>
          <p:spPr>
            <a:xfrm rot="21385562">
              <a:off x="4680765" y="4147647"/>
              <a:ext cx="2461046" cy="619150"/>
            </a:xfrm>
            <a:prstGeom prst="curvedDownArrow">
              <a:avLst/>
            </a:prstGeom>
          </p:spPr>
          <p:style>
            <a:lnRef idx="0">
              <a:schemeClr val="accent1"/>
            </a:lnRef>
            <a:fillRef idx="3">
              <a:schemeClr val="accent1"/>
            </a:fillRef>
            <a:effectRef idx="3">
              <a:schemeClr val="accent1"/>
            </a:effectRef>
            <a:fontRef idx="minor">
              <a:schemeClr val="lt1"/>
            </a:fontRef>
          </p:style>
          <p:txBody>
            <a:bodyPr anchor="ctr"/>
            <a:lstStyle/>
            <a:p>
              <a:pPr algn="ctr" defTabSz="457200">
                <a:defRPr/>
              </a:pPr>
              <a:endParaRPr lang="en-US">
                <a:solidFill>
                  <a:prstClr val="black"/>
                </a:solidFill>
                <a:cs typeface="Arial"/>
              </a:endParaRPr>
            </a:p>
          </p:txBody>
        </p:sp>
        <p:sp>
          <p:nvSpPr>
            <p:cNvPr id="25" name="TextBox 24"/>
            <p:cNvSpPr txBox="1"/>
            <p:nvPr/>
          </p:nvSpPr>
          <p:spPr>
            <a:xfrm>
              <a:off x="7140715" y="4250397"/>
              <a:ext cx="774371" cy="1569660"/>
            </a:xfrm>
            <a:prstGeom prst="rect">
              <a:avLst/>
            </a:prstGeom>
          </p:spPr>
          <p:style>
            <a:lnRef idx="0">
              <a:schemeClr val="accent2"/>
            </a:lnRef>
            <a:fillRef idx="3">
              <a:schemeClr val="accent2"/>
            </a:fillRef>
            <a:effectRef idx="3">
              <a:schemeClr val="accent2"/>
            </a:effectRef>
            <a:fontRef idx="minor">
              <a:schemeClr val="lt1"/>
            </a:fontRef>
          </p:style>
          <p:txBody>
            <a:bodyPr wrap="none">
              <a:spAutoFit/>
            </a:bodyPr>
            <a:lstStyle/>
            <a:p>
              <a:pPr algn="ctr" defTabSz="457200" fontAlgn="base">
                <a:spcBef>
                  <a:spcPct val="0"/>
                </a:spcBef>
                <a:spcAft>
                  <a:spcPct val="0"/>
                </a:spcAft>
                <a:defRPr/>
              </a:pPr>
              <a:r>
                <a:rPr lang="en-US" sz="9600" b="1" dirty="0">
                  <a:solidFill>
                    <a:prstClr val="black"/>
                  </a:solidFill>
                </a:rPr>
                <a:t>?</a:t>
              </a:r>
            </a:p>
          </p:txBody>
        </p:sp>
      </p:grpSp>
    </p:spTree>
    <p:extLst>
      <p:ext uri="{BB962C8B-B14F-4D97-AF65-F5344CB8AC3E}">
        <p14:creationId xmlns:p14="http://schemas.microsoft.com/office/powerpoint/2010/main" val="2153152812"/>
      </p:ext>
    </p:extLst>
  </p:cSld>
  <p:clrMapOvr>
    <a:masterClrMapping/>
  </p:clrMapOvr>
  <p:transition spd="med">
    <p:fade/>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p:txBody>
          <a:bodyPr/>
          <a:lstStyle/>
          <a:p>
            <a:pPr eaLnBrk="1" hangingPunct="1"/>
            <a:r>
              <a:rPr lang="en-US">
                <a:ea typeface="ＭＳ Ｐゴシック" pitchFamily="34" charset="-128"/>
                <a:cs typeface="Arial" pitchFamily="34" charset="0"/>
              </a:rPr>
              <a:t>The Law of Large Numbers</a:t>
            </a:r>
          </a:p>
        </p:txBody>
      </p:sp>
      <p:sp>
        <p:nvSpPr>
          <p:cNvPr id="57345"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nSpc>
                <a:spcPct val="80000"/>
              </a:lnSpc>
            </a:pPr>
            <a:fld id="{151AED29-D4D3-4351-BAD5-BCBD5CA0B4E5}" type="slidenum">
              <a:rPr lang="en-US" sz="1200">
                <a:solidFill>
                  <a:schemeClr val="accent1"/>
                </a:solidFill>
              </a:rPr>
              <a:pPr>
                <a:lnSpc>
                  <a:spcPct val="80000"/>
                </a:lnSpc>
              </a:pPr>
              <a:t>30</a:t>
            </a:fld>
            <a:endParaRPr lang="en-US" sz="1200">
              <a:solidFill>
                <a:schemeClr val="accent1"/>
              </a:solidFill>
            </a:endParaRPr>
          </a:p>
        </p:txBody>
      </p:sp>
      <p:graphicFrame>
        <p:nvGraphicFramePr>
          <p:cNvPr id="57348" name="Object 2" descr="How can x-bar be an accurate estimate of mew? After all, different random samples would produce different of x-bar."/>
          <p:cNvGraphicFramePr>
            <a:graphicFrameLocks noChangeAspect="1"/>
          </p:cNvGraphicFramePr>
          <p:nvPr>
            <p:extLst>
              <p:ext uri="{D42A27DB-BD31-4B8C-83A1-F6EECF244321}">
                <p14:modId xmlns:p14="http://schemas.microsoft.com/office/powerpoint/2010/main" val="32367592"/>
              </p:ext>
            </p:extLst>
          </p:nvPr>
        </p:nvGraphicFramePr>
        <p:xfrm>
          <a:off x="191870" y="1063625"/>
          <a:ext cx="8293100" cy="630238"/>
        </p:xfrm>
        <a:graphic>
          <a:graphicData uri="http://schemas.openxmlformats.org/presentationml/2006/ole">
            <mc:AlternateContent xmlns:mc="http://schemas.openxmlformats.org/markup-compatibility/2006">
              <mc:Choice xmlns:v="urn:schemas-microsoft-com:vml" Requires="v">
                <p:oleObj spid="_x0000_s57628" name="Equation" r:id="rId4" imgW="5168880" imgH="431640" progId="Equation.DSMT4">
                  <p:embed/>
                </p:oleObj>
              </mc:Choice>
              <mc:Fallback>
                <p:oleObj name="Equation" r:id="rId4" imgW="5168880" imgH="431640" progId="Equation.DSMT4">
                  <p:embed/>
                  <p:pic>
                    <p:nvPicPr>
                      <p:cNvPr id="0" name="Object 2"/>
                      <p:cNvPicPr>
                        <a:picLocks noChangeAspect="1" noChangeArrowheads="1"/>
                      </p:cNvPicPr>
                      <p:nvPr/>
                    </p:nvPicPr>
                    <p:blipFill>
                      <a:blip r:embed="rId5"/>
                      <a:srcRect/>
                      <a:stretch>
                        <a:fillRect/>
                      </a:stretch>
                    </p:blipFill>
                    <p:spPr bwMode="auto">
                      <a:xfrm>
                        <a:off x="191870" y="1063625"/>
                        <a:ext cx="8293100" cy="630238"/>
                      </a:xfrm>
                      <a:prstGeom prst="rect">
                        <a:avLst/>
                      </a:prstGeom>
                      <a:noFill/>
                      <a:ln>
                        <a:noFill/>
                      </a:ln>
                    </p:spPr>
                  </p:pic>
                </p:oleObj>
              </mc:Fallback>
            </mc:AlternateContent>
          </a:graphicData>
        </a:graphic>
      </p:graphicFrame>
      <p:graphicFrame>
        <p:nvGraphicFramePr>
          <p:cNvPr id="13" name="Object 3" descr="If we keep on taking larger and larger samples, the statistic x-bar is guaranteed to get closer and closer to the parameter mew."/>
          <p:cNvGraphicFramePr>
            <a:graphicFrameLocks noChangeAspect="1"/>
          </p:cNvGraphicFramePr>
          <p:nvPr>
            <p:extLst>
              <p:ext uri="{D42A27DB-BD31-4B8C-83A1-F6EECF244321}">
                <p14:modId xmlns:p14="http://schemas.microsoft.com/office/powerpoint/2010/main" val="1496196714"/>
              </p:ext>
            </p:extLst>
          </p:nvPr>
        </p:nvGraphicFramePr>
        <p:xfrm>
          <a:off x="191870" y="1923337"/>
          <a:ext cx="8410575" cy="665162"/>
        </p:xfrm>
        <a:graphic>
          <a:graphicData uri="http://schemas.openxmlformats.org/presentationml/2006/ole">
            <mc:AlternateContent xmlns:mc="http://schemas.openxmlformats.org/markup-compatibility/2006">
              <mc:Choice xmlns:v="urn:schemas-microsoft-com:vml" Requires="v">
                <p:oleObj spid="_x0000_s57629" name="Equation" r:id="rId6" imgW="5092560" imgH="431640" progId="Equation.DSMT4">
                  <p:embed/>
                </p:oleObj>
              </mc:Choice>
              <mc:Fallback>
                <p:oleObj name="Equation" r:id="rId6" imgW="5092560" imgH="431640" progId="Equation.DSMT4">
                  <p:embed/>
                  <p:pic>
                    <p:nvPicPr>
                      <p:cNvPr id="0" name="Object 3"/>
                      <p:cNvPicPr>
                        <a:picLocks noChangeAspect="1" noChangeArrowheads="1"/>
                      </p:cNvPicPr>
                      <p:nvPr/>
                    </p:nvPicPr>
                    <p:blipFill>
                      <a:blip r:embed="rId7"/>
                      <a:srcRect/>
                      <a:stretch>
                        <a:fillRect/>
                      </a:stretch>
                    </p:blipFill>
                    <p:spPr bwMode="auto">
                      <a:xfrm>
                        <a:off x="191870" y="1923337"/>
                        <a:ext cx="8410575" cy="665162"/>
                      </a:xfrm>
                      <a:prstGeom prst="rect">
                        <a:avLst/>
                      </a:prstGeom>
                      <a:noFill/>
                      <a:ln>
                        <a:noFill/>
                      </a:ln>
                    </p:spPr>
                  </p:pic>
                </p:oleObj>
              </mc:Fallback>
            </mc:AlternateContent>
          </a:graphicData>
        </a:graphic>
      </p:graphicFrame>
      <p:sp>
        <p:nvSpPr>
          <p:cNvPr id="2" name="Rectangle 1"/>
          <p:cNvSpPr>
            <a:spLocks noChangeArrowheads="1"/>
          </p:cNvSpPr>
          <p:nvPr/>
        </p:nvSpPr>
        <p:spPr bwMode="auto">
          <a:xfrm>
            <a:off x="280987" y="2681781"/>
            <a:ext cx="8321458" cy="1323975"/>
          </a:xfrm>
          <a:prstGeom prst="rect">
            <a:avLst/>
          </a:prstGeom>
          <a:solidFill>
            <a:srgbClr val="FFD780"/>
          </a:solidFill>
          <a:ln w="10000">
            <a:solidFill>
              <a:srgbClr val="D2DA7A"/>
            </a:solidFill>
            <a:miter lim="800000"/>
            <a:headEnd/>
            <a:tailEnd/>
          </a:ln>
          <a:effectLst>
            <a:outerShdw blurRad="38100" dist="30000" dir="5400000" rotWithShape="0">
              <a:srgbClr val="808080">
                <a:alpha val="45000"/>
              </a:srgbClr>
            </a:outerShdw>
          </a:effectLst>
        </p:spPr>
        <p:txBody>
          <a:bodyPr wrap="square">
            <a:spAutoFit/>
          </a:bodyPr>
          <a:lstStyle/>
          <a:p>
            <a:pPr algn="just" eaLnBrk="1" hangingPunct="1">
              <a:buFont typeface="Wingdings" pitchFamily="2" charset="2"/>
              <a:buNone/>
            </a:pPr>
            <a:r>
              <a:rPr lang="en-US" sz="2000" dirty="0">
                <a:solidFill>
                  <a:srgbClr val="000000"/>
                </a:solidFill>
                <a:cs typeface="Arial" pitchFamily="34" charset="0"/>
              </a:rPr>
              <a:t>Draw independent observations at random from any population with finite mean </a:t>
            </a:r>
            <a:r>
              <a:rPr lang="en-US" sz="2000" i="1" dirty="0">
                <a:solidFill>
                  <a:srgbClr val="000000"/>
                </a:solidFill>
                <a:cs typeface="Arial" pitchFamily="34" charset="0"/>
              </a:rPr>
              <a:t>µ</a:t>
            </a:r>
            <a:r>
              <a:rPr lang="en-US" sz="2000" dirty="0">
                <a:solidFill>
                  <a:srgbClr val="000000"/>
                </a:solidFill>
                <a:cs typeface="Arial" pitchFamily="34" charset="0"/>
              </a:rPr>
              <a:t>. </a:t>
            </a:r>
            <a:r>
              <a:rPr lang="en-US" sz="2000" dirty="0">
                <a:cs typeface="Arial" pitchFamily="34" charset="0"/>
              </a:rPr>
              <a:t>The </a:t>
            </a:r>
            <a:r>
              <a:rPr lang="en-US" sz="2000" b="1" dirty="0">
                <a:cs typeface="Arial" pitchFamily="34" charset="0"/>
              </a:rPr>
              <a:t>law of large numbers</a:t>
            </a:r>
            <a:r>
              <a:rPr lang="en-US" sz="2000" dirty="0">
                <a:cs typeface="Arial" pitchFamily="34" charset="0"/>
              </a:rPr>
              <a:t> says </a:t>
            </a:r>
            <a:r>
              <a:rPr lang="en-US" sz="2000" dirty="0">
                <a:solidFill>
                  <a:srgbClr val="000000"/>
                </a:solidFill>
                <a:cs typeface="Arial" pitchFamily="34" charset="0"/>
              </a:rPr>
              <a:t>that as the number of observations drawn increases, the sample mean of the observed values gets closer and closer to the mean </a:t>
            </a:r>
            <a:r>
              <a:rPr lang="en-US" sz="2000" i="1" dirty="0">
                <a:solidFill>
                  <a:srgbClr val="000000"/>
                </a:solidFill>
                <a:cs typeface="Arial" pitchFamily="34" charset="0"/>
              </a:rPr>
              <a:t>µ</a:t>
            </a:r>
            <a:r>
              <a:rPr lang="en-US" sz="2000" dirty="0">
                <a:solidFill>
                  <a:srgbClr val="000000"/>
                </a:solidFill>
                <a:cs typeface="Arial" pitchFamily="34" charset="0"/>
              </a:rPr>
              <a:t> of the population.</a:t>
            </a:r>
          </a:p>
        </p:txBody>
      </p:sp>
      <p:sp>
        <p:nvSpPr>
          <p:cNvPr id="3" name="TextBox 2"/>
          <p:cNvSpPr txBox="1">
            <a:spLocks noChangeArrowheads="1"/>
          </p:cNvSpPr>
          <p:nvPr/>
        </p:nvSpPr>
        <p:spPr bwMode="auto">
          <a:xfrm>
            <a:off x="280987" y="4231073"/>
            <a:ext cx="8321458"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just"/>
            <a:r>
              <a:rPr lang="en-US" sz="2000" b="1" dirty="0"/>
              <a:t>NOTE:  </a:t>
            </a:r>
            <a:r>
              <a:rPr lang="en-US" sz="2000" dirty="0"/>
              <a:t>The </a:t>
            </a:r>
            <a:r>
              <a:rPr lang="en-US" sz="2000" b="1" dirty="0">
                <a:cs typeface="Arial" pitchFamily="34" charset="0"/>
              </a:rPr>
              <a:t>law of SMALL numbers </a:t>
            </a:r>
            <a:r>
              <a:rPr lang="en-US" sz="2000" dirty="0">
                <a:cs typeface="Arial" pitchFamily="34" charset="0"/>
              </a:rPr>
              <a:t>does </a:t>
            </a:r>
            <a:r>
              <a:rPr lang="en-US" sz="2000" b="1" dirty="0">
                <a:cs typeface="Arial" pitchFamily="34" charset="0"/>
              </a:rPr>
              <a:t>not</a:t>
            </a:r>
            <a:r>
              <a:rPr lang="en-US" sz="2000" dirty="0">
                <a:cs typeface="Arial" pitchFamily="34" charset="0"/>
              </a:rPr>
              <a:t> hold</a:t>
            </a:r>
            <a:r>
              <a:rPr lang="en-US" sz="2000" b="1" dirty="0">
                <a:solidFill>
                  <a:srgbClr val="800000"/>
                </a:solidFill>
                <a:cs typeface="Arial" pitchFamily="34" charset="0"/>
              </a:rPr>
              <a:t>:</a:t>
            </a:r>
          </a:p>
          <a:p>
            <a:pPr algn="just"/>
            <a:r>
              <a:rPr lang="en-US" sz="2000" dirty="0">
                <a:solidFill>
                  <a:srgbClr val="000000"/>
                </a:solidFill>
                <a:cs typeface="Arial" pitchFamily="34" charset="0"/>
              </a:rPr>
              <a:t>     </a:t>
            </a:r>
            <a:r>
              <a:rPr lang="en-US" sz="2000" dirty="0"/>
              <a:t>We expect even short sequences of random events to show the kind</a:t>
            </a:r>
          </a:p>
          <a:p>
            <a:pPr algn="just"/>
            <a:r>
              <a:rPr lang="en-US" sz="2000" dirty="0"/>
              <a:t>     of average behavior that, in fact, appears only in the long run.</a:t>
            </a:r>
          </a:p>
        </p:txBody>
      </p:sp>
      <p:sp>
        <p:nvSpPr>
          <p:cNvPr id="8" name="Rectangle 7"/>
          <p:cNvSpPr>
            <a:spLocks noChangeArrowheads="1"/>
          </p:cNvSpPr>
          <p:nvPr/>
        </p:nvSpPr>
        <p:spPr bwMode="auto">
          <a:xfrm>
            <a:off x="350837" y="5382715"/>
            <a:ext cx="8251607" cy="1323975"/>
          </a:xfrm>
          <a:prstGeom prst="rect">
            <a:avLst/>
          </a:prstGeom>
          <a:noFill/>
          <a:ln w="10000">
            <a:solidFill>
              <a:srgbClr val="D2DA7A"/>
            </a:solidFill>
            <a:miter lim="800000"/>
            <a:headEnd/>
            <a:tailEnd/>
          </a:ln>
          <a:effectLst>
            <a:outerShdw blurRad="38100" dist="30000" dir="5400000" rotWithShape="0">
              <a:srgbClr val="808080">
                <a:alpha val="45000"/>
              </a:srgbClr>
            </a:outerShdw>
          </a:effectLst>
        </p:spPr>
        <p:txBody>
          <a:bodyPr wrap="square">
            <a:spAutoFit/>
          </a:bodyPr>
          <a:lstStyle/>
          <a:p>
            <a:pPr algn="just" eaLnBrk="1" hangingPunct="1">
              <a:buFont typeface="Wingdings" pitchFamily="2" charset="2"/>
              <a:buNone/>
            </a:pPr>
            <a:r>
              <a:rPr lang="en-US" sz="2000" dirty="0">
                <a:highlight>
                  <a:srgbClr val="FFFF00"/>
                </a:highlight>
                <a:cs typeface="Arial" pitchFamily="34" charset="0"/>
              </a:rPr>
              <a:t>Our intuition does not do a good job of distinguishing random behavior from systematic influences. This is why we need statistical inference procedures, so we can verify that what we see in the data is more than a random pattern.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5"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2000"/>
                                        <p:tgtEl>
                                          <p:spTgt spid="13"/>
                                        </p:tgtEl>
                                      </p:cBhvr>
                                    </p:animEffect>
                                    <p:anim calcmode="lin" valueType="num">
                                      <p:cBhvr>
                                        <p:cTn id="8" dur="2000" fill="hold"/>
                                        <p:tgtEl>
                                          <p:spTgt spid="13"/>
                                        </p:tgtEl>
                                        <p:attrNameLst>
                                          <p:attrName>ppt_w</p:attrName>
                                        </p:attrNameLst>
                                      </p:cBhvr>
                                      <p:tavLst>
                                        <p:tav tm="0" fmla="#ppt_w*sin(2.5*pi*$)">
                                          <p:val>
                                            <p:fltVal val="0"/>
                                          </p:val>
                                        </p:tav>
                                        <p:tav tm="100000">
                                          <p:val>
                                            <p:fltVal val="1"/>
                                          </p:val>
                                        </p:tav>
                                      </p:tavLst>
                                    </p:anim>
                                    <p:anim calcmode="lin" valueType="num">
                                      <p:cBhvr>
                                        <p:cTn id="9" dur="2000" fill="hold"/>
                                        <p:tgtEl>
                                          <p:spTgt spid="13"/>
                                        </p:tgtEl>
                                        <p:attrNameLst>
                                          <p:attrName>ppt_h</p:attrName>
                                        </p:attrNameLst>
                                      </p:cBhvr>
                                      <p:tavLst>
                                        <p:tav tm="0">
                                          <p:val>
                                            <p:strVal val="#ppt_h"/>
                                          </p:val>
                                        </p:tav>
                                        <p:tav tm="100000">
                                          <p:val>
                                            <p:strVal val="#ppt_h"/>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55"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 calcmode="lin" valueType="num">
                                      <p:cBhvr>
                                        <p:cTn id="14" dur="1000" fill="hold"/>
                                        <p:tgtEl>
                                          <p:spTgt spid="2"/>
                                        </p:tgtEl>
                                        <p:attrNameLst>
                                          <p:attrName>ppt_w</p:attrName>
                                        </p:attrNameLst>
                                      </p:cBhvr>
                                      <p:tavLst>
                                        <p:tav tm="0">
                                          <p:val>
                                            <p:strVal val="#ppt_w*0.70"/>
                                          </p:val>
                                        </p:tav>
                                        <p:tav tm="100000">
                                          <p:val>
                                            <p:strVal val="#ppt_w"/>
                                          </p:val>
                                        </p:tav>
                                      </p:tavLst>
                                    </p:anim>
                                    <p:anim calcmode="lin" valueType="num">
                                      <p:cBhvr>
                                        <p:cTn id="15" dur="1000" fill="hold"/>
                                        <p:tgtEl>
                                          <p:spTgt spid="2"/>
                                        </p:tgtEl>
                                        <p:attrNameLst>
                                          <p:attrName>ppt_h</p:attrName>
                                        </p:attrNameLst>
                                      </p:cBhvr>
                                      <p:tavLst>
                                        <p:tav tm="0">
                                          <p:val>
                                            <p:strVal val="#ppt_h"/>
                                          </p:val>
                                        </p:tav>
                                        <p:tav tm="100000">
                                          <p:val>
                                            <p:strVal val="#ppt_h"/>
                                          </p:val>
                                        </p:tav>
                                      </p:tavLst>
                                    </p:anim>
                                    <p:animEffect transition="in" filter="fade">
                                      <p:cBhvr>
                                        <p:cTn id="16" dur="1000"/>
                                        <p:tgtEl>
                                          <p:spTgt spid="2"/>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55"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p:cTn id="25" dur="1000" fill="hold"/>
                                        <p:tgtEl>
                                          <p:spTgt spid="8"/>
                                        </p:tgtEl>
                                        <p:attrNameLst>
                                          <p:attrName>ppt_w</p:attrName>
                                        </p:attrNameLst>
                                      </p:cBhvr>
                                      <p:tavLst>
                                        <p:tav tm="0">
                                          <p:val>
                                            <p:strVal val="#ppt_w*0.70"/>
                                          </p:val>
                                        </p:tav>
                                        <p:tav tm="100000">
                                          <p:val>
                                            <p:strVal val="#ppt_w"/>
                                          </p:val>
                                        </p:tav>
                                      </p:tavLst>
                                    </p:anim>
                                    <p:anim calcmode="lin" valueType="num">
                                      <p:cBhvr>
                                        <p:cTn id="26" dur="1000" fill="hold"/>
                                        <p:tgtEl>
                                          <p:spTgt spid="8"/>
                                        </p:tgtEl>
                                        <p:attrNameLst>
                                          <p:attrName>ppt_h</p:attrName>
                                        </p:attrNameLst>
                                      </p:cBhvr>
                                      <p:tavLst>
                                        <p:tav tm="0">
                                          <p:val>
                                            <p:strVal val="#ppt_h"/>
                                          </p:val>
                                        </p:tav>
                                        <p:tav tm="100000">
                                          <p:val>
                                            <p:strVal val="#ppt_h"/>
                                          </p:val>
                                        </p:tav>
                                      </p:tavLst>
                                    </p:anim>
                                    <p:animEffect transition="in" filter="fade">
                                      <p:cBhvr>
                                        <p:cTn id="27"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P spid="8" grpId="0" animBg="1"/>
    </p:bld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a:xfrm>
            <a:off x="174625" y="154305"/>
            <a:ext cx="8081962" cy="777240"/>
          </a:xfrm>
        </p:spPr>
        <p:txBody>
          <a:bodyPr/>
          <a:lstStyle/>
          <a:p>
            <a:pPr eaLnBrk="1" hangingPunct="1"/>
            <a:r>
              <a:rPr lang="en-US">
                <a:ea typeface="ＭＳ Ｐゴシック" pitchFamily="34" charset="-128"/>
                <a:cs typeface="Arial" pitchFamily="34" charset="0"/>
              </a:rPr>
              <a:t>Rules for Means</a:t>
            </a:r>
          </a:p>
        </p:txBody>
      </p:sp>
      <p:sp>
        <p:nvSpPr>
          <p:cNvPr id="59393"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nSpc>
                <a:spcPct val="80000"/>
              </a:lnSpc>
            </a:pPr>
            <a:fld id="{43FAEFD3-74AD-4588-82F5-75CA8B1092E4}" type="slidenum">
              <a:rPr lang="en-US" sz="1200">
                <a:solidFill>
                  <a:schemeClr val="accent1"/>
                </a:solidFill>
              </a:rPr>
              <a:pPr>
                <a:lnSpc>
                  <a:spcPct val="80000"/>
                </a:lnSpc>
              </a:pPr>
              <a:t>31</a:t>
            </a:fld>
            <a:endParaRPr lang="en-US" sz="1200">
              <a:solidFill>
                <a:schemeClr val="accent1"/>
              </a:solidFill>
            </a:endParaRPr>
          </a:p>
        </p:txBody>
      </p:sp>
      <p:sp>
        <p:nvSpPr>
          <p:cNvPr id="7" name="TextBox 6" descr="The image shows three rules for means which are mentioned as: &#10;Rule one: If X is a random variable and a and b are fixed numbers, then, it shows following equation: mew subscript a plus bx equals to a plus b multiply by mew subscript x.&#10;Rule two: If X and Y are random variables, then the equation is given as: mew subscript x plus y equals to mew subscript x plus mew subscript y.&#10;Rule three: If X and Y are random variables, then the equation is given as: mew subscript x minus y equals to mew subscript x minus mew subscript y."/>
          <p:cNvSpPr txBox="1"/>
          <p:nvPr/>
        </p:nvSpPr>
        <p:spPr bwMode="auto">
          <a:xfrm>
            <a:off x="174624" y="1085709"/>
            <a:ext cx="8081963" cy="2811026"/>
          </a:xfrm>
          <a:prstGeom prst="rect">
            <a:avLst/>
          </a:prstGeom>
          <a:solidFill>
            <a:srgbClr val="FFD780"/>
          </a:solidFill>
          <a:ln>
            <a:solidFill>
              <a:srgbClr val="EEEFD6"/>
            </a:solidFill>
          </a:ln>
          <a:effectLst>
            <a:outerShdw blurRad="50800" dist="38100" dir="2700000">
              <a:srgbClr val="000000">
                <a:alpha val="43000"/>
              </a:srgbClr>
            </a:outerShdw>
          </a:effectLst>
        </p:spPr>
        <p:style>
          <a:lnRef idx="1">
            <a:schemeClr val="accent5"/>
          </a:lnRef>
          <a:fillRef idx="2">
            <a:schemeClr val="accent5"/>
          </a:fillRef>
          <a:effectRef idx="1">
            <a:schemeClr val="accent5"/>
          </a:effectRef>
          <a:fontRef idx="minor">
            <a:schemeClr val="dk1"/>
          </a:fontRef>
        </p:style>
        <p:txBody>
          <a:bodyPr wrap="square">
            <a:spAutoFit/>
          </a:bodyPr>
          <a:lstStyle/>
          <a:p>
            <a:pPr marL="342900" indent="-342900" eaLnBrk="1" hangingPunct="1">
              <a:spcAft>
                <a:spcPts val="1200"/>
              </a:spcAft>
              <a:defRPr/>
            </a:pPr>
            <a:r>
              <a:rPr lang="en-US" sz="2000" b="1" dirty="0">
                <a:solidFill>
                  <a:schemeClr val="tx1"/>
                </a:solidFill>
              </a:rPr>
              <a:t>Rules for Means</a:t>
            </a:r>
          </a:p>
          <a:p>
            <a:pPr eaLnBrk="1" hangingPunct="1">
              <a:spcBef>
                <a:spcPts val="0"/>
              </a:spcBef>
              <a:spcAft>
                <a:spcPts val="0"/>
              </a:spcAft>
              <a:defRPr/>
            </a:pPr>
            <a:r>
              <a:rPr lang="en-US" sz="2000" b="1" dirty="0">
                <a:solidFill>
                  <a:srgbClr val="000000"/>
                </a:solidFill>
              </a:rPr>
              <a:t>Rule 1: </a:t>
            </a:r>
            <a:r>
              <a:rPr lang="en-US" sz="2000" dirty="0">
                <a:solidFill>
                  <a:srgbClr val="000000"/>
                </a:solidFill>
              </a:rPr>
              <a:t>If </a:t>
            </a:r>
            <a:r>
              <a:rPr lang="en-US" sz="2000" i="1" dirty="0">
                <a:solidFill>
                  <a:srgbClr val="000000"/>
                </a:solidFill>
              </a:rPr>
              <a:t>X</a:t>
            </a:r>
            <a:r>
              <a:rPr lang="en-US" sz="2000" dirty="0">
                <a:solidFill>
                  <a:srgbClr val="000000"/>
                </a:solidFill>
              </a:rPr>
              <a:t> is a random variable and </a:t>
            </a:r>
            <a:r>
              <a:rPr lang="en-US" sz="2000" i="1" dirty="0">
                <a:solidFill>
                  <a:srgbClr val="000000"/>
                </a:solidFill>
              </a:rPr>
              <a:t>a </a:t>
            </a:r>
            <a:r>
              <a:rPr lang="en-US" sz="2000" dirty="0">
                <a:solidFill>
                  <a:srgbClr val="000000"/>
                </a:solidFill>
              </a:rPr>
              <a:t>and </a:t>
            </a:r>
            <a:r>
              <a:rPr lang="en-US" sz="2000" i="1" dirty="0">
                <a:solidFill>
                  <a:srgbClr val="000000"/>
                </a:solidFill>
              </a:rPr>
              <a:t>b</a:t>
            </a:r>
            <a:r>
              <a:rPr lang="en-US" sz="2000" dirty="0">
                <a:solidFill>
                  <a:srgbClr val="000000"/>
                </a:solidFill>
              </a:rPr>
              <a:t> are fixed numbers, then</a:t>
            </a:r>
            <a:endParaRPr lang="en-US" sz="2000" b="1" i="1" dirty="0">
              <a:solidFill>
                <a:srgbClr val="000000"/>
              </a:solidFill>
              <a:ea typeface="ＭＳ Ｐゴシック" pitchFamily="-111" charset="-128"/>
              <a:cs typeface="ＭＳ Ｐゴシック" pitchFamily="-111" charset="-128"/>
            </a:endParaRPr>
          </a:p>
          <a:p>
            <a:pPr marL="2628900" lvl="5" indent="-342900" defTabSz="457200">
              <a:defRPr/>
            </a:pPr>
            <a:r>
              <a:rPr lang="en-US" sz="2000" i="1" dirty="0">
                <a:solidFill>
                  <a:srgbClr val="000000"/>
                </a:solidFill>
                <a:ea typeface="ＭＳ Ｐゴシック" pitchFamily="-111" charset="-128"/>
                <a:cs typeface="ＭＳ Ｐゴシック" pitchFamily="-111" charset="-128"/>
              </a:rPr>
              <a:t>         µ</a:t>
            </a:r>
            <a:r>
              <a:rPr lang="en-US" sz="2000" i="1" baseline="-25000" dirty="0" err="1">
                <a:solidFill>
                  <a:srgbClr val="000000"/>
                </a:solidFill>
                <a:ea typeface="ＭＳ Ｐゴシック" pitchFamily="-111" charset="-128"/>
                <a:cs typeface="ＭＳ Ｐゴシック" pitchFamily="-111" charset="-128"/>
              </a:rPr>
              <a:t>a+bX</a:t>
            </a:r>
            <a:r>
              <a:rPr lang="en-US" sz="2000" dirty="0">
                <a:solidFill>
                  <a:srgbClr val="000000"/>
                </a:solidFill>
                <a:ea typeface="ＭＳ Ｐゴシック" pitchFamily="-111" charset="-128"/>
                <a:cs typeface="ＭＳ Ｐゴシック" pitchFamily="-111" charset="-128"/>
              </a:rPr>
              <a:t> = </a:t>
            </a:r>
            <a:r>
              <a:rPr lang="en-US" sz="2000" i="1" dirty="0">
                <a:solidFill>
                  <a:srgbClr val="000000"/>
                </a:solidFill>
                <a:ea typeface="ＭＳ Ｐゴシック" pitchFamily="-111" charset="-128"/>
                <a:cs typeface="ＭＳ Ｐゴシック" pitchFamily="-111" charset="-128"/>
              </a:rPr>
              <a:t>a</a:t>
            </a:r>
            <a:r>
              <a:rPr lang="en-US" sz="2000" dirty="0">
                <a:solidFill>
                  <a:srgbClr val="000000"/>
                </a:solidFill>
                <a:ea typeface="ＭＳ Ｐゴシック" pitchFamily="-111" charset="-128"/>
                <a:cs typeface="ＭＳ Ｐゴシック" pitchFamily="-111" charset="-128"/>
              </a:rPr>
              <a:t> </a:t>
            </a:r>
            <a:r>
              <a:rPr lang="en-US" sz="2000" i="1" dirty="0">
                <a:solidFill>
                  <a:srgbClr val="000000"/>
                </a:solidFill>
                <a:ea typeface="ＭＳ Ｐゴシック" pitchFamily="-111" charset="-128"/>
                <a:cs typeface="ＭＳ Ｐゴシック" pitchFamily="-111" charset="-128"/>
              </a:rPr>
              <a:t>+ </a:t>
            </a:r>
            <a:r>
              <a:rPr lang="en-US" sz="2000" i="1" dirty="0" err="1">
                <a:solidFill>
                  <a:srgbClr val="000000"/>
                </a:solidFill>
                <a:ea typeface="ＭＳ Ｐゴシック" pitchFamily="-111" charset="-128"/>
                <a:cs typeface="ＭＳ Ｐゴシック" pitchFamily="-111" charset="-128"/>
              </a:rPr>
              <a:t>bµ</a:t>
            </a:r>
            <a:r>
              <a:rPr lang="en-US" sz="2000" i="1" baseline="-25000" dirty="0" err="1">
                <a:solidFill>
                  <a:srgbClr val="000000"/>
                </a:solidFill>
                <a:ea typeface="ＭＳ Ｐゴシック" pitchFamily="-111" charset="-128"/>
                <a:cs typeface="ＭＳ Ｐゴシック" pitchFamily="-111" charset="-128"/>
              </a:rPr>
              <a:t>X</a:t>
            </a:r>
            <a:endParaRPr lang="en-US" sz="2000" i="1" baseline="-25000" dirty="0">
              <a:solidFill>
                <a:srgbClr val="000000"/>
              </a:solidFill>
              <a:ea typeface="ＭＳ Ｐゴシック" pitchFamily="-111" charset="-128"/>
              <a:cs typeface="ＭＳ Ｐゴシック" pitchFamily="-111" charset="-128"/>
            </a:endParaRPr>
          </a:p>
          <a:p>
            <a:pPr marL="2628900" lvl="5" indent="-342900" defTabSz="457200">
              <a:defRPr/>
            </a:pPr>
            <a:endParaRPr lang="en-US" sz="2000" i="1" baseline="-25000" dirty="0">
              <a:solidFill>
                <a:srgbClr val="000000"/>
              </a:solidFill>
              <a:ea typeface="ＭＳ Ｐゴシック" pitchFamily="-111" charset="-128"/>
              <a:cs typeface="ＭＳ Ｐゴシック" pitchFamily="-111" charset="-128"/>
            </a:endParaRPr>
          </a:p>
          <a:p>
            <a:pPr marL="342900" indent="-342900" eaLnBrk="1" hangingPunct="1">
              <a:spcBef>
                <a:spcPts val="0"/>
              </a:spcBef>
              <a:spcAft>
                <a:spcPts val="0"/>
              </a:spcAft>
              <a:defRPr/>
            </a:pPr>
            <a:r>
              <a:rPr lang="en-US" sz="2000" b="1" dirty="0">
                <a:solidFill>
                  <a:srgbClr val="000000"/>
                </a:solidFill>
              </a:rPr>
              <a:t>Rule 2: </a:t>
            </a:r>
            <a:r>
              <a:rPr lang="en-US" sz="2000" dirty="0">
                <a:solidFill>
                  <a:srgbClr val="000000"/>
                </a:solidFill>
              </a:rPr>
              <a:t>If </a:t>
            </a:r>
            <a:r>
              <a:rPr lang="en-US" sz="2000" i="1" dirty="0">
                <a:solidFill>
                  <a:srgbClr val="000000"/>
                </a:solidFill>
              </a:rPr>
              <a:t>X</a:t>
            </a:r>
            <a:r>
              <a:rPr lang="en-US" sz="2000" dirty="0">
                <a:solidFill>
                  <a:srgbClr val="000000"/>
                </a:solidFill>
              </a:rPr>
              <a:t> and </a:t>
            </a:r>
            <a:r>
              <a:rPr lang="en-US" sz="2000" i="1" dirty="0">
                <a:solidFill>
                  <a:srgbClr val="000000"/>
                </a:solidFill>
              </a:rPr>
              <a:t>Y </a:t>
            </a:r>
            <a:r>
              <a:rPr lang="en-US" sz="2000" dirty="0">
                <a:solidFill>
                  <a:srgbClr val="000000"/>
                </a:solidFill>
              </a:rPr>
              <a:t>are random variables, then</a:t>
            </a:r>
            <a:endParaRPr lang="en-US" sz="2000" b="1" i="1" dirty="0">
              <a:solidFill>
                <a:srgbClr val="000000"/>
              </a:solidFill>
              <a:ea typeface="ＭＳ Ｐゴシック" pitchFamily="-111" charset="-128"/>
              <a:cs typeface="ＭＳ Ｐゴシック" pitchFamily="-111" charset="-128"/>
            </a:endParaRPr>
          </a:p>
          <a:p>
            <a:pPr marL="2628900" lvl="5" indent="-342900" defTabSz="457200">
              <a:defRPr/>
            </a:pPr>
            <a:r>
              <a:rPr lang="en-US" sz="2000" i="1" dirty="0">
                <a:solidFill>
                  <a:srgbClr val="000000"/>
                </a:solidFill>
                <a:ea typeface="ＭＳ Ｐゴシック" pitchFamily="-111" charset="-128"/>
                <a:cs typeface="ＭＳ Ｐゴシック" pitchFamily="-111" charset="-128"/>
              </a:rPr>
              <a:t>         µ</a:t>
            </a:r>
            <a:r>
              <a:rPr lang="en-US" sz="2000" i="1" baseline="-25000" dirty="0">
                <a:solidFill>
                  <a:srgbClr val="000000"/>
                </a:solidFill>
                <a:ea typeface="ＭＳ Ｐゴシック" pitchFamily="-111" charset="-128"/>
                <a:cs typeface="ＭＳ Ｐゴシック" pitchFamily="-111" charset="-128"/>
              </a:rPr>
              <a:t>X+Y</a:t>
            </a:r>
            <a:r>
              <a:rPr lang="en-US" sz="2000" dirty="0">
                <a:solidFill>
                  <a:srgbClr val="000000"/>
                </a:solidFill>
                <a:ea typeface="ＭＳ Ｐゴシック" pitchFamily="-111" charset="-128"/>
                <a:cs typeface="ＭＳ Ｐゴシック" pitchFamily="-111" charset="-128"/>
              </a:rPr>
              <a:t> = </a:t>
            </a:r>
            <a:r>
              <a:rPr lang="en-US" sz="2000" i="1" dirty="0">
                <a:solidFill>
                  <a:srgbClr val="000000"/>
                </a:solidFill>
                <a:ea typeface="ＭＳ Ｐゴシック" pitchFamily="-111" charset="-128"/>
                <a:cs typeface="ＭＳ Ｐゴシック" pitchFamily="-111" charset="-128"/>
              </a:rPr>
              <a:t>µ</a:t>
            </a:r>
            <a:r>
              <a:rPr lang="en-US" sz="2000" i="1" baseline="-25000" dirty="0">
                <a:solidFill>
                  <a:srgbClr val="000000"/>
                </a:solidFill>
                <a:ea typeface="ＭＳ Ｐゴシック" pitchFamily="-111" charset="-128"/>
                <a:cs typeface="ＭＳ Ｐゴシック" pitchFamily="-111" charset="-128"/>
              </a:rPr>
              <a:t>X </a:t>
            </a:r>
            <a:r>
              <a:rPr lang="en-US" sz="2000" i="1" dirty="0">
                <a:solidFill>
                  <a:srgbClr val="000000"/>
                </a:solidFill>
                <a:ea typeface="ＭＳ Ｐゴシック" pitchFamily="-111" charset="-128"/>
                <a:cs typeface="ＭＳ Ｐゴシック" pitchFamily="-111" charset="-128"/>
              </a:rPr>
              <a:t> + µ</a:t>
            </a:r>
            <a:r>
              <a:rPr lang="en-US" sz="2000" i="1" baseline="-25000" dirty="0">
                <a:solidFill>
                  <a:srgbClr val="000000"/>
                </a:solidFill>
                <a:ea typeface="ＭＳ Ｐゴシック" pitchFamily="-111" charset="-128"/>
                <a:cs typeface="ＭＳ Ｐゴシック" pitchFamily="-111" charset="-128"/>
              </a:rPr>
              <a:t>Y</a:t>
            </a:r>
          </a:p>
          <a:p>
            <a:pPr marL="2628900" lvl="5" indent="-342900" defTabSz="457200">
              <a:defRPr/>
            </a:pPr>
            <a:endParaRPr lang="en-US" sz="2000" i="1" baseline="-25000" dirty="0">
              <a:solidFill>
                <a:srgbClr val="000000"/>
              </a:solidFill>
              <a:ea typeface="ＭＳ Ｐゴシック" pitchFamily="-111" charset="-128"/>
              <a:cs typeface="ＭＳ Ｐゴシック" pitchFamily="-111" charset="-128"/>
            </a:endParaRPr>
          </a:p>
          <a:p>
            <a:pPr marL="342900" indent="-342900" eaLnBrk="1" hangingPunct="1">
              <a:spcBef>
                <a:spcPts val="0"/>
              </a:spcBef>
              <a:spcAft>
                <a:spcPts val="0"/>
              </a:spcAft>
              <a:defRPr/>
            </a:pPr>
            <a:r>
              <a:rPr lang="en-US" sz="2000" b="1" dirty="0">
                <a:solidFill>
                  <a:srgbClr val="000000"/>
                </a:solidFill>
              </a:rPr>
              <a:t>Rule 3: </a:t>
            </a:r>
            <a:r>
              <a:rPr lang="en-US" sz="2000" dirty="0">
                <a:solidFill>
                  <a:srgbClr val="000000"/>
                </a:solidFill>
              </a:rPr>
              <a:t>If </a:t>
            </a:r>
            <a:r>
              <a:rPr lang="en-US" sz="2000" i="1" dirty="0">
                <a:solidFill>
                  <a:srgbClr val="000000"/>
                </a:solidFill>
              </a:rPr>
              <a:t>X</a:t>
            </a:r>
            <a:r>
              <a:rPr lang="en-US" sz="2000" dirty="0">
                <a:solidFill>
                  <a:srgbClr val="000000"/>
                </a:solidFill>
              </a:rPr>
              <a:t> and </a:t>
            </a:r>
            <a:r>
              <a:rPr lang="en-US" sz="2000" i="1" dirty="0">
                <a:solidFill>
                  <a:srgbClr val="000000"/>
                </a:solidFill>
              </a:rPr>
              <a:t>Y </a:t>
            </a:r>
            <a:r>
              <a:rPr lang="en-US" sz="2000" dirty="0">
                <a:solidFill>
                  <a:srgbClr val="000000"/>
                </a:solidFill>
              </a:rPr>
              <a:t>are random variables, then</a:t>
            </a:r>
            <a:endParaRPr lang="en-US" sz="2000" b="1" i="1" dirty="0">
              <a:solidFill>
                <a:srgbClr val="000000"/>
              </a:solidFill>
              <a:ea typeface="ＭＳ Ｐゴシック" pitchFamily="-111" charset="-128"/>
              <a:cs typeface="ＭＳ Ｐゴシック" pitchFamily="-111" charset="-128"/>
            </a:endParaRPr>
          </a:p>
          <a:p>
            <a:pPr marL="2628900" lvl="5" indent="-342900" defTabSz="457200">
              <a:defRPr/>
            </a:pPr>
            <a:r>
              <a:rPr lang="en-US" sz="2000" i="1" dirty="0">
                <a:solidFill>
                  <a:srgbClr val="000000"/>
                </a:solidFill>
                <a:ea typeface="ＭＳ Ｐゴシック" pitchFamily="-111" charset="-128"/>
                <a:cs typeface="ＭＳ Ｐゴシック" pitchFamily="-111" charset="-128"/>
              </a:rPr>
              <a:t>         µ</a:t>
            </a:r>
            <a:r>
              <a:rPr lang="en-US" sz="2000" i="1" baseline="-25000" dirty="0">
                <a:solidFill>
                  <a:srgbClr val="000000"/>
                </a:solidFill>
                <a:ea typeface="ＭＳ Ｐゴシック" pitchFamily="-111" charset="-128"/>
                <a:cs typeface="ＭＳ Ｐゴシック" pitchFamily="-111" charset="-128"/>
              </a:rPr>
              <a:t>X–Y</a:t>
            </a:r>
            <a:r>
              <a:rPr lang="en-US" sz="2000" dirty="0">
                <a:solidFill>
                  <a:srgbClr val="000000"/>
                </a:solidFill>
                <a:ea typeface="ＭＳ Ｐゴシック" pitchFamily="-111" charset="-128"/>
                <a:cs typeface="ＭＳ Ｐゴシック" pitchFamily="-111" charset="-128"/>
              </a:rPr>
              <a:t> = </a:t>
            </a:r>
            <a:r>
              <a:rPr lang="en-US" sz="2000" i="1" dirty="0">
                <a:solidFill>
                  <a:srgbClr val="000000"/>
                </a:solidFill>
                <a:ea typeface="ＭＳ Ｐゴシック" pitchFamily="-111" charset="-128"/>
                <a:cs typeface="ＭＳ Ｐゴシック" pitchFamily="-111" charset="-128"/>
              </a:rPr>
              <a:t>µ</a:t>
            </a:r>
            <a:r>
              <a:rPr lang="en-US" sz="2000" i="1" baseline="-25000" dirty="0">
                <a:solidFill>
                  <a:srgbClr val="000000"/>
                </a:solidFill>
                <a:ea typeface="ＭＳ Ｐゴシック" pitchFamily="-111" charset="-128"/>
                <a:cs typeface="ＭＳ Ｐゴシック" pitchFamily="-111" charset="-128"/>
              </a:rPr>
              <a:t>X </a:t>
            </a:r>
            <a:r>
              <a:rPr lang="en-US" sz="2000" i="1" dirty="0">
                <a:solidFill>
                  <a:srgbClr val="000000"/>
                </a:solidFill>
                <a:ea typeface="ＭＳ Ｐゴシック" pitchFamily="-111" charset="-128"/>
                <a:cs typeface="ＭＳ Ｐゴシック" pitchFamily="-111" charset="-128"/>
              </a:rPr>
              <a:t> – µ</a:t>
            </a:r>
            <a:r>
              <a:rPr lang="en-US" sz="2000" i="1" baseline="-25000" dirty="0">
                <a:solidFill>
                  <a:srgbClr val="000000"/>
                </a:solidFill>
                <a:ea typeface="ＭＳ Ｐゴシック" pitchFamily="-111" charset="-128"/>
                <a:cs typeface="ＭＳ Ｐゴシック" pitchFamily="-111" charset="-128"/>
              </a:rPr>
              <a:t>Y</a:t>
            </a:r>
            <a:endParaRPr lang="en-US" sz="2000" dirty="0">
              <a:solidFill>
                <a:srgbClr val="000000"/>
              </a:solidFill>
              <a:ea typeface="ＭＳ Ｐゴシック" pitchFamily="-111" charset="-128"/>
              <a:cs typeface="ＭＳ Ｐゴシック" pitchFamily="-111" charset="-128"/>
            </a:endParaRPr>
          </a:p>
        </p:txBody>
      </p:sp>
      <p:sp>
        <p:nvSpPr>
          <p:cNvPr id="2" name="TextBox 1"/>
          <p:cNvSpPr txBox="1">
            <a:spLocks noChangeArrowheads="1"/>
          </p:cNvSpPr>
          <p:nvPr/>
        </p:nvSpPr>
        <p:spPr bwMode="auto">
          <a:xfrm>
            <a:off x="174625" y="4354081"/>
            <a:ext cx="8081963"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just"/>
            <a:r>
              <a:rPr lang="en-US" sz="2000" b="1" u="sng" dirty="0">
                <a:solidFill>
                  <a:schemeClr val="accent1">
                    <a:lumMod val="75000"/>
                  </a:schemeClr>
                </a:solidFill>
              </a:rPr>
              <a:t>Example</a:t>
            </a:r>
            <a:r>
              <a:rPr lang="en-US" sz="2000" b="1" dirty="0">
                <a:solidFill>
                  <a:schemeClr val="accent1">
                    <a:lumMod val="75000"/>
                  </a:schemeClr>
                </a:solidFill>
              </a:rPr>
              <a:t>:</a:t>
            </a:r>
            <a:r>
              <a:rPr lang="en-US" sz="1800" b="1" dirty="0">
                <a:solidFill>
                  <a:schemeClr val="accent1">
                    <a:lumMod val="75000"/>
                  </a:schemeClr>
                </a:solidFill>
              </a:rPr>
              <a:t> </a:t>
            </a:r>
            <a:r>
              <a:rPr lang="en-US" sz="2000" dirty="0"/>
              <a:t>The crickets living in a field have a mean length of 1.2 inches. What is the mean in centimeters? </a:t>
            </a:r>
          </a:p>
          <a:p>
            <a:pPr algn="just"/>
            <a:endParaRPr lang="en-US" sz="2000" dirty="0"/>
          </a:p>
          <a:p>
            <a:pPr algn="just"/>
            <a:r>
              <a:rPr lang="en-US" sz="2000" dirty="0"/>
              <a:t>There are 2.54 cm in an inch, so the mean length in inches is multiplied by 2.54: 1.2 x 2.54 = 3.05 cm. (Note that we used Rule 1 with </a:t>
            </a:r>
            <a:r>
              <a:rPr lang="en-US" sz="2000" b="1" i="1" dirty="0"/>
              <a:t>b</a:t>
            </a:r>
            <a:r>
              <a:rPr lang="en-US" sz="2000" b="1" dirty="0"/>
              <a:t> = 1.2</a:t>
            </a:r>
            <a:r>
              <a:rPr lang="en-US" sz="2000" dirty="0"/>
              <a:t>. There was no </a:t>
            </a:r>
            <a:r>
              <a:rPr lang="en-US" sz="2000" b="1" i="1" dirty="0"/>
              <a:t>a</a:t>
            </a:r>
            <a:r>
              <a:rPr lang="en-US" sz="2000" i="1" dirty="0"/>
              <a:t> </a:t>
            </a:r>
            <a:r>
              <a:rPr lang="en-US" sz="2000" dirty="0"/>
              <a:t>for this situation.)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linds(horizontal)">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blinds(horizontal)">
                                      <p:cBhvr>
                                        <p:cTn id="12"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cs typeface="Arial" pitchFamily="34" charset="0"/>
              </a:rPr>
              <a:t>Variance of a Random Variable</a:t>
            </a:r>
            <a:endParaRPr lang="en-US" dirty="0"/>
          </a:p>
        </p:txBody>
      </p:sp>
      <p:sp>
        <p:nvSpPr>
          <p:cNvPr id="4" name="Slide Number Placeholder 3"/>
          <p:cNvSpPr>
            <a:spLocks noGrp="1"/>
          </p:cNvSpPr>
          <p:nvPr>
            <p:ph type="sldNum" sz="quarter" idx="12"/>
          </p:nvPr>
        </p:nvSpPr>
        <p:spPr/>
        <p:txBody>
          <a:bodyPr/>
          <a:lstStyle/>
          <a:p>
            <a:fld id="{455A1ED8-04CA-4908-B4EA-CA0DA15D048B}" type="slidenum">
              <a:rPr lang="en-US" smtClean="0"/>
              <a:pPr/>
              <a:t>32</a:t>
            </a:fld>
            <a:endParaRPr lang="en-US"/>
          </a:p>
        </p:txBody>
      </p:sp>
      <p:sp>
        <p:nvSpPr>
          <p:cNvPr id="5" name="Vertical Text Placeholder 2"/>
          <p:cNvSpPr txBox="1">
            <a:spLocks/>
          </p:cNvSpPr>
          <p:nvPr/>
        </p:nvSpPr>
        <p:spPr bwMode="auto">
          <a:xfrm>
            <a:off x="174625" y="1074002"/>
            <a:ext cx="8081963" cy="19207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0" fontAlgn="base" hangingPunct="0">
              <a:spcBef>
                <a:spcPts val="1800"/>
              </a:spcBef>
              <a:spcAft>
                <a:spcPct val="0"/>
              </a:spcAft>
              <a:buClr>
                <a:schemeClr val="accent1"/>
              </a:buClr>
              <a:buSzPct val="100000"/>
              <a:buFont typeface="Wingdings 2" pitchFamily="18" charset="2"/>
              <a:buChar char="¡"/>
              <a:defRPr sz="2000" kern="1200">
                <a:solidFill>
                  <a:schemeClr val="tx2"/>
                </a:solidFill>
                <a:latin typeface="+mn-lt"/>
                <a:ea typeface="ＭＳ Ｐゴシック" pitchFamily="-1" charset="-128"/>
                <a:cs typeface="ＭＳ Ｐゴシック" pitchFamily="-1" charset="-128"/>
              </a:defRPr>
            </a:lvl1pPr>
            <a:lvl2pPr marL="457200" indent="-228600" algn="l" rtl="0" eaLnBrk="0" fontAlgn="base" hangingPunct="0">
              <a:spcBef>
                <a:spcPts val="600"/>
              </a:spcBef>
              <a:spcAft>
                <a:spcPct val="0"/>
              </a:spcAft>
              <a:buClr>
                <a:srgbClr val="031B3C"/>
              </a:buClr>
              <a:buSzPct val="100000"/>
              <a:buFont typeface="Wingdings 2" pitchFamily="18" charset="2"/>
              <a:buChar char="¡"/>
              <a:defRPr kern="1200">
                <a:solidFill>
                  <a:schemeClr val="tx2"/>
                </a:solidFill>
                <a:latin typeface="+mn-lt"/>
                <a:ea typeface="ＭＳ Ｐゴシック" pitchFamily="-1" charset="-128"/>
                <a:cs typeface="+mn-cs"/>
              </a:defRPr>
            </a:lvl2pPr>
            <a:lvl3pPr marL="685800" indent="-228600" algn="l" rtl="0" eaLnBrk="0" fontAlgn="base" hangingPunct="0">
              <a:spcBef>
                <a:spcPts val="600"/>
              </a:spcBef>
              <a:spcAft>
                <a:spcPct val="0"/>
              </a:spcAft>
              <a:buClr>
                <a:schemeClr val="accent1"/>
              </a:buClr>
              <a:buSzPct val="100000"/>
              <a:buFont typeface="Wingdings 2" pitchFamily="18" charset="2"/>
              <a:buChar char="¡"/>
              <a:defRPr kern="1200">
                <a:solidFill>
                  <a:schemeClr val="tx2"/>
                </a:solidFill>
                <a:latin typeface="+mn-lt"/>
                <a:ea typeface="ＭＳ Ｐゴシック" pitchFamily="-1" charset="-128"/>
                <a:cs typeface="+mn-cs"/>
              </a:defRPr>
            </a:lvl3pPr>
            <a:lvl4pPr marL="914400" indent="-228600" algn="l" rtl="0" eaLnBrk="0" fontAlgn="base" hangingPunct="0">
              <a:spcBef>
                <a:spcPts val="600"/>
              </a:spcBef>
              <a:spcAft>
                <a:spcPct val="0"/>
              </a:spcAft>
              <a:buClr>
                <a:srgbClr val="031B3C"/>
              </a:buClr>
              <a:buSzPct val="100000"/>
              <a:buFont typeface="Wingdings 2" pitchFamily="18" charset="2"/>
              <a:buChar char="¡"/>
              <a:defRPr kern="1200">
                <a:solidFill>
                  <a:schemeClr val="tx2"/>
                </a:solidFill>
                <a:latin typeface="+mn-lt"/>
                <a:ea typeface="ＭＳ Ｐゴシック" pitchFamily="-1" charset="-128"/>
                <a:cs typeface="+mn-cs"/>
              </a:defRPr>
            </a:lvl4pPr>
            <a:lvl5pPr marL="1143000" indent="-228600" algn="l" rtl="0" eaLnBrk="0" fontAlgn="base" hangingPunct="0">
              <a:spcBef>
                <a:spcPts val="600"/>
              </a:spcBef>
              <a:spcAft>
                <a:spcPct val="0"/>
              </a:spcAft>
              <a:buClr>
                <a:schemeClr val="accent1"/>
              </a:buClr>
              <a:buSzPct val="100000"/>
              <a:buFont typeface="Wingdings 2" pitchFamily="18" charset="2"/>
              <a:buChar char="¡"/>
              <a:defRPr kern="1200">
                <a:solidFill>
                  <a:schemeClr val="tx2"/>
                </a:solidFill>
                <a:latin typeface="+mn-lt"/>
                <a:ea typeface="ＭＳ Ｐゴシック" pitchFamily="-1"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Font typeface="Wingdings" pitchFamily="2" charset="2"/>
              <a:buNone/>
            </a:pPr>
            <a:r>
              <a:rPr lang="en-US" dirty="0">
                <a:solidFill>
                  <a:schemeClr val="tx1"/>
                </a:solidFill>
                <a:ea typeface="ＭＳ Ｐゴシック" pitchFamily="34" charset="-128"/>
              </a:rPr>
              <a:t>Because we use the mean as the measure of center for a discrete random variable, we</a:t>
            </a:r>
            <a:r>
              <a:rPr lang="en-US" altLang="en-US" dirty="0">
                <a:solidFill>
                  <a:schemeClr val="tx1"/>
                </a:solidFill>
                <a:ea typeface="ＭＳ Ｐゴシック" pitchFamily="34" charset="-128"/>
              </a:rPr>
              <a:t>’</a:t>
            </a:r>
            <a:r>
              <a:rPr lang="en-US" dirty="0">
                <a:solidFill>
                  <a:schemeClr val="tx1"/>
                </a:solidFill>
                <a:ea typeface="ＭＳ Ｐゴシック" pitchFamily="34" charset="-128"/>
              </a:rPr>
              <a:t>ll use the standard deviation as our measure of spread. </a:t>
            </a:r>
          </a:p>
          <a:p>
            <a:pPr marL="0" indent="0" algn="just">
              <a:buFont typeface="Wingdings" pitchFamily="2" charset="2"/>
              <a:buNone/>
            </a:pPr>
            <a:r>
              <a:rPr lang="en-US" dirty="0">
                <a:solidFill>
                  <a:schemeClr val="tx1"/>
                </a:solidFill>
                <a:ea typeface="ＭＳ Ｐゴシック" pitchFamily="34" charset="-128"/>
              </a:rPr>
              <a:t>The definition of the </a:t>
            </a:r>
            <a:r>
              <a:rPr lang="en-US" b="1" dirty="0">
                <a:solidFill>
                  <a:schemeClr val="tx1"/>
                </a:solidFill>
                <a:ea typeface="ＭＳ Ｐゴシック" pitchFamily="34" charset="-128"/>
              </a:rPr>
              <a:t>variance of a random variable</a:t>
            </a:r>
            <a:r>
              <a:rPr lang="en-US" dirty="0">
                <a:solidFill>
                  <a:schemeClr val="tx1"/>
                </a:solidFill>
                <a:ea typeface="ＭＳ Ｐゴシック" pitchFamily="34" charset="-128"/>
              </a:rPr>
              <a:t> is similar to the definition of the variance for a set of quantitative data.</a:t>
            </a:r>
            <a:endParaRPr lang="en-US" sz="3600" dirty="0">
              <a:solidFill>
                <a:schemeClr val="tx1"/>
              </a:solidFill>
              <a:ea typeface="ＭＳ Ｐゴシック" pitchFamily="34" charset="-128"/>
            </a:endParaRPr>
          </a:p>
        </p:txBody>
      </p:sp>
      <p:sp>
        <p:nvSpPr>
          <p:cNvPr id="6" name="TextBox 5" descr="The image shows &quot;Variance of a Discrete Random Variable.&quot; It mentions the statement &quot;Suppose that X is a discrete random variable whose probability distribution is,&quot; which is followed by a table with two rows and multiple columns. The row one shows Value: x1, x2, x3 ans so on. The row 2 shows Probability: p1, p2, p3 and so on.&#10;It also mentions that mew subscript x is the mean of X. The variance of X is sigma square subscript x equals to bracket open x subscript 1 minus mew subscript x bracket close Squared, multiplied by p subscript 1, plus, bracket open x subscript 2 minus mew subscript x bracket close Squared, multiplied by p subscript 2, plus, bracket open x subscript 3 minus mew subscript x bracket close Squared, multiplied by p subscript 3, plus, and so on. The expression is equal to summation bracket open x subscript i minus mew subscript x bracket close Squared, multiplied by p subscript i. "/>
          <p:cNvSpPr txBox="1">
            <a:spLocks noChangeArrowheads="1"/>
          </p:cNvSpPr>
          <p:nvPr/>
        </p:nvSpPr>
        <p:spPr bwMode="auto">
          <a:xfrm>
            <a:off x="273048" y="2994773"/>
            <a:ext cx="7983540" cy="1677382"/>
          </a:xfrm>
          <a:prstGeom prst="rect">
            <a:avLst/>
          </a:prstGeom>
          <a:solidFill>
            <a:srgbClr val="FFD780"/>
          </a:solidFill>
          <a:ln w="25400">
            <a:solidFill>
              <a:srgbClr val="EEEFD6"/>
            </a:solidFill>
            <a:miter lim="800000"/>
            <a:headEnd/>
            <a:tailEnd/>
          </a:ln>
          <a:effectLst>
            <a:outerShdw blurRad="50800" dist="38100" dir="2700000" rotWithShape="0">
              <a:srgbClr val="808080">
                <a:alpha val="42998"/>
              </a:srgbClr>
            </a:outerShdw>
          </a:effectLst>
        </p:spPr>
        <p:txBody>
          <a:bodyPr wrap="square">
            <a:spAutoFit/>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sz="2000" b="1" dirty="0" smtClean="0">
                <a:solidFill>
                  <a:schemeClr val="tx1"/>
                </a:solidFill>
              </a:rPr>
              <a:t>Variance of a Discrete Random Variable</a:t>
            </a:r>
          </a:p>
          <a:p>
            <a:pPr eaLnBrk="1" hangingPunct="1"/>
            <a:endParaRPr lang="en-US" sz="600" b="1" u="sng" dirty="0">
              <a:solidFill>
                <a:schemeClr val="tx1"/>
              </a:solidFill>
            </a:endParaRPr>
          </a:p>
          <a:p>
            <a:pPr eaLnBrk="1" hangingPunct="1"/>
            <a:r>
              <a:rPr lang="en-US" sz="1800" dirty="0">
                <a:solidFill>
                  <a:schemeClr val="tx1"/>
                </a:solidFill>
              </a:rPr>
              <a:t>Suppose that </a:t>
            </a:r>
            <a:r>
              <a:rPr lang="en-US" sz="1800" i="1" dirty="0">
                <a:solidFill>
                  <a:schemeClr val="tx1"/>
                </a:solidFill>
              </a:rPr>
              <a:t>X </a:t>
            </a:r>
            <a:r>
              <a:rPr lang="en-US" sz="1800" dirty="0">
                <a:solidFill>
                  <a:schemeClr val="tx1"/>
                </a:solidFill>
              </a:rPr>
              <a:t>is a discrete random variable whose probability distribution is</a:t>
            </a:r>
          </a:p>
          <a:p>
            <a:pPr eaLnBrk="1" hangingPunct="1"/>
            <a:r>
              <a:rPr lang="en-US" sz="1800" b="1" dirty="0">
                <a:solidFill>
                  <a:schemeClr val="tx1"/>
                </a:solidFill>
              </a:rPr>
              <a:t>					Value:</a:t>
            </a:r>
            <a:r>
              <a:rPr lang="en-US" sz="1800" dirty="0">
                <a:solidFill>
                  <a:schemeClr val="tx1"/>
                </a:solidFill>
              </a:rPr>
              <a:t>		</a:t>
            </a:r>
            <a:r>
              <a:rPr lang="en-US" sz="1800" i="1" dirty="0">
                <a:solidFill>
                  <a:schemeClr val="tx1"/>
                </a:solidFill>
                <a:latin typeface="Times New Roman" pitchFamily="18" charset="0"/>
                <a:cs typeface="Times New Roman" pitchFamily="18" charset="0"/>
              </a:rPr>
              <a:t>x</a:t>
            </a:r>
            <a:r>
              <a:rPr lang="en-US" sz="1800" baseline="-25000" dirty="0">
                <a:solidFill>
                  <a:schemeClr val="tx1"/>
                </a:solidFill>
                <a:latin typeface="Times New Roman" pitchFamily="18" charset="0"/>
                <a:cs typeface="Times New Roman" pitchFamily="18" charset="0"/>
              </a:rPr>
              <a:t>1</a:t>
            </a:r>
            <a:r>
              <a:rPr lang="en-US" sz="1800" dirty="0">
                <a:solidFill>
                  <a:schemeClr val="tx1"/>
                </a:solidFill>
                <a:latin typeface="Times New Roman" pitchFamily="18" charset="0"/>
                <a:cs typeface="Times New Roman" pitchFamily="18" charset="0"/>
              </a:rPr>
              <a:t>	</a:t>
            </a:r>
            <a:r>
              <a:rPr lang="en-US" sz="1800" i="1" dirty="0">
                <a:solidFill>
                  <a:schemeClr val="tx1"/>
                </a:solidFill>
                <a:latin typeface="Times New Roman" pitchFamily="18" charset="0"/>
                <a:cs typeface="Times New Roman" pitchFamily="18" charset="0"/>
              </a:rPr>
              <a:t>x</a:t>
            </a:r>
            <a:r>
              <a:rPr lang="en-US" sz="1800" baseline="-25000" dirty="0">
                <a:solidFill>
                  <a:schemeClr val="tx1"/>
                </a:solidFill>
                <a:latin typeface="Times New Roman" pitchFamily="18" charset="0"/>
                <a:cs typeface="Times New Roman" pitchFamily="18" charset="0"/>
              </a:rPr>
              <a:t>2</a:t>
            </a:r>
            <a:r>
              <a:rPr lang="en-US" sz="1800" dirty="0">
                <a:solidFill>
                  <a:schemeClr val="tx1"/>
                </a:solidFill>
                <a:latin typeface="Times New Roman" pitchFamily="18" charset="0"/>
                <a:cs typeface="Times New Roman" pitchFamily="18" charset="0"/>
              </a:rPr>
              <a:t>	</a:t>
            </a:r>
            <a:r>
              <a:rPr lang="en-US" sz="1800" i="1" dirty="0">
                <a:solidFill>
                  <a:schemeClr val="tx1"/>
                </a:solidFill>
                <a:latin typeface="Times New Roman" pitchFamily="18" charset="0"/>
                <a:cs typeface="Times New Roman" pitchFamily="18" charset="0"/>
              </a:rPr>
              <a:t>x</a:t>
            </a:r>
            <a:r>
              <a:rPr lang="en-US" sz="1800" baseline="-25000" dirty="0">
                <a:solidFill>
                  <a:schemeClr val="tx1"/>
                </a:solidFill>
                <a:latin typeface="Times New Roman" pitchFamily="18" charset="0"/>
                <a:cs typeface="Times New Roman" pitchFamily="18" charset="0"/>
              </a:rPr>
              <a:t>3</a:t>
            </a:r>
            <a:r>
              <a:rPr lang="en-US" sz="1800" dirty="0">
                <a:solidFill>
                  <a:schemeClr val="tx1"/>
                </a:solidFill>
              </a:rPr>
              <a:t>	…</a:t>
            </a:r>
          </a:p>
          <a:p>
            <a:pPr eaLnBrk="1" hangingPunct="1">
              <a:spcAft>
                <a:spcPts val="600"/>
              </a:spcAft>
            </a:pPr>
            <a:r>
              <a:rPr lang="en-US" sz="1800" dirty="0">
                <a:solidFill>
                  <a:schemeClr val="tx1"/>
                </a:solidFill>
              </a:rPr>
              <a:t>					</a:t>
            </a:r>
            <a:r>
              <a:rPr lang="en-US" sz="1800" b="1" dirty="0">
                <a:solidFill>
                  <a:schemeClr val="tx1"/>
                </a:solidFill>
              </a:rPr>
              <a:t>Probability:</a:t>
            </a:r>
            <a:r>
              <a:rPr lang="en-US" sz="1800" dirty="0">
                <a:solidFill>
                  <a:schemeClr val="tx1"/>
                </a:solidFill>
              </a:rPr>
              <a:t>	</a:t>
            </a:r>
            <a:r>
              <a:rPr lang="en-US" sz="1800" i="1" dirty="0">
                <a:solidFill>
                  <a:schemeClr val="tx1"/>
                </a:solidFill>
                <a:latin typeface="Times New Roman" pitchFamily="18" charset="0"/>
                <a:cs typeface="Times New Roman" pitchFamily="18" charset="0"/>
              </a:rPr>
              <a:t>p</a:t>
            </a:r>
            <a:r>
              <a:rPr lang="en-US" sz="1800" baseline="-25000" dirty="0">
                <a:solidFill>
                  <a:schemeClr val="tx1"/>
                </a:solidFill>
                <a:latin typeface="Times New Roman" pitchFamily="18" charset="0"/>
                <a:cs typeface="Times New Roman" pitchFamily="18" charset="0"/>
              </a:rPr>
              <a:t>1</a:t>
            </a:r>
            <a:r>
              <a:rPr lang="en-US" sz="1800" dirty="0">
                <a:solidFill>
                  <a:schemeClr val="tx1"/>
                </a:solidFill>
                <a:latin typeface="Times New Roman" pitchFamily="18" charset="0"/>
                <a:cs typeface="Times New Roman" pitchFamily="18" charset="0"/>
              </a:rPr>
              <a:t>	</a:t>
            </a:r>
            <a:r>
              <a:rPr lang="en-US" sz="1800" i="1" dirty="0">
                <a:solidFill>
                  <a:schemeClr val="tx1"/>
                </a:solidFill>
                <a:latin typeface="Times New Roman" pitchFamily="18" charset="0"/>
                <a:cs typeface="Times New Roman" pitchFamily="18" charset="0"/>
              </a:rPr>
              <a:t>p</a:t>
            </a:r>
            <a:r>
              <a:rPr lang="en-US" sz="1800" baseline="-25000" dirty="0">
                <a:solidFill>
                  <a:schemeClr val="tx1"/>
                </a:solidFill>
                <a:latin typeface="Times New Roman" pitchFamily="18" charset="0"/>
                <a:cs typeface="Times New Roman" pitchFamily="18" charset="0"/>
              </a:rPr>
              <a:t>2</a:t>
            </a:r>
            <a:r>
              <a:rPr lang="en-US" sz="1800" dirty="0">
                <a:solidFill>
                  <a:schemeClr val="tx1"/>
                </a:solidFill>
                <a:latin typeface="Times New Roman" pitchFamily="18" charset="0"/>
                <a:cs typeface="Times New Roman" pitchFamily="18" charset="0"/>
              </a:rPr>
              <a:t>	</a:t>
            </a:r>
            <a:r>
              <a:rPr lang="en-US" sz="1800" i="1" dirty="0">
                <a:solidFill>
                  <a:schemeClr val="tx1"/>
                </a:solidFill>
                <a:latin typeface="Times New Roman" pitchFamily="18" charset="0"/>
                <a:cs typeface="Times New Roman" pitchFamily="18" charset="0"/>
              </a:rPr>
              <a:t>p</a:t>
            </a:r>
            <a:r>
              <a:rPr lang="en-US" sz="1800" baseline="-25000" dirty="0">
                <a:solidFill>
                  <a:schemeClr val="tx1"/>
                </a:solidFill>
                <a:latin typeface="Times New Roman" pitchFamily="18" charset="0"/>
                <a:cs typeface="Times New Roman" pitchFamily="18" charset="0"/>
              </a:rPr>
              <a:t>3</a:t>
            </a:r>
            <a:r>
              <a:rPr lang="en-US" sz="1800" dirty="0">
                <a:solidFill>
                  <a:schemeClr val="tx1"/>
                </a:solidFill>
              </a:rPr>
              <a:t>	…</a:t>
            </a:r>
          </a:p>
          <a:p>
            <a:pPr eaLnBrk="1" hangingPunct="1"/>
            <a:r>
              <a:rPr lang="en-US" sz="1800" dirty="0">
                <a:solidFill>
                  <a:schemeClr val="tx1"/>
                </a:solidFill>
              </a:rPr>
              <a:t>and that </a:t>
            </a:r>
            <a:r>
              <a:rPr lang="en-US" sz="1800" i="1" dirty="0">
                <a:solidFill>
                  <a:schemeClr val="tx1"/>
                </a:solidFill>
              </a:rPr>
              <a:t>µ</a:t>
            </a:r>
            <a:r>
              <a:rPr lang="en-US" sz="1800" i="1" baseline="-25000" dirty="0">
                <a:solidFill>
                  <a:schemeClr val="tx1"/>
                </a:solidFill>
              </a:rPr>
              <a:t>X</a:t>
            </a:r>
            <a:r>
              <a:rPr lang="en-US" sz="1800" i="1" dirty="0">
                <a:solidFill>
                  <a:schemeClr val="tx1"/>
                </a:solidFill>
              </a:rPr>
              <a:t> </a:t>
            </a:r>
            <a:r>
              <a:rPr lang="en-US" sz="1800" dirty="0">
                <a:solidFill>
                  <a:schemeClr val="tx1"/>
                </a:solidFill>
              </a:rPr>
              <a:t>is the mean of </a:t>
            </a:r>
            <a:r>
              <a:rPr lang="en-US" sz="1800" i="1" dirty="0">
                <a:solidFill>
                  <a:schemeClr val="tx1"/>
                </a:solidFill>
              </a:rPr>
              <a:t>X</a:t>
            </a:r>
            <a:r>
              <a:rPr lang="en-US" sz="1800" dirty="0">
                <a:solidFill>
                  <a:schemeClr val="tx1"/>
                </a:solidFill>
              </a:rPr>
              <a:t>. The </a:t>
            </a:r>
            <a:r>
              <a:rPr lang="en-US" sz="1800" b="1" dirty="0">
                <a:solidFill>
                  <a:schemeClr val="tx1"/>
                </a:solidFill>
              </a:rPr>
              <a:t>variance</a:t>
            </a:r>
            <a:r>
              <a:rPr lang="en-US" sz="1800" dirty="0">
                <a:solidFill>
                  <a:schemeClr val="tx1"/>
                </a:solidFill>
              </a:rPr>
              <a:t> of </a:t>
            </a:r>
            <a:r>
              <a:rPr lang="en-US" sz="1800" i="1" dirty="0">
                <a:solidFill>
                  <a:schemeClr val="tx1"/>
                </a:solidFill>
              </a:rPr>
              <a:t>X</a:t>
            </a:r>
            <a:r>
              <a:rPr lang="en-US" sz="1800" dirty="0">
                <a:solidFill>
                  <a:schemeClr val="tx1"/>
                </a:solidFill>
              </a:rPr>
              <a:t> </a:t>
            </a:r>
            <a:r>
              <a:rPr lang="en-US" sz="1800" dirty="0" smtClean="0">
                <a:solidFill>
                  <a:schemeClr val="tx1"/>
                </a:solidFill>
              </a:rPr>
              <a:t>is</a:t>
            </a:r>
            <a:endParaRPr lang="en-US" sz="1800" dirty="0">
              <a:solidFill>
                <a:schemeClr val="tx1"/>
              </a:solidFill>
            </a:endParaRPr>
          </a:p>
        </p:txBody>
      </p:sp>
      <p:graphicFrame>
        <p:nvGraphicFramePr>
          <p:cNvPr id="3" name="Object 2"/>
          <p:cNvGraphicFramePr>
            <a:graphicFrameLocks noChangeAspect="1"/>
          </p:cNvGraphicFramePr>
          <p:nvPr>
            <p:extLst>
              <p:ext uri="{D42A27DB-BD31-4B8C-83A1-F6EECF244321}">
                <p14:modId xmlns:p14="http://schemas.microsoft.com/office/powerpoint/2010/main" val="1835252658"/>
              </p:ext>
            </p:extLst>
          </p:nvPr>
        </p:nvGraphicFramePr>
        <p:xfrm>
          <a:off x="1764459" y="4846083"/>
          <a:ext cx="4902293" cy="832822"/>
        </p:xfrm>
        <a:graphic>
          <a:graphicData uri="http://schemas.openxmlformats.org/presentationml/2006/ole">
            <mc:AlternateContent xmlns:mc="http://schemas.openxmlformats.org/markup-compatibility/2006">
              <mc:Choice xmlns:v="urn:schemas-microsoft-com:vml" Requires="v">
                <p:oleObj spid="_x0000_s110600" name="Equation" r:id="rId3" imgW="3288960" imgH="558720" progId="Equation.DSMT4">
                  <p:embed/>
                </p:oleObj>
              </mc:Choice>
              <mc:Fallback>
                <p:oleObj name="Equation" r:id="rId3" imgW="3288960" imgH="558720" progId="Equation.DSMT4">
                  <p:embed/>
                  <p:pic>
                    <p:nvPicPr>
                      <p:cNvPr id="0" name=""/>
                      <p:cNvPicPr/>
                      <p:nvPr/>
                    </p:nvPicPr>
                    <p:blipFill>
                      <a:blip r:embed="rId4"/>
                      <a:stretch>
                        <a:fillRect/>
                      </a:stretch>
                    </p:blipFill>
                    <p:spPr>
                      <a:xfrm>
                        <a:off x="1764459" y="4846083"/>
                        <a:ext cx="4902293" cy="832822"/>
                      </a:xfrm>
                      <a:prstGeom prst="rect">
                        <a:avLst/>
                      </a:prstGeom>
                      <a:solidFill>
                        <a:srgbClr val="FFD780"/>
                      </a:solidFill>
                    </p:spPr>
                  </p:pic>
                </p:oleObj>
              </mc:Fallback>
            </mc:AlternateContent>
          </a:graphicData>
        </a:graphic>
      </p:graphicFrame>
      <p:sp>
        <p:nvSpPr>
          <p:cNvPr id="7" name="TextBox 6"/>
          <p:cNvSpPr txBox="1">
            <a:spLocks noChangeArrowheads="1"/>
          </p:cNvSpPr>
          <p:nvPr/>
        </p:nvSpPr>
        <p:spPr bwMode="auto">
          <a:xfrm>
            <a:off x="174625" y="6002323"/>
            <a:ext cx="8081963" cy="708025"/>
          </a:xfrm>
          <a:prstGeom prst="rect">
            <a:avLst/>
          </a:prstGeom>
          <a:solidFill>
            <a:srgbClr val="FFD780"/>
          </a:solidFill>
          <a:ln>
            <a:noFill/>
          </a:ln>
        </p:spPr>
        <p:txBody>
          <a:bodyPr wrap="square">
            <a:spAutoFit/>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sz="2000" dirty="0"/>
              <a:t>To get the </a:t>
            </a:r>
            <a:r>
              <a:rPr lang="en-US" sz="2000" b="1" dirty="0"/>
              <a:t>standard deviation of a random variable</a:t>
            </a:r>
            <a:r>
              <a:rPr lang="en-US" sz="2000" dirty="0"/>
              <a:t>, take the square root of the variance.</a:t>
            </a:r>
          </a:p>
        </p:txBody>
      </p:sp>
    </p:spTree>
    <p:extLst>
      <p:ext uri="{BB962C8B-B14F-4D97-AF65-F5344CB8AC3E}">
        <p14:creationId xmlns:p14="http://schemas.microsoft.com/office/powerpoint/2010/main" val="26948129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4624" y="154305"/>
            <a:ext cx="8081963" cy="1143000"/>
          </a:xfrm>
        </p:spPr>
        <p:txBody>
          <a:bodyPr/>
          <a:lstStyle/>
          <a:p>
            <a:r>
              <a:rPr lang="en-US" altLang="en-US" dirty="0">
                <a:ea typeface="ＭＳ Ｐゴシック" panose="020B0600070205080204" pitchFamily="34" charset="-128"/>
              </a:rPr>
              <a:t>Example: Apgar Scores―How Variable Are They?</a:t>
            </a:r>
            <a:endParaRPr lang="en-US" dirty="0"/>
          </a:p>
        </p:txBody>
      </p:sp>
      <p:sp>
        <p:nvSpPr>
          <p:cNvPr id="4" name="Slide Number Placeholder 3"/>
          <p:cNvSpPr>
            <a:spLocks noGrp="1"/>
          </p:cNvSpPr>
          <p:nvPr>
            <p:ph type="sldNum" sz="quarter" idx="12"/>
          </p:nvPr>
        </p:nvSpPr>
        <p:spPr/>
        <p:txBody>
          <a:bodyPr/>
          <a:lstStyle/>
          <a:p>
            <a:fld id="{455A1ED8-04CA-4908-B4EA-CA0DA15D048B}" type="slidenum">
              <a:rPr lang="en-US" smtClean="0"/>
              <a:pPr/>
              <a:t>33</a:t>
            </a:fld>
            <a:endParaRPr lang="en-US"/>
          </a:p>
        </p:txBody>
      </p:sp>
      <p:sp>
        <p:nvSpPr>
          <p:cNvPr id="5" name="Rectangle 4"/>
          <p:cNvSpPr/>
          <p:nvPr/>
        </p:nvSpPr>
        <p:spPr>
          <a:xfrm>
            <a:off x="174625" y="1439076"/>
            <a:ext cx="8588375" cy="987450"/>
          </a:xfrm>
          <a:prstGeom prst="rect">
            <a:avLst/>
          </a:prstGeom>
        </p:spPr>
        <p:txBody>
          <a:bodyPr wrap="square">
            <a:spAutoFit/>
          </a:bodyPr>
          <a:lstStyle/>
          <a:p>
            <a:pPr>
              <a:buFont typeface="Wingdings" panose="05000000000000000000" pitchFamily="2" charset="2"/>
              <a:buNone/>
              <a:defRPr/>
            </a:pPr>
            <a:r>
              <a:rPr lang="en-US" altLang="en-US" dirty="0">
                <a:solidFill>
                  <a:srgbClr val="000000"/>
                </a:solidFill>
              </a:rPr>
              <a:t>Consider the random variable </a:t>
            </a:r>
            <a:r>
              <a:rPr lang="en-US" altLang="en-US" i="1" dirty="0">
                <a:solidFill>
                  <a:srgbClr val="000000"/>
                </a:solidFill>
              </a:rPr>
              <a:t>X </a:t>
            </a:r>
            <a:r>
              <a:rPr lang="en-US" altLang="en-US" dirty="0">
                <a:solidFill>
                  <a:srgbClr val="000000"/>
                </a:solidFill>
              </a:rPr>
              <a:t>= Apgar score</a:t>
            </a:r>
          </a:p>
          <a:p>
            <a:pPr marL="0" indent="0">
              <a:spcBef>
                <a:spcPts val="500"/>
              </a:spcBef>
              <a:buClr>
                <a:schemeClr val="tx1"/>
              </a:buClr>
              <a:buFont typeface="Wingdings" panose="05000000000000000000" pitchFamily="2" charset="2"/>
              <a:buNone/>
              <a:defRPr/>
            </a:pPr>
            <a:r>
              <a:rPr lang="en-US" altLang="en-US" b="1" dirty="0">
                <a:solidFill>
                  <a:srgbClr val="000000"/>
                </a:solidFill>
              </a:rPr>
              <a:t>Compute the standard deviation of the random variable </a:t>
            </a:r>
            <a:r>
              <a:rPr lang="en-US" altLang="en-US" b="1" i="1" dirty="0">
                <a:solidFill>
                  <a:srgbClr val="000000"/>
                </a:solidFill>
              </a:rPr>
              <a:t>X</a:t>
            </a:r>
            <a:r>
              <a:rPr lang="en-US" altLang="en-US" b="1" dirty="0">
                <a:solidFill>
                  <a:srgbClr val="000000"/>
                </a:solidFill>
              </a:rPr>
              <a:t> and interpret it in context</a:t>
            </a:r>
            <a:r>
              <a:rPr lang="en-US" altLang="en-US" sz="1600" b="1" dirty="0">
                <a:solidFill>
                  <a:srgbClr val="000000"/>
                </a:solidFill>
              </a:rPr>
              <a:t>.</a:t>
            </a:r>
          </a:p>
        </p:txBody>
      </p:sp>
      <p:graphicFrame>
        <p:nvGraphicFramePr>
          <p:cNvPr id="6" name="Table 5" descr="The image shows the table which has two rows, in the first row value ranging from 0 to 10 is given, and in other row probability is given. For the value 0, probability 0.001 is given, for value 1 probability is 0.006, for value 2 probability is 0.007, for 3 probability is 0.008, for 4 probability is 0.012, for 5 probability is 0.020, for 6 probability is 0.038, for 7 probability is 0.099, for 8 probability is 0.319, for 9 probability is 0.437, for 10 probability is 0.053."/>
          <p:cNvGraphicFramePr>
            <a:graphicFrameLocks noGrp="1"/>
          </p:cNvGraphicFramePr>
          <p:nvPr>
            <p:extLst>
              <p:ext uri="{D42A27DB-BD31-4B8C-83A1-F6EECF244321}">
                <p14:modId xmlns:p14="http://schemas.microsoft.com/office/powerpoint/2010/main" val="2020324210"/>
              </p:ext>
            </p:extLst>
          </p:nvPr>
        </p:nvGraphicFramePr>
        <p:xfrm>
          <a:off x="136525" y="2632247"/>
          <a:ext cx="8877300" cy="742950"/>
        </p:xfrm>
        <a:graphic>
          <a:graphicData uri="http://schemas.openxmlformats.org/drawingml/2006/table">
            <a:tbl>
              <a:tblPr firstRow="1"/>
              <a:tblGrid>
                <a:gridCol w="1271588">
                  <a:extLst>
                    <a:ext uri="{9D8B030D-6E8A-4147-A177-3AD203B41FA5}">
                      <a16:colId xmlns:a16="http://schemas.microsoft.com/office/drawing/2014/main" xmlns="" val="20000"/>
                    </a:ext>
                  </a:extLst>
                </a:gridCol>
                <a:gridCol w="690562">
                  <a:extLst>
                    <a:ext uri="{9D8B030D-6E8A-4147-A177-3AD203B41FA5}">
                      <a16:colId xmlns:a16="http://schemas.microsoft.com/office/drawing/2014/main" xmlns="" val="20001"/>
                    </a:ext>
                  </a:extLst>
                </a:gridCol>
                <a:gridCol w="692150">
                  <a:extLst>
                    <a:ext uri="{9D8B030D-6E8A-4147-A177-3AD203B41FA5}">
                      <a16:colId xmlns:a16="http://schemas.microsoft.com/office/drawing/2014/main" xmlns="" val="20002"/>
                    </a:ext>
                  </a:extLst>
                </a:gridCol>
                <a:gridCol w="690563">
                  <a:extLst>
                    <a:ext uri="{9D8B030D-6E8A-4147-A177-3AD203B41FA5}">
                      <a16:colId xmlns:a16="http://schemas.microsoft.com/office/drawing/2014/main" xmlns="" val="20003"/>
                    </a:ext>
                  </a:extLst>
                </a:gridCol>
                <a:gridCol w="692150">
                  <a:extLst>
                    <a:ext uri="{9D8B030D-6E8A-4147-A177-3AD203B41FA5}">
                      <a16:colId xmlns:a16="http://schemas.microsoft.com/office/drawing/2014/main" xmlns="" val="20004"/>
                    </a:ext>
                  </a:extLst>
                </a:gridCol>
                <a:gridCol w="692150">
                  <a:extLst>
                    <a:ext uri="{9D8B030D-6E8A-4147-A177-3AD203B41FA5}">
                      <a16:colId xmlns:a16="http://schemas.microsoft.com/office/drawing/2014/main" xmlns="" val="20005"/>
                    </a:ext>
                  </a:extLst>
                </a:gridCol>
                <a:gridCol w="690562">
                  <a:extLst>
                    <a:ext uri="{9D8B030D-6E8A-4147-A177-3AD203B41FA5}">
                      <a16:colId xmlns:a16="http://schemas.microsoft.com/office/drawing/2014/main" xmlns="" val="20006"/>
                    </a:ext>
                  </a:extLst>
                </a:gridCol>
                <a:gridCol w="692150">
                  <a:extLst>
                    <a:ext uri="{9D8B030D-6E8A-4147-A177-3AD203B41FA5}">
                      <a16:colId xmlns:a16="http://schemas.microsoft.com/office/drawing/2014/main" xmlns="" val="20007"/>
                    </a:ext>
                  </a:extLst>
                </a:gridCol>
                <a:gridCol w="690563">
                  <a:extLst>
                    <a:ext uri="{9D8B030D-6E8A-4147-A177-3AD203B41FA5}">
                      <a16:colId xmlns:a16="http://schemas.microsoft.com/office/drawing/2014/main" xmlns="" val="20008"/>
                    </a:ext>
                  </a:extLst>
                </a:gridCol>
                <a:gridCol w="692150">
                  <a:extLst>
                    <a:ext uri="{9D8B030D-6E8A-4147-A177-3AD203B41FA5}">
                      <a16:colId xmlns:a16="http://schemas.microsoft.com/office/drawing/2014/main" xmlns="" val="20009"/>
                    </a:ext>
                  </a:extLst>
                </a:gridCol>
                <a:gridCol w="690562">
                  <a:extLst>
                    <a:ext uri="{9D8B030D-6E8A-4147-A177-3AD203B41FA5}">
                      <a16:colId xmlns:a16="http://schemas.microsoft.com/office/drawing/2014/main" xmlns="" val="20010"/>
                    </a:ext>
                  </a:extLst>
                </a:gridCol>
                <a:gridCol w="692150">
                  <a:extLst>
                    <a:ext uri="{9D8B030D-6E8A-4147-A177-3AD203B41FA5}">
                      <a16:colId xmlns:a16="http://schemas.microsoft.com/office/drawing/2014/main" xmlns="" val="20011"/>
                    </a:ext>
                  </a:extLst>
                </a:gridCol>
              </a:tblGrid>
              <a:tr h="371475">
                <a:tc>
                  <a:txBody>
                    <a:bodyPr/>
                    <a:lstStyle>
                      <a:lvl1pPr eaLnBrk="0" hangingPunct="0">
                        <a:spcBef>
                          <a:spcPts val="1800"/>
                        </a:spcBef>
                        <a:buClr>
                          <a:schemeClr val="accent1"/>
                        </a:buClr>
                        <a:buSzPct val="100000"/>
                        <a:buFont typeface="Wingdings 2" pitchFamily="-65" charset="2"/>
                        <a:defRPr>
                          <a:solidFill>
                            <a:schemeClr val="tx2"/>
                          </a:solidFill>
                          <a:latin typeface="Arial" charset="0"/>
                          <a:ea typeface="ＭＳ Ｐゴシック" pitchFamily="-65" charset="-128"/>
                        </a:defRPr>
                      </a:lvl1pPr>
                      <a:lvl2pPr marL="37931725" indent="-37474525" eaLnBrk="0" hangingPunct="0">
                        <a:spcBef>
                          <a:spcPts val="600"/>
                        </a:spcBef>
                        <a:buClr>
                          <a:srgbClr val="031B3C"/>
                        </a:buClr>
                        <a:buSzPct val="100000"/>
                        <a:buFont typeface="Wingdings 2" pitchFamily="-65" charset="2"/>
                        <a:defRPr sz="1600">
                          <a:solidFill>
                            <a:schemeClr val="tx2"/>
                          </a:solidFill>
                          <a:latin typeface="Arial" charset="0"/>
                          <a:ea typeface="ＭＳ Ｐゴシック" pitchFamily="-65" charset="-128"/>
                        </a:defRPr>
                      </a:lvl2pPr>
                      <a:lvl3pPr eaLnBrk="0" hangingPunct="0">
                        <a:spcBef>
                          <a:spcPts val="600"/>
                        </a:spcBef>
                        <a:defRPr sz="1600">
                          <a:solidFill>
                            <a:schemeClr val="tx2"/>
                          </a:solidFill>
                          <a:latin typeface="Arial" charset="0"/>
                          <a:ea typeface="ＭＳ Ｐゴシック" pitchFamily="-65" charset="-128"/>
                        </a:defRPr>
                      </a:lvl3pPr>
                      <a:lvl4pPr eaLnBrk="0" hangingPunct="0">
                        <a:spcBef>
                          <a:spcPts val="600"/>
                        </a:spcBef>
                        <a:defRPr sz="1600">
                          <a:solidFill>
                            <a:schemeClr val="tx2"/>
                          </a:solidFill>
                          <a:latin typeface="Arial" charset="0"/>
                          <a:ea typeface="ＭＳ Ｐゴシック" pitchFamily="-65" charset="-128"/>
                        </a:defRPr>
                      </a:lvl4pPr>
                      <a:lvl5pPr eaLnBrk="0" hangingPunct="0">
                        <a:spcBef>
                          <a:spcPts val="600"/>
                        </a:spcBef>
                        <a:defRPr sz="1600">
                          <a:solidFill>
                            <a:schemeClr val="tx2"/>
                          </a:solidFill>
                          <a:latin typeface="Arial" charset="0"/>
                          <a:ea typeface="ＭＳ Ｐゴシック" pitchFamily="-65" charset="-128"/>
                        </a:defRPr>
                      </a:lvl5pPr>
                      <a:lvl6pPr marL="457200" eaLnBrk="0" fontAlgn="base" hangingPunct="0">
                        <a:spcBef>
                          <a:spcPts val="600"/>
                        </a:spcBef>
                        <a:spcAft>
                          <a:spcPct val="0"/>
                        </a:spcAft>
                        <a:defRPr sz="1600">
                          <a:solidFill>
                            <a:schemeClr val="tx2"/>
                          </a:solidFill>
                          <a:latin typeface="Arial" charset="0"/>
                          <a:ea typeface="ＭＳ Ｐゴシック" pitchFamily="-65" charset="-128"/>
                        </a:defRPr>
                      </a:lvl6pPr>
                      <a:lvl7pPr marL="914400" eaLnBrk="0" fontAlgn="base" hangingPunct="0">
                        <a:spcBef>
                          <a:spcPts val="600"/>
                        </a:spcBef>
                        <a:spcAft>
                          <a:spcPct val="0"/>
                        </a:spcAft>
                        <a:defRPr sz="1600">
                          <a:solidFill>
                            <a:schemeClr val="tx2"/>
                          </a:solidFill>
                          <a:latin typeface="Arial" charset="0"/>
                          <a:ea typeface="ＭＳ Ｐゴシック" pitchFamily="-65" charset="-128"/>
                        </a:defRPr>
                      </a:lvl7pPr>
                      <a:lvl8pPr marL="1371600" eaLnBrk="0" fontAlgn="base" hangingPunct="0">
                        <a:spcBef>
                          <a:spcPts val="600"/>
                        </a:spcBef>
                        <a:spcAft>
                          <a:spcPct val="0"/>
                        </a:spcAft>
                        <a:defRPr sz="1600">
                          <a:solidFill>
                            <a:schemeClr val="tx2"/>
                          </a:solidFill>
                          <a:latin typeface="Arial" charset="0"/>
                          <a:ea typeface="ＭＳ Ｐゴシック" pitchFamily="-65" charset="-128"/>
                        </a:defRPr>
                      </a:lvl8pPr>
                      <a:lvl9pPr marL="1828800" eaLnBrk="0" fontAlgn="base" hangingPunct="0">
                        <a:spcBef>
                          <a:spcPts val="600"/>
                        </a:spcBef>
                        <a:spcAft>
                          <a:spcPct val="0"/>
                        </a:spcAft>
                        <a:defRPr sz="1600">
                          <a:solidFill>
                            <a:schemeClr val="tx2"/>
                          </a:solidFill>
                          <a:latin typeface="Arial" charset="0"/>
                          <a:ea typeface="ＭＳ Ｐゴシック" pitchFamily="-65"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pitchFamily="-65" charset="0"/>
                          <a:ea typeface="ＭＳ Ｐゴシック" pitchFamily="-65" charset="-128"/>
                          <a:cs typeface="Times New Roman" pitchFamily="-65" charset="0"/>
                        </a:rPr>
                        <a:t>Value:</a:t>
                      </a:r>
                    </a:p>
                  </a:txBody>
                  <a:tcPr horzOverflow="overflow">
                    <a:lnL w="12700" cap="flat" cmpd="sng" algn="ctr">
                      <a:solidFill>
                        <a:srgbClr val="C76402"/>
                      </a:solidFill>
                      <a:prstDash val="solid"/>
                      <a:round/>
                      <a:headEnd type="none" w="med" len="med"/>
                      <a:tailEnd type="none" w="med" len="med"/>
                    </a:lnL>
                    <a:lnR w="12700" cap="flat" cmpd="sng" algn="ctr">
                      <a:solidFill>
                        <a:srgbClr val="C76402"/>
                      </a:solidFill>
                      <a:prstDash val="solid"/>
                      <a:round/>
                      <a:headEnd type="none" w="med" len="med"/>
                      <a:tailEnd type="none" w="med" len="med"/>
                    </a:lnR>
                    <a:lnT w="12700" cap="flat" cmpd="sng" algn="ctr">
                      <a:solidFill>
                        <a:srgbClr val="C76402"/>
                      </a:solidFill>
                      <a:prstDash val="solid"/>
                      <a:round/>
                      <a:headEnd type="none" w="med" len="med"/>
                      <a:tailEnd type="none" w="med" len="med"/>
                    </a:lnT>
                    <a:lnB w="25400" cap="flat" cmpd="sng" algn="ctr">
                      <a:solidFill>
                        <a:srgbClr val="C76402"/>
                      </a:solidFill>
                      <a:prstDash val="solid"/>
                      <a:round/>
                      <a:headEnd type="none" w="med" len="med"/>
                      <a:tailEnd type="none" w="med" len="med"/>
                    </a:lnB>
                    <a:lnTlToBr>
                      <a:noFill/>
                    </a:lnTlToBr>
                    <a:lnBlToTr>
                      <a:noFill/>
                    </a:lnBlToTr>
                    <a:noFill/>
                  </a:tcPr>
                </a:tc>
                <a:tc>
                  <a:txBody>
                    <a:bodyPr/>
                    <a:lstStyle>
                      <a:lvl1pPr eaLnBrk="0" hangingPunct="0">
                        <a:spcBef>
                          <a:spcPts val="1800"/>
                        </a:spcBef>
                        <a:buClr>
                          <a:schemeClr val="accent1"/>
                        </a:buClr>
                        <a:buSzPct val="100000"/>
                        <a:buFont typeface="Wingdings 2" pitchFamily="-65" charset="2"/>
                        <a:defRPr>
                          <a:solidFill>
                            <a:schemeClr val="tx2"/>
                          </a:solidFill>
                          <a:latin typeface="Arial" charset="0"/>
                          <a:ea typeface="ＭＳ Ｐゴシック" pitchFamily="-65" charset="-128"/>
                        </a:defRPr>
                      </a:lvl1pPr>
                      <a:lvl2pPr marL="37931725" indent="-37474525" eaLnBrk="0" hangingPunct="0">
                        <a:spcBef>
                          <a:spcPts val="600"/>
                        </a:spcBef>
                        <a:buClr>
                          <a:srgbClr val="031B3C"/>
                        </a:buClr>
                        <a:buSzPct val="100000"/>
                        <a:buFont typeface="Wingdings 2" pitchFamily="-65" charset="2"/>
                        <a:defRPr sz="1600">
                          <a:solidFill>
                            <a:schemeClr val="tx2"/>
                          </a:solidFill>
                          <a:latin typeface="Arial" charset="0"/>
                          <a:ea typeface="ＭＳ Ｐゴシック" pitchFamily="-65" charset="-128"/>
                        </a:defRPr>
                      </a:lvl2pPr>
                      <a:lvl3pPr eaLnBrk="0" hangingPunct="0">
                        <a:spcBef>
                          <a:spcPts val="600"/>
                        </a:spcBef>
                        <a:defRPr sz="1600">
                          <a:solidFill>
                            <a:schemeClr val="tx2"/>
                          </a:solidFill>
                          <a:latin typeface="Arial" charset="0"/>
                          <a:ea typeface="ＭＳ Ｐゴシック" pitchFamily="-65" charset="-128"/>
                        </a:defRPr>
                      </a:lvl3pPr>
                      <a:lvl4pPr eaLnBrk="0" hangingPunct="0">
                        <a:spcBef>
                          <a:spcPts val="600"/>
                        </a:spcBef>
                        <a:defRPr sz="1600">
                          <a:solidFill>
                            <a:schemeClr val="tx2"/>
                          </a:solidFill>
                          <a:latin typeface="Arial" charset="0"/>
                          <a:ea typeface="ＭＳ Ｐゴシック" pitchFamily="-65" charset="-128"/>
                        </a:defRPr>
                      </a:lvl4pPr>
                      <a:lvl5pPr eaLnBrk="0" hangingPunct="0">
                        <a:spcBef>
                          <a:spcPts val="600"/>
                        </a:spcBef>
                        <a:defRPr sz="1600">
                          <a:solidFill>
                            <a:schemeClr val="tx2"/>
                          </a:solidFill>
                          <a:latin typeface="Arial" charset="0"/>
                          <a:ea typeface="ＭＳ Ｐゴシック" pitchFamily="-65" charset="-128"/>
                        </a:defRPr>
                      </a:lvl5pPr>
                      <a:lvl6pPr marL="457200" eaLnBrk="0" fontAlgn="base" hangingPunct="0">
                        <a:spcBef>
                          <a:spcPts val="600"/>
                        </a:spcBef>
                        <a:spcAft>
                          <a:spcPct val="0"/>
                        </a:spcAft>
                        <a:defRPr sz="1600">
                          <a:solidFill>
                            <a:schemeClr val="tx2"/>
                          </a:solidFill>
                          <a:latin typeface="Arial" charset="0"/>
                          <a:ea typeface="ＭＳ Ｐゴシック" pitchFamily="-65" charset="-128"/>
                        </a:defRPr>
                      </a:lvl6pPr>
                      <a:lvl7pPr marL="914400" eaLnBrk="0" fontAlgn="base" hangingPunct="0">
                        <a:spcBef>
                          <a:spcPts val="600"/>
                        </a:spcBef>
                        <a:spcAft>
                          <a:spcPct val="0"/>
                        </a:spcAft>
                        <a:defRPr sz="1600">
                          <a:solidFill>
                            <a:schemeClr val="tx2"/>
                          </a:solidFill>
                          <a:latin typeface="Arial" charset="0"/>
                          <a:ea typeface="ＭＳ Ｐゴシック" pitchFamily="-65" charset="-128"/>
                        </a:defRPr>
                      </a:lvl7pPr>
                      <a:lvl8pPr marL="1371600" eaLnBrk="0" fontAlgn="base" hangingPunct="0">
                        <a:spcBef>
                          <a:spcPts val="600"/>
                        </a:spcBef>
                        <a:spcAft>
                          <a:spcPct val="0"/>
                        </a:spcAft>
                        <a:defRPr sz="1600">
                          <a:solidFill>
                            <a:schemeClr val="tx2"/>
                          </a:solidFill>
                          <a:latin typeface="Arial" charset="0"/>
                          <a:ea typeface="ＭＳ Ｐゴシック" pitchFamily="-65" charset="-128"/>
                        </a:defRPr>
                      </a:lvl8pPr>
                      <a:lvl9pPr marL="1828800" eaLnBrk="0" fontAlgn="base" hangingPunct="0">
                        <a:spcBef>
                          <a:spcPts val="600"/>
                        </a:spcBef>
                        <a:spcAft>
                          <a:spcPct val="0"/>
                        </a:spcAft>
                        <a:defRPr sz="1600">
                          <a:solidFill>
                            <a:schemeClr val="tx2"/>
                          </a:solidFill>
                          <a:latin typeface="Arial" charset="0"/>
                          <a:ea typeface="ＭＳ Ｐゴシック" pitchFamily="-65"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1" i="0" u="none" strike="noStrike" cap="none" normalizeH="0" baseline="0">
                          <a:ln>
                            <a:noFill/>
                          </a:ln>
                          <a:solidFill>
                            <a:schemeClr val="tx1"/>
                          </a:solidFill>
                          <a:effectLst/>
                          <a:latin typeface="Times New Roman" pitchFamily="-65" charset="0"/>
                          <a:ea typeface="ＭＳ Ｐゴシック" pitchFamily="-65" charset="-128"/>
                          <a:cs typeface="Times New Roman" pitchFamily="-65" charset="0"/>
                        </a:rPr>
                        <a:t>0</a:t>
                      </a:r>
                    </a:p>
                  </a:txBody>
                  <a:tcPr horzOverflow="overflow">
                    <a:lnL w="12700" cap="flat" cmpd="sng" algn="ctr">
                      <a:solidFill>
                        <a:srgbClr val="C76402"/>
                      </a:solidFill>
                      <a:prstDash val="solid"/>
                      <a:round/>
                      <a:headEnd type="none" w="med" len="med"/>
                      <a:tailEnd type="none" w="med" len="med"/>
                    </a:lnL>
                    <a:lnR w="12700" cap="flat" cmpd="sng" algn="ctr">
                      <a:solidFill>
                        <a:srgbClr val="C76402"/>
                      </a:solidFill>
                      <a:prstDash val="solid"/>
                      <a:round/>
                      <a:headEnd type="none" w="med" len="med"/>
                      <a:tailEnd type="none" w="med" len="med"/>
                    </a:lnR>
                    <a:lnT w="12700" cap="flat" cmpd="sng" algn="ctr">
                      <a:solidFill>
                        <a:srgbClr val="C76402"/>
                      </a:solidFill>
                      <a:prstDash val="solid"/>
                      <a:round/>
                      <a:headEnd type="none" w="med" len="med"/>
                      <a:tailEnd type="none" w="med" len="med"/>
                    </a:lnT>
                    <a:lnB w="25400" cap="flat" cmpd="sng" algn="ctr">
                      <a:solidFill>
                        <a:srgbClr val="C76402"/>
                      </a:solidFill>
                      <a:prstDash val="solid"/>
                      <a:round/>
                      <a:headEnd type="none" w="med" len="med"/>
                      <a:tailEnd type="none" w="med" len="med"/>
                    </a:lnB>
                    <a:lnTlToBr>
                      <a:noFill/>
                    </a:lnTlToBr>
                    <a:lnBlToTr>
                      <a:noFill/>
                    </a:lnBlToTr>
                    <a:noFill/>
                  </a:tcPr>
                </a:tc>
                <a:tc>
                  <a:txBody>
                    <a:bodyPr/>
                    <a:lstStyle>
                      <a:lvl1pPr eaLnBrk="0" hangingPunct="0">
                        <a:spcBef>
                          <a:spcPts val="1800"/>
                        </a:spcBef>
                        <a:buClr>
                          <a:schemeClr val="accent1"/>
                        </a:buClr>
                        <a:buSzPct val="100000"/>
                        <a:buFont typeface="Wingdings 2" pitchFamily="-65" charset="2"/>
                        <a:defRPr>
                          <a:solidFill>
                            <a:schemeClr val="tx2"/>
                          </a:solidFill>
                          <a:latin typeface="Arial" charset="0"/>
                          <a:ea typeface="ＭＳ Ｐゴシック" pitchFamily="-65" charset="-128"/>
                        </a:defRPr>
                      </a:lvl1pPr>
                      <a:lvl2pPr marL="37931725" indent="-37474525" eaLnBrk="0" hangingPunct="0">
                        <a:spcBef>
                          <a:spcPts val="600"/>
                        </a:spcBef>
                        <a:buClr>
                          <a:srgbClr val="031B3C"/>
                        </a:buClr>
                        <a:buSzPct val="100000"/>
                        <a:buFont typeface="Wingdings 2" pitchFamily="-65" charset="2"/>
                        <a:defRPr sz="1600">
                          <a:solidFill>
                            <a:schemeClr val="tx2"/>
                          </a:solidFill>
                          <a:latin typeface="Arial" charset="0"/>
                          <a:ea typeface="ＭＳ Ｐゴシック" pitchFamily="-65" charset="-128"/>
                        </a:defRPr>
                      </a:lvl2pPr>
                      <a:lvl3pPr eaLnBrk="0" hangingPunct="0">
                        <a:spcBef>
                          <a:spcPts val="600"/>
                        </a:spcBef>
                        <a:defRPr sz="1600">
                          <a:solidFill>
                            <a:schemeClr val="tx2"/>
                          </a:solidFill>
                          <a:latin typeface="Arial" charset="0"/>
                          <a:ea typeface="ＭＳ Ｐゴシック" pitchFamily="-65" charset="-128"/>
                        </a:defRPr>
                      </a:lvl3pPr>
                      <a:lvl4pPr eaLnBrk="0" hangingPunct="0">
                        <a:spcBef>
                          <a:spcPts val="600"/>
                        </a:spcBef>
                        <a:defRPr sz="1600">
                          <a:solidFill>
                            <a:schemeClr val="tx2"/>
                          </a:solidFill>
                          <a:latin typeface="Arial" charset="0"/>
                          <a:ea typeface="ＭＳ Ｐゴシック" pitchFamily="-65" charset="-128"/>
                        </a:defRPr>
                      </a:lvl4pPr>
                      <a:lvl5pPr eaLnBrk="0" hangingPunct="0">
                        <a:spcBef>
                          <a:spcPts val="600"/>
                        </a:spcBef>
                        <a:defRPr sz="1600">
                          <a:solidFill>
                            <a:schemeClr val="tx2"/>
                          </a:solidFill>
                          <a:latin typeface="Arial" charset="0"/>
                          <a:ea typeface="ＭＳ Ｐゴシック" pitchFamily="-65" charset="-128"/>
                        </a:defRPr>
                      </a:lvl5pPr>
                      <a:lvl6pPr marL="457200" eaLnBrk="0" fontAlgn="base" hangingPunct="0">
                        <a:spcBef>
                          <a:spcPts val="600"/>
                        </a:spcBef>
                        <a:spcAft>
                          <a:spcPct val="0"/>
                        </a:spcAft>
                        <a:defRPr sz="1600">
                          <a:solidFill>
                            <a:schemeClr val="tx2"/>
                          </a:solidFill>
                          <a:latin typeface="Arial" charset="0"/>
                          <a:ea typeface="ＭＳ Ｐゴシック" pitchFamily="-65" charset="-128"/>
                        </a:defRPr>
                      </a:lvl6pPr>
                      <a:lvl7pPr marL="914400" eaLnBrk="0" fontAlgn="base" hangingPunct="0">
                        <a:spcBef>
                          <a:spcPts val="600"/>
                        </a:spcBef>
                        <a:spcAft>
                          <a:spcPct val="0"/>
                        </a:spcAft>
                        <a:defRPr sz="1600">
                          <a:solidFill>
                            <a:schemeClr val="tx2"/>
                          </a:solidFill>
                          <a:latin typeface="Arial" charset="0"/>
                          <a:ea typeface="ＭＳ Ｐゴシック" pitchFamily="-65" charset="-128"/>
                        </a:defRPr>
                      </a:lvl7pPr>
                      <a:lvl8pPr marL="1371600" eaLnBrk="0" fontAlgn="base" hangingPunct="0">
                        <a:spcBef>
                          <a:spcPts val="600"/>
                        </a:spcBef>
                        <a:spcAft>
                          <a:spcPct val="0"/>
                        </a:spcAft>
                        <a:defRPr sz="1600">
                          <a:solidFill>
                            <a:schemeClr val="tx2"/>
                          </a:solidFill>
                          <a:latin typeface="Arial" charset="0"/>
                          <a:ea typeface="ＭＳ Ｐゴシック" pitchFamily="-65" charset="-128"/>
                        </a:defRPr>
                      </a:lvl8pPr>
                      <a:lvl9pPr marL="1828800" eaLnBrk="0" fontAlgn="base" hangingPunct="0">
                        <a:spcBef>
                          <a:spcPts val="600"/>
                        </a:spcBef>
                        <a:spcAft>
                          <a:spcPct val="0"/>
                        </a:spcAft>
                        <a:defRPr sz="1600">
                          <a:solidFill>
                            <a:schemeClr val="tx2"/>
                          </a:solidFill>
                          <a:latin typeface="Arial" charset="0"/>
                          <a:ea typeface="ＭＳ Ｐゴシック" pitchFamily="-65"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1" i="0" u="none" strike="noStrike" cap="none" normalizeH="0" baseline="0">
                          <a:ln>
                            <a:noFill/>
                          </a:ln>
                          <a:solidFill>
                            <a:schemeClr val="tx1"/>
                          </a:solidFill>
                          <a:effectLst/>
                          <a:latin typeface="Times New Roman" pitchFamily="-65" charset="0"/>
                          <a:ea typeface="ＭＳ Ｐゴシック" pitchFamily="-65" charset="-128"/>
                          <a:cs typeface="Times New Roman" pitchFamily="-65" charset="0"/>
                        </a:rPr>
                        <a:t>1</a:t>
                      </a:r>
                    </a:p>
                  </a:txBody>
                  <a:tcPr horzOverflow="overflow">
                    <a:lnL w="12700" cap="flat" cmpd="sng" algn="ctr">
                      <a:solidFill>
                        <a:srgbClr val="C76402"/>
                      </a:solidFill>
                      <a:prstDash val="solid"/>
                      <a:round/>
                      <a:headEnd type="none" w="med" len="med"/>
                      <a:tailEnd type="none" w="med" len="med"/>
                    </a:lnL>
                    <a:lnR w="12700" cap="flat" cmpd="sng" algn="ctr">
                      <a:solidFill>
                        <a:srgbClr val="C76402"/>
                      </a:solidFill>
                      <a:prstDash val="solid"/>
                      <a:round/>
                      <a:headEnd type="none" w="med" len="med"/>
                      <a:tailEnd type="none" w="med" len="med"/>
                    </a:lnR>
                    <a:lnT w="12700" cap="flat" cmpd="sng" algn="ctr">
                      <a:solidFill>
                        <a:srgbClr val="C76402"/>
                      </a:solidFill>
                      <a:prstDash val="solid"/>
                      <a:round/>
                      <a:headEnd type="none" w="med" len="med"/>
                      <a:tailEnd type="none" w="med" len="med"/>
                    </a:lnT>
                    <a:lnB w="25400" cap="flat" cmpd="sng" algn="ctr">
                      <a:solidFill>
                        <a:srgbClr val="C76402"/>
                      </a:solidFill>
                      <a:prstDash val="solid"/>
                      <a:round/>
                      <a:headEnd type="none" w="med" len="med"/>
                      <a:tailEnd type="none" w="med" len="med"/>
                    </a:lnB>
                    <a:lnTlToBr>
                      <a:noFill/>
                    </a:lnTlToBr>
                    <a:lnBlToTr>
                      <a:noFill/>
                    </a:lnBlToTr>
                    <a:noFill/>
                  </a:tcPr>
                </a:tc>
                <a:tc>
                  <a:txBody>
                    <a:bodyPr/>
                    <a:lstStyle>
                      <a:lvl1pPr eaLnBrk="0" hangingPunct="0">
                        <a:spcBef>
                          <a:spcPts val="1800"/>
                        </a:spcBef>
                        <a:buClr>
                          <a:schemeClr val="accent1"/>
                        </a:buClr>
                        <a:buSzPct val="100000"/>
                        <a:buFont typeface="Wingdings 2" pitchFamily="-65" charset="2"/>
                        <a:defRPr>
                          <a:solidFill>
                            <a:schemeClr val="tx2"/>
                          </a:solidFill>
                          <a:latin typeface="Arial" charset="0"/>
                          <a:ea typeface="ＭＳ Ｐゴシック" pitchFamily="-65" charset="-128"/>
                        </a:defRPr>
                      </a:lvl1pPr>
                      <a:lvl2pPr marL="37931725" indent="-37474525" eaLnBrk="0" hangingPunct="0">
                        <a:spcBef>
                          <a:spcPts val="600"/>
                        </a:spcBef>
                        <a:buClr>
                          <a:srgbClr val="031B3C"/>
                        </a:buClr>
                        <a:buSzPct val="100000"/>
                        <a:buFont typeface="Wingdings 2" pitchFamily="-65" charset="2"/>
                        <a:defRPr sz="1600">
                          <a:solidFill>
                            <a:schemeClr val="tx2"/>
                          </a:solidFill>
                          <a:latin typeface="Arial" charset="0"/>
                          <a:ea typeface="ＭＳ Ｐゴシック" pitchFamily="-65" charset="-128"/>
                        </a:defRPr>
                      </a:lvl2pPr>
                      <a:lvl3pPr eaLnBrk="0" hangingPunct="0">
                        <a:spcBef>
                          <a:spcPts val="600"/>
                        </a:spcBef>
                        <a:defRPr sz="1600">
                          <a:solidFill>
                            <a:schemeClr val="tx2"/>
                          </a:solidFill>
                          <a:latin typeface="Arial" charset="0"/>
                          <a:ea typeface="ＭＳ Ｐゴシック" pitchFamily="-65" charset="-128"/>
                        </a:defRPr>
                      </a:lvl3pPr>
                      <a:lvl4pPr eaLnBrk="0" hangingPunct="0">
                        <a:spcBef>
                          <a:spcPts val="600"/>
                        </a:spcBef>
                        <a:defRPr sz="1600">
                          <a:solidFill>
                            <a:schemeClr val="tx2"/>
                          </a:solidFill>
                          <a:latin typeface="Arial" charset="0"/>
                          <a:ea typeface="ＭＳ Ｐゴシック" pitchFamily="-65" charset="-128"/>
                        </a:defRPr>
                      </a:lvl4pPr>
                      <a:lvl5pPr eaLnBrk="0" hangingPunct="0">
                        <a:spcBef>
                          <a:spcPts val="600"/>
                        </a:spcBef>
                        <a:defRPr sz="1600">
                          <a:solidFill>
                            <a:schemeClr val="tx2"/>
                          </a:solidFill>
                          <a:latin typeface="Arial" charset="0"/>
                          <a:ea typeface="ＭＳ Ｐゴシック" pitchFamily="-65" charset="-128"/>
                        </a:defRPr>
                      </a:lvl5pPr>
                      <a:lvl6pPr marL="457200" eaLnBrk="0" fontAlgn="base" hangingPunct="0">
                        <a:spcBef>
                          <a:spcPts val="600"/>
                        </a:spcBef>
                        <a:spcAft>
                          <a:spcPct val="0"/>
                        </a:spcAft>
                        <a:defRPr sz="1600">
                          <a:solidFill>
                            <a:schemeClr val="tx2"/>
                          </a:solidFill>
                          <a:latin typeface="Arial" charset="0"/>
                          <a:ea typeface="ＭＳ Ｐゴシック" pitchFamily="-65" charset="-128"/>
                        </a:defRPr>
                      </a:lvl6pPr>
                      <a:lvl7pPr marL="914400" eaLnBrk="0" fontAlgn="base" hangingPunct="0">
                        <a:spcBef>
                          <a:spcPts val="600"/>
                        </a:spcBef>
                        <a:spcAft>
                          <a:spcPct val="0"/>
                        </a:spcAft>
                        <a:defRPr sz="1600">
                          <a:solidFill>
                            <a:schemeClr val="tx2"/>
                          </a:solidFill>
                          <a:latin typeface="Arial" charset="0"/>
                          <a:ea typeface="ＭＳ Ｐゴシック" pitchFamily="-65" charset="-128"/>
                        </a:defRPr>
                      </a:lvl7pPr>
                      <a:lvl8pPr marL="1371600" eaLnBrk="0" fontAlgn="base" hangingPunct="0">
                        <a:spcBef>
                          <a:spcPts val="600"/>
                        </a:spcBef>
                        <a:spcAft>
                          <a:spcPct val="0"/>
                        </a:spcAft>
                        <a:defRPr sz="1600">
                          <a:solidFill>
                            <a:schemeClr val="tx2"/>
                          </a:solidFill>
                          <a:latin typeface="Arial" charset="0"/>
                          <a:ea typeface="ＭＳ Ｐゴシック" pitchFamily="-65" charset="-128"/>
                        </a:defRPr>
                      </a:lvl8pPr>
                      <a:lvl9pPr marL="1828800" eaLnBrk="0" fontAlgn="base" hangingPunct="0">
                        <a:spcBef>
                          <a:spcPts val="600"/>
                        </a:spcBef>
                        <a:spcAft>
                          <a:spcPct val="0"/>
                        </a:spcAft>
                        <a:defRPr sz="1600">
                          <a:solidFill>
                            <a:schemeClr val="tx2"/>
                          </a:solidFill>
                          <a:latin typeface="Arial" charset="0"/>
                          <a:ea typeface="ＭＳ Ｐゴシック" pitchFamily="-65"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1" i="0" u="none" strike="noStrike" cap="none" normalizeH="0" baseline="0">
                          <a:ln>
                            <a:noFill/>
                          </a:ln>
                          <a:solidFill>
                            <a:schemeClr val="tx1"/>
                          </a:solidFill>
                          <a:effectLst/>
                          <a:latin typeface="Times New Roman" pitchFamily="-65" charset="0"/>
                          <a:ea typeface="ＭＳ Ｐゴシック" pitchFamily="-65" charset="-128"/>
                          <a:cs typeface="Times New Roman" pitchFamily="-65" charset="0"/>
                        </a:rPr>
                        <a:t>2</a:t>
                      </a:r>
                    </a:p>
                  </a:txBody>
                  <a:tcPr horzOverflow="overflow">
                    <a:lnL w="12700" cap="flat" cmpd="sng" algn="ctr">
                      <a:solidFill>
                        <a:srgbClr val="C76402"/>
                      </a:solidFill>
                      <a:prstDash val="solid"/>
                      <a:round/>
                      <a:headEnd type="none" w="med" len="med"/>
                      <a:tailEnd type="none" w="med" len="med"/>
                    </a:lnL>
                    <a:lnR w="12700" cap="flat" cmpd="sng" algn="ctr">
                      <a:solidFill>
                        <a:srgbClr val="C76402"/>
                      </a:solidFill>
                      <a:prstDash val="solid"/>
                      <a:round/>
                      <a:headEnd type="none" w="med" len="med"/>
                      <a:tailEnd type="none" w="med" len="med"/>
                    </a:lnR>
                    <a:lnT w="12700" cap="flat" cmpd="sng" algn="ctr">
                      <a:solidFill>
                        <a:srgbClr val="C76402"/>
                      </a:solidFill>
                      <a:prstDash val="solid"/>
                      <a:round/>
                      <a:headEnd type="none" w="med" len="med"/>
                      <a:tailEnd type="none" w="med" len="med"/>
                    </a:lnT>
                    <a:lnB w="25400" cap="flat" cmpd="sng" algn="ctr">
                      <a:solidFill>
                        <a:srgbClr val="C76402"/>
                      </a:solidFill>
                      <a:prstDash val="solid"/>
                      <a:round/>
                      <a:headEnd type="none" w="med" len="med"/>
                      <a:tailEnd type="none" w="med" len="med"/>
                    </a:lnB>
                    <a:lnTlToBr>
                      <a:noFill/>
                    </a:lnTlToBr>
                    <a:lnBlToTr>
                      <a:noFill/>
                    </a:lnBlToTr>
                    <a:noFill/>
                  </a:tcPr>
                </a:tc>
                <a:tc>
                  <a:txBody>
                    <a:bodyPr/>
                    <a:lstStyle>
                      <a:lvl1pPr eaLnBrk="0" hangingPunct="0">
                        <a:spcBef>
                          <a:spcPts val="1800"/>
                        </a:spcBef>
                        <a:buClr>
                          <a:schemeClr val="accent1"/>
                        </a:buClr>
                        <a:buSzPct val="100000"/>
                        <a:buFont typeface="Wingdings 2" pitchFamily="-65" charset="2"/>
                        <a:defRPr>
                          <a:solidFill>
                            <a:schemeClr val="tx2"/>
                          </a:solidFill>
                          <a:latin typeface="Arial" charset="0"/>
                          <a:ea typeface="ＭＳ Ｐゴシック" pitchFamily="-65" charset="-128"/>
                        </a:defRPr>
                      </a:lvl1pPr>
                      <a:lvl2pPr marL="37931725" indent="-37474525" eaLnBrk="0" hangingPunct="0">
                        <a:spcBef>
                          <a:spcPts val="600"/>
                        </a:spcBef>
                        <a:buClr>
                          <a:srgbClr val="031B3C"/>
                        </a:buClr>
                        <a:buSzPct val="100000"/>
                        <a:buFont typeface="Wingdings 2" pitchFamily="-65" charset="2"/>
                        <a:defRPr sz="1600">
                          <a:solidFill>
                            <a:schemeClr val="tx2"/>
                          </a:solidFill>
                          <a:latin typeface="Arial" charset="0"/>
                          <a:ea typeface="ＭＳ Ｐゴシック" pitchFamily="-65" charset="-128"/>
                        </a:defRPr>
                      </a:lvl2pPr>
                      <a:lvl3pPr eaLnBrk="0" hangingPunct="0">
                        <a:spcBef>
                          <a:spcPts val="600"/>
                        </a:spcBef>
                        <a:defRPr sz="1600">
                          <a:solidFill>
                            <a:schemeClr val="tx2"/>
                          </a:solidFill>
                          <a:latin typeface="Arial" charset="0"/>
                          <a:ea typeface="ＭＳ Ｐゴシック" pitchFamily="-65" charset="-128"/>
                        </a:defRPr>
                      </a:lvl3pPr>
                      <a:lvl4pPr eaLnBrk="0" hangingPunct="0">
                        <a:spcBef>
                          <a:spcPts val="600"/>
                        </a:spcBef>
                        <a:defRPr sz="1600">
                          <a:solidFill>
                            <a:schemeClr val="tx2"/>
                          </a:solidFill>
                          <a:latin typeface="Arial" charset="0"/>
                          <a:ea typeface="ＭＳ Ｐゴシック" pitchFamily="-65" charset="-128"/>
                        </a:defRPr>
                      </a:lvl4pPr>
                      <a:lvl5pPr eaLnBrk="0" hangingPunct="0">
                        <a:spcBef>
                          <a:spcPts val="600"/>
                        </a:spcBef>
                        <a:defRPr sz="1600">
                          <a:solidFill>
                            <a:schemeClr val="tx2"/>
                          </a:solidFill>
                          <a:latin typeface="Arial" charset="0"/>
                          <a:ea typeface="ＭＳ Ｐゴシック" pitchFamily="-65" charset="-128"/>
                        </a:defRPr>
                      </a:lvl5pPr>
                      <a:lvl6pPr marL="457200" eaLnBrk="0" fontAlgn="base" hangingPunct="0">
                        <a:spcBef>
                          <a:spcPts val="600"/>
                        </a:spcBef>
                        <a:spcAft>
                          <a:spcPct val="0"/>
                        </a:spcAft>
                        <a:defRPr sz="1600">
                          <a:solidFill>
                            <a:schemeClr val="tx2"/>
                          </a:solidFill>
                          <a:latin typeface="Arial" charset="0"/>
                          <a:ea typeface="ＭＳ Ｐゴシック" pitchFamily="-65" charset="-128"/>
                        </a:defRPr>
                      </a:lvl6pPr>
                      <a:lvl7pPr marL="914400" eaLnBrk="0" fontAlgn="base" hangingPunct="0">
                        <a:spcBef>
                          <a:spcPts val="600"/>
                        </a:spcBef>
                        <a:spcAft>
                          <a:spcPct val="0"/>
                        </a:spcAft>
                        <a:defRPr sz="1600">
                          <a:solidFill>
                            <a:schemeClr val="tx2"/>
                          </a:solidFill>
                          <a:latin typeface="Arial" charset="0"/>
                          <a:ea typeface="ＭＳ Ｐゴシック" pitchFamily="-65" charset="-128"/>
                        </a:defRPr>
                      </a:lvl7pPr>
                      <a:lvl8pPr marL="1371600" eaLnBrk="0" fontAlgn="base" hangingPunct="0">
                        <a:spcBef>
                          <a:spcPts val="600"/>
                        </a:spcBef>
                        <a:spcAft>
                          <a:spcPct val="0"/>
                        </a:spcAft>
                        <a:defRPr sz="1600">
                          <a:solidFill>
                            <a:schemeClr val="tx2"/>
                          </a:solidFill>
                          <a:latin typeface="Arial" charset="0"/>
                          <a:ea typeface="ＭＳ Ｐゴシック" pitchFamily="-65" charset="-128"/>
                        </a:defRPr>
                      </a:lvl8pPr>
                      <a:lvl9pPr marL="1828800" eaLnBrk="0" fontAlgn="base" hangingPunct="0">
                        <a:spcBef>
                          <a:spcPts val="600"/>
                        </a:spcBef>
                        <a:spcAft>
                          <a:spcPct val="0"/>
                        </a:spcAft>
                        <a:defRPr sz="1600">
                          <a:solidFill>
                            <a:schemeClr val="tx2"/>
                          </a:solidFill>
                          <a:latin typeface="Arial" charset="0"/>
                          <a:ea typeface="ＭＳ Ｐゴシック" pitchFamily="-65"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1" i="0" u="none" strike="noStrike" cap="none" normalizeH="0" baseline="0">
                          <a:ln>
                            <a:noFill/>
                          </a:ln>
                          <a:solidFill>
                            <a:schemeClr val="tx1"/>
                          </a:solidFill>
                          <a:effectLst/>
                          <a:latin typeface="Times New Roman" pitchFamily="-65" charset="0"/>
                          <a:ea typeface="ＭＳ Ｐゴシック" pitchFamily="-65" charset="-128"/>
                          <a:cs typeface="Times New Roman" pitchFamily="-65" charset="0"/>
                        </a:rPr>
                        <a:t>3</a:t>
                      </a:r>
                    </a:p>
                  </a:txBody>
                  <a:tcPr horzOverflow="overflow">
                    <a:lnL w="12700" cap="flat" cmpd="sng" algn="ctr">
                      <a:solidFill>
                        <a:srgbClr val="C76402"/>
                      </a:solidFill>
                      <a:prstDash val="solid"/>
                      <a:round/>
                      <a:headEnd type="none" w="med" len="med"/>
                      <a:tailEnd type="none" w="med" len="med"/>
                    </a:lnL>
                    <a:lnR w="12700" cap="flat" cmpd="sng" algn="ctr">
                      <a:solidFill>
                        <a:srgbClr val="C76402"/>
                      </a:solidFill>
                      <a:prstDash val="solid"/>
                      <a:round/>
                      <a:headEnd type="none" w="med" len="med"/>
                      <a:tailEnd type="none" w="med" len="med"/>
                    </a:lnR>
                    <a:lnT w="12700" cap="flat" cmpd="sng" algn="ctr">
                      <a:solidFill>
                        <a:srgbClr val="C76402"/>
                      </a:solidFill>
                      <a:prstDash val="solid"/>
                      <a:round/>
                      <a:headEnd type="none" w="med" len="med"/>
                      <a:tailEnd type="none" w="med" len="med"/>
                    </a:lnT>
                    <a:lnB w="25400" cap="flat" cmpd="sng" algn="ctr">
                      <a:solidFill>
                        <a:srgbClr val="C76402"/>
                      </a:solidFill>
                      <a:prstDash val="solid"/>
                      <a:round/>
                      <a:headEnd type="none" w="med" len="med"/>
                      <a:tailEnd type="none" w="med" len="med"/>
                    </a:lnB>
                    <a:lnTlToBr>
                      <a:noFill/>
                    </a:lnTlToBr>
                    <a:lnBlToTr>
                      <a:noFill/>
                    </a:lnBlToTr>
                    <a:noFill/>
                  </a:tcPr>
                </a:tc>
                <a:tc>
                  <a:txBody>
                    <a:bodyPr/>
                    <a:lstStyle>
                      <a:lvl1pPr eaLnBrk="0" hangingPunct="0">
                        <a:spcBef>
                          <a:spcPts val="1800"/>
                        </a:spcBef>
                        <a:buClr>
                          <a:schemeClr val="accent1"/>
                        </a:buClr>
                        <a:buSzPct val="100000"/>
                        <a:buFont typeface="Wingdings 2" pitchFamily="-65" charset="2"/>
                        <a:defRPr>
                          <a:solidFill>
                            <a:schemeClr val="tx2"/>
                          </a:solidFill>
                          <a:latin typeface="Arial" charset="0"/>
                          <a:ea typeface="ＭＳ Ｐゴシック" pitchFamily="-65" charset="-128"/>
                        </a:defRPr>
                      </a:lvl1pPr>
                      <a:lvl2pPr marL="37931725" indent="-37474525" eaLnBrk="0" hangingPunct="0">
                        <a:spcBef>
                          <a:spcPts val="600"/>
                        </a:spcBef>
                        <a:buClr>
                          <a:srgbClr val="031B3C"/>
                        </a:buClr>
                        <a:buSzPct val="100000"/>
                        <a:buFont typeface="Wingdings 2" pitchFamily="-65" charset="2"/>
                        <a:defRPr sz="1600">
                          <a:solidFill>
                            <a:schemeClr val="tx2"/>
                          </a:solidFill>
                          <a:latin typeface="Arial" charset="0"/>
                          <a:ea typeface="ＭＳ Ｐゴシック" pitchFamily="-65" charset="-128"/>
                        </a:defRPr>
                      </a:lvl2pPr>
                      <a:lvl3pPr eaLnBrk="0" hangingPunct="0">
                        <a:spcBef>
                          <a:spcPts val="600"/>
                        </a:spcBef>
                        <a:defRPr sz="1600">
                          <a:solidFill>
                            <a:schemeClr val="tx2"/>
                          </a:solidFill>
                          <a:latin typeface="Arial" charset="0"/>
                          <a:ea typeface="ＭＳ Ｐゴシック" pitchFamily="-65" charset="-128"/>
                        </a:defRPr>
                      </a:lvl3pPr>
                      <a:lvl4pPr eaLnBrk="0" hangingPunct="0">
                        <a:spcBef>
                          <a:spcPts val="600"/>
                        </a:spcBef>
                        <a:defRPr sz="1600">
                          <a:solidFill>
                            <a:schemeClr val="tx2"/>
                          </a:solidFill>
                          <a:latin typeface="Arial" charset="0"/>
                          <a:ea typeface="ＭＳ Ｐゴシック" pitchFamily="-65" charset="-128"/>
                        </a:defRPr>
                      </a:lvl4pPr>
                      <a:lvl5pPr eaLnBrk="0" hangingPunct="0">
                        <a:spcBef>
                          <a:spcPts val="600"/>
                        </a:spcBef>
                        <a:defRPr sz="1600">
                          <a:solidFill>
                            <a:schemeClr val="tx2"/>
                          </a:solidFill>
                          <a:latin typeface="Arial" charset="0"/>
                          <a:ea typeface="ＭＳ Ｐゴシック" pitchFamily="-65" charset="-128"/>
                        </a:defRPr>
                      </a:lvl5pPr>
                      <a:lvl6pPr marL="457200" eaLnBrk="0" fontAlgn="base" hangingPunct="0">
                        <a:spcBef>
                          <a:spcPts val="600"/>
                        </a:spcBef>
                        <a:spcAft>
                          <a:spcPct val="0"/>
                        </a:spcAft>
                        <a:defRPr sz="1600">
                          <a:solidFill>
                            <a:schemeClr val="tx2"/>
                          </a:solidFill>
                          <a:latin typeface="Arial" charset="0"/>
                          <a:ea typeface="ＭＳ Ｐゴシック" pitchFamily="-65" charset="-128"/>
                        </a:defRPr>
                      </a:lvl6pPr>
                      <a:lvl7pPr marL="914400" eaLnBrk="0" fontAlgn="base" hangingPunct="0">
                        <a:spcBef>
                          <a:spcPts val="600"/>
                        </a:spcBef>
                        <a:spcAft>
                          <a:spcPct val="0"/>
                        </a:spcAft>
                        <a:defRPr sz="1600">
                          <a:solidFill>
                            <a:schemeClr val="tx2"/>
                          </a:solidFill>
                          <a:latin typeface="Arial" charset="0"/>
                          <a:ea typeface="ＭＳ Ｐゴシック" pitchFamily="-65" charset="-128"/>
                        </a:defRPr>
                      </a:lvl7pPr>
                      <a:lvl8pPr marL="1371600" eaLnBrk="0" fontAlgn="base" hangingPunct="0">
                        <a:spcBef>
                          <a:spcPts val="600"/>
                        </a:spcBef>
                        <a:spcAft>
                          <a:spcPct val="0"/>
                        </a:spcAft>
                        <a:defRPr sz="1600">
                          <a:solidFill>
                            <a:schemeClr val="tx2"/>
                          </a:solidFill>
                          <a:latin typeface="Arial" charset="0"/>
                          <a:ea typeface="ＭＳ Ｐゴシック" pitchFamily="-65" charset="-128"/>
                        </a:defRPr>
                      </a:lvl8pPr>
                      <a:lvl9pPr marL="1828800" eaLnBrk="0" fontAlgn="base" hangingPunct="0">
                        <a:spcBef>
                          <a:spcPts val="600"/>
                        </a:spcBef>
                        <a:spcAft>
                          <a:spcPct val="0"/>
                        </a:spcAft>
                        <a:defRPr sz="1600">
                          <a:solidFill>
                            <a:schemeClr val="tx2"/>
                          </a:solidFill>
                          <a:latin typeface="Arial" charset="0"/>
                          <a:ea typeface="ＭＳ Ｐゴシック" pitchFamily="-65"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1" i="0" u="none" strike="noStrike" cap="none" normalizeH="0" baseline="0">
                          <a:ln>
                            <a:noFill/>
                          </a:ln>
                          <a:solidFill>
                            <a:schemeClr val="tx1"/>
                          </a:solidFill>
                          <a:effectLst/>
                          <a:latin typeface="Times New Roman" pitchFamily="-65" charset="0"/>
                          <a:ea typeface="ＭＳ Ｐゴシック" pitchFamily="-65" charset="-128"/>
                          <a:cs typeface="Times New Roman" pitchFamily="-65" charset="0"/>
                        </a:rPr>
                        <a:t>4</a:t>
                      </a:r>
                    </a:p>
                  </a:txBody>
                  <a:tcPr horzOverflow="overflow">
                    <a:lnL w="12700" cap="flat" cmpd="sng" algn="ctr">
                      <a:solidFill>
                        <a:srgbClr val="C76402"/>
                      </a:solidFill>
                      <a:prstDash val="solid"/>
                      <a:round/>
                      <a:headEnd type="none" w="med" len="med"/>
                      <a:tailEnd type="none" w="med" len="med"/>
                    </a:lnL>
                    <a:lnR w="12700" cap="flat" cmpd="sng" algn="ctr">
                      <a:solidFill>
                        <a:srgbClr val="C76402"/>
                      </a:solidFill>
                      <a:prstDash val="solid"/>
                      <a:round/>
                      <a:headEnd type="none" w="med" len="med"/>
                      <a:tailEnd type="none" w="med" len="med"/>
                    </a:lnR>
                    <a:lnT w="12700" cap="flat" cmpd="sng" algn="ctr">
                      <a:solidFill>
                        <a:srgbClr val="C76402"/>
                      </a:solidFill>
                      <a:prstDash val="solid"/>
                      <a:round/>
                      <a:headEnd type="none" w="med" len="med"/>
                      <a:tailEnd type="none" w="med" len="med"/>
                    </a:lnT>
                    <a:lnB w="25400" cap="flat" cmpd="sng" algn="ctr">
                      <a:solidFill>
                        <a:srgbClr val="C76402"/>
                      </a:solidFill>
                      <a:prstDash val="solid"/>
                      <a:round/>
                      <a:headEnd type="none" w="med" len="med"/>
                      <a:tailEnd type="none" w="med" len="med"/>
                    </a:lnB>
                    <a:lnTlToBr>
                      <a:noFill/>
                    </a:lnTlToBr>
                    <a:lnBlToTr>
                      <a:noFill/>
                    </a:lnBlToTr>
                    <a:noFill/>
                  </a:tcPr>
                </a:tc>
                <a:tc>
                  <a:txBody>
                    <a:bodyPr/>
                    <a:lstStyle>
                      <a:lvl1pPr eaLnBrk="0" hangingPunct="0">
                        <a:spcBef>
                          <a:spcPts val="1800"/>
                        </a:spcBef>
                        <a:buClr>
                          <a:schemeClr val="accent1"/>
                        </a:buClr>
                        <a:buSzPct val="100000"/>
                        <a:buFont typeface="Wingdings 2" pitchFamily="-65" charset="2"/>
                        <a:defRPr>
                          <a:solidFill>
                            <a:schemeClr val="tx2"/>
                          </a:solidFill>
                          <a:latin typeface="Arial" charset="0"/>
                          <a:ea typeface="ＭＳ Ｐゴシック" pitchFamily="-65" charset="-128"/>
                        </a:defRPr>
                      </a:lvl1pPr>
                      <a:lvl2pPr marL="37931725" indent="-37474525" eaLnBrk="0" hangingPunct="0">
                        <a:spcBef>
                          <a:spcPts val="600"/>
                        </a:spcBef>
                        <a:buClr>
                          <a:srgbClr val="031B3C"/>
                        </a:buClr>
                        <a:buSzPct val="100000"/>
                        <a:buFont typeface="Wingdings 2" pitchFamily="-65" charset="2"/>
                        <a:defRPr sz="1600">
                          <a:solidFill>
                            <a:schemeClr val="tx2"/>
                          </a:solidFill>
                          <a:latin typeface="Arial" charset="0"/>
                          <a:ea typeface="ＭＳ Ｐゴシック" pitchFamily="-65" charset="-128"/>
                        </a:defRPr>
                      </a:lvl2pPr>
                      <a:lvl3pPr eaLnBrk="0" hangingPunct="0">
                        <a:spcBef>
                          <a:spcPts val="600"/>
                        </a:spcBef>
                        <a:defRPr sz="1600">
                          <a:solidFill>
                            <a:schemeClr val="tx2"/>
                          </a:solidFill>
                          <a:latin typeface="Arial" charset="0"/>
                          <a:ea typeface="ＭＳ Ｐゴシック" pitchFamily="-65" charset="-128"/>
                        </a:defRPr>
                      </a:lvl3pPr>
                      <a:lvl4pPr eaLnBrk="0" hangingPunct="0">
                        <a:spcBef>
                          <a:spcPts val="600"/>
                        </a:spcBef>
                        <a:defRPr sz="1600">
                          <a:solidFill>
                            <a:schemeClr val="tx2"/>
                          </a:solidFill>
                          <a:latin typeface="Arial" charset="0"/>
                          <a:ea typeface="ＭＳ Ｐゴシック" pitchFamily="-65" charset="-128"/>
                        </a:defRPr>
                      </a:lvl4pPr>
                      <a:lvl5pPr eaLnBrk="0" hangingPunct="0">
                        <a:spcBef>
                          <a:spcPts val="600"/>
                        </a:spcBef>
                        <a:defRPr sz="1600">
                          <a:solidFill>
                            <a:schemeClr val="tx2"/>
                          </a:solidFill>
                          <a:latin typeface="Arial" charset="0"/>
                          <a:ea typeface="ＭＳ Ｐゴシック" pitchFamily="-65" charset="-128"/>
                        </a:defRPr>
                      </a:lvl5pPr>
                      <a:lvl6pPr marL="457200" eaLnBrk="0" fontAlgn="base" hangingPunct="0">
                        <a:spcBef>
                          <a:spcPts val="600"/>
                        </a:spcBef>
                        <a:spcAft>
                          <a:spcPct val="0"/>
                        </a:spcAft>
                        <a:defRPr sz="1600">
                          <a:solidFill>
                            <a:schemeClr val="tx2"/>
                          </a:solidFill>
                          <a:latin typeface="Arial" charset="0"/>
                          <a:ea typeface="ＭＳ Ｐゴシック" pitchFamily="-65" charset="-128"/>
                        </a:defRPr>
                      </a:lvl6pPr>
                      <a:lvl7pPr marL="914400" eaLnBrk="0" fontAlgn="base" hangingPunct="0">
                        <a:spcBef>
                          <a:spcPts val="600"/>
                        </a:spcBef>
                        <a:spcAft>
                          <a:spcPct val="0"/>
                        </a:spcAft>
                        <a:defRPr sz="1600">
                          <a:solidFill>
                            <a:schemeClr val="tx2"/>
                          </a:solidFill>
                          <a:latin typeface="Arial" charset="0"/>
                          <a:ea typeface="ＭＳ Ｐゴシック" pitchFamily="-65" charset="-128"/>
                        </a:defRPr>
                      </a:lvl7pPr>
                      <a:lvl8pPr marL="1371600" eaLnBrk="0" fontAlgn="base" hangingPunct="0">
                        <a:spcBef>
                          <a:spcPts val="600"/>
                        </a:spcBef>
                        <a:spcAft>
                          <a:spcPct val="0"/>
                        </a:spcAft>
                        <a:defRPr sz="1600">
                          <a:solidFill>
                            <a:schemeClr val="tx2"/>
                          </a:solidFill>
                          <a:latin typeface="Arial" charset="0"/>
                          <a:ea typeface="ＭＳ Ｐゴシック" pitchFamily="-65" charset="-128"/>
                        </a:defRPr>
                      </a:lvl8pPr>
                      <a:lvl9pPr marL="1828800" eaLnBrk="0" fontAlgn="base" hangingPunct="0">
                        <a:spcBef>
                          <a:spcPts val="600"/>
                        </a:spcBef>
                        <a:spcAft>
                          <a:spcPct val="0"/>
                        </a:spcAft>
                        <a:defRPr sz="1600">
                          <a:solidFill>
                            <a:schemeClr val="tx2"/>
                          </a:solidFill>
                          <a:latin typeface="Arial" charset="0"/>
                          <a:ea typeface="ＭＳ Ｐゴシック" pitchFamily="-65"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1" i="0" u="none" strike="noStrike" cap="none" normalizeH="0" baseline="0">
                          <a:ln>
                            <a:noFill/>
                          </a:ln>
                          <a:solidFill>
                            <a:schemeClr val="tx1"/>
                          </a:solidFill>
                          <a:effectLst/>
                          <a:latin typeface="Times New Roman" pitchFamily="-65" charset="0"/>
                          <a:ea typeface="ＭＳ Ｐゴシック" pitchFamily="-65" charset="-128"/>
                          <a:cs typeface="Times New Roman" pitchFamily="-65" charset="0"/>
                        </a:rPr>
                        <a:t>5</a:t>
                      </a:r>
                    </a:p>
                  </a:txBody>
                  <a:tcPr horzOverflow="overflow">
                    <a:lnL w="12700" cap="flat" cmpd="sng" algn="ctr">
                      <a:solidFill>
                        <a:srgbClr val="C76402"/>
                      </a:solidFill>
                      <a:prstDash val="solid"/>
                      <a:round/>
                      <a:headEnd type="none" w="med" len="med"/>
                      <a:tailEnd type="none" w="med" len="med"/>
                    </a:lnL>
                    <a:lnR w="12700" cap="flat" cmpd="sng" algn="ctr">
                      <a:solidFill>
                        <a:srgbClr val="C76402"/>
                      </a:solidFill>
                      <a:prstDash val="solid"/>
                      <a:round/>
                      <a:headEnd type="none" w="med" len="med"/>
                      <a:tailEnd type="none" w="med" len="med"/>
                    </a:lnR>
                    <a:lnT w="12700" cap="flat" cmpd="sng" algn="ctr">
                      <a:solidFill>
                        <a:srgbClr val="C76402"/>
                      </a:solidFill>
                      <a:prstDash val="solid"/>
                      <a:round/>
                      <a:headEnd type="none" w="med" len="med"/>
                      <a:tailEnd type="none" w="med" len="med"/>
                    </a:lnT>
                    <a:lnB w="25400" cap="flat" cmpd="sng" algn="ctr">
                      <a:solidFill>
                        <a:srgbClr val="C76402"/>
                      </a:solidFill>
                      <a:prstDash val="solid"/>
                      <a:round/>
                      <a:headEnd type="none" w="med" len="med"/>
                      <a:tailEnd type="none" w="med" len="med"/>
                    </a:lnB>
                    <a:lnTlToBr>
                      <a:noFill/>
                    </a:lnTlToBr>
                    <a:lnBlToTr>
                      <a:noFill/>
                    </a:lnBlToTr>
                    <a:noFill/>
                  </a:tcPr>
                </a:tc>
                <a:tc>
                  <a:txBody>
                    <a:bodyPr/>
                    <a:lstStyle>
                      <a:lvl1pPr eaLnBrk="0" hangingPunct="0">
                        <a:spcBef>
                          <a:spcPts val="1800"/>
                        </a:spcBef>
                        <a:buClr>
                          <a:schemeClr val="accent1"/>
                        </a:buClr>
                        <a:buSzPct val="100000"/>
                        <a:buFont typeface="Wingdings 2" pitchFamily="-65" charset="2"/>
                        <a:defRPr>
                          <a:solidFill>
                            <a:schemeClr val="tx2"/>
                          </a:solidFill>
                          <a:latin typeface="Arial" charset="0"/>
                          <a:ea typeface="ＭＳ Ｐゴシック" pitchFamily="-65" charset="-128"/>
                        </a:defRPr>
                      </a:lvl1pPr>
                      <a:lvl2pPr marL="37931725" indent="-37474525" eaLnBrk="0" hangingPunct="0">
                        <a:spcBef>
                          <a:spcPts val="600"/>
                        </a:spcBef>
                        <a:buClr>
                          <a:srgbClr val="031B3C"/>
                        </a:buClr>
                        <a:buSzPct val="100000"/>
                        <a:buFont typeface="Wingdings 2" pitchFamily="-65" charset="2"/>
                        <a:defRPr sz="1600">
                          <a:solidFill>
                            <a:schemeClr val="tx2"/>
                          </a:solidFill>
                          <a:latin typeface="Arial" charset="0"/>
                          <a:ea typeface="ＭＳ Ｐゴシック" pitchFamily="-65" charset="-128"/>
                        </a:defRPr>
                      </a:lvl2pPr>
                      <a:lvl3pPr eaLnBrk="0" hangingPunct="0">
                        <a:spcBef>
                          <a:spcPts val="600"/>
                        </a:spcBef>
                        <a:defRPr sz="1600">
                          <a:solidFill>
                            <a:schemeClr val="tx2"/>
                          </a:solidFill>
                          <a:latin typeface="Arial" charset="0"/>
                          <a:ea typeface="ＭＳ Ｐゴシック" pitchFamily="-65" charset="-128"/>
                        </a:defRPr>
                      </a:lvl3pPr>
                      <a:lvl4pPr eaLnBrk="0" hangingPunct="0">
                        <a:spcBef>
                          <a:spcPts val="600"/>
                        </a:spcBef>
                        <a:defRPr sz="1600">
                          <a:solidFill>
                            <a:schemeClr val="tx2"/>
                          </a:solidFill>
                          <a:latin typeface="Arial" charset="0"/>
                          <a:ea typeface="ＭＳ Ｐゴシック" pitchFamily="-65" charset="-128"/>
                        </a:defRPr>
                      </a:lvl4pPr>
                      <a:lvl5pPr eaLnBrk="0" hangingPunct="0">
                        <a:spcBef>
                          <a:spcPts val="600"/>
                        </a:spcBef>
                        <a:defRPr sz="1600">
                          <a:solidFill>
                            <a:schemeClr val="tx2"/>
                          </a:solidFill>
                          <a:latin typeface="Arial" charset="0"/>
                          <a:ea typeface="ＭＳ Ｐゴシック" pitchFamily="-65" charset="-128"/>
                        </a:defRPr>
                      </a:lvl5pPr>
                      <a:lvl6pPr marL="457200" eaLnBrk="0" fontAlgn="base" hangingPunct="0">
                        <a:spcBef>
                          <a:spcPts val="600"/>
                        </a:spcBef>
                        <a:spcAft>
                          <a:spcPct val="0"/>
                        </a:spcAft>
                        <a:defRPr sz="1600">
                          <a:solidFill>
                            <a:schemeClr val="tx2"/>
                          </a:solidFill>
                          <a:latin typeface="Arial" charset="0"/>
                          <a:ea typeface="ＭＳ Ｐゴシック" pitchFamily="-65" charset="-128"/>
                        </a:defRPr>
                      </a:lvl6pPr>
                      <a:lvl7pPr marL="914400" eaLnBrk="0" fontAlgn="base" hangingPunct="0">
                        <a:spcBef>
                          <a:spcPts val="600"/>
                        </a:spcBef>
                        <a:spcAft>
                          <a:spcPct val="0"/>
                        </a:spcAft>
                        <a:defRPr sz="1600">
                          <a:solidFill>
                            <a:schemeClr val="tx2"/>
                          </a:solidFill>
                          <a:latin typeface="Arial" charset="0"/>
                          <a:ea typeface="ＭＳ Ｐゴシック" pitchFamily="-65" charset="-128"/>
                        </a:defRPr>
                      </a:lvl7pPr>
                      <a:lvl8pPr marL="1371600" eaLnBrk="0" fontAlgn="base" hangingPunct="0">
                        <a:spcBef>
                          <a:spcPts val="600"/>
                        </a:spcBef>
                        <a:spcAft>
                          <a:spcPct val="0"/>
                        </a:spcAft>
                        <a:defRPr sz="1600">
                          <a:solidFill>
                            <a:schemeClr val="tx2"/>
                          </a:solidFill>
                          <a:latin typeface="Arial" charset="0"/>
                          <a:ea typeface="ＭＳ Ｐゴシック" pitchFamily="-65" charset="-128"/>
                        </a:defRPr>
                      </a:lvl8pPr>
                      <a:lvl9pPr marL="1828800" eaLnBrk="0" fontAlgn="base" hangingPunct="0">
                        <a:spcBef>
                          <a:spcPts val="600"/>
                        </a:spcBef>
                        <a:spcAft>
                          <a:spcPct val="0"/>
                        </a:spcAft>
                        <a:defRPr sz="1600">
                          <a:solidFill>
                            <a:schemeClr val="tx2"/>
                          </a:solidFill>
                          <a:latin typeface="Arial" charset="0"/>
                          <a:ea typeface="ＭＳ Ｐゴシック" pitchFamily="-65"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1" i="0" u="none" strike="noStrike" cap="none" normalizeH="0" baseline="0">
                          <a:ln>
                            <a:noFill/>
                          </a:ln>
                          <a:solidFill>
                            <a:schemeClr val="tx1"/>
                          </a:solidFill>
                          <a:effectLst/>
                          <a:latin typeface="Times New Roman" pitchFamily="-65" charset="0"/>
                          <a:ea typeface="ＭＳ Ｐゴシック" pitchFamily="-65" charset="-128"/>
                          <a:cs typeface="Times New Roman" pitchFamily="-65" charset="0"/>
                        </a:rPr>
                        <a:t>6</a:t>
                      </a:r>
                    </a:p>
                  </a:txBody>
                  <a:tcPr horzOverflow="overflow">
                    <a:lnL w="12700" cap="flat" cmpd="sng" algn="ctr">
                      <a:solidFill>
                        <a:srgbClr val="C76402"/>
                      </a:solidFill>
                      <a:prstDash val="solid"/>
                      <a:round/>
                      <a:headEnd type="none" w="med" len="med"/>
                      <a:tailEnd type="none" w="med" len="med"/>
                    </a:lnL>
                    <a:lnR w="12700" cap="flat" cmpd="sng" algn="ctr">
                      <a:solidFill>
                        <a:srgbClr val="C76402"/>
                      </a:solidFill>
                      <a:prstDash val="solid"/>
                      <a:round/>
                      <a:headEnd type="none" w="med" len="med"/>
                      <a:tailEnd type="none" w="med" len="med"/>
                    </a:lnR>
                    <a:lnT w="12700" cap="flat" cmpd="sng" algn="ctr">
                      <a:solidFill>
                        <a:srgbClr val="C76402"/>
                      </a:solidFill>
                      <a:prstDash val="solid"/>
                      <a:round/>
                      <a:headEnd type="none" w="med" len="med"/>
                      <a:tailEnd type="none" w="med" len="med"/>
                    </a:lnT>
                    <a:lnB w="25400" cap="flat" cmpd="sng" algn="ctr">
                      <a:solidFill>
                        <a:srgbClr val="C76402"/>
                      </a:solidFill>
                      <a:prstDash val="solid"/>
                      <a:round/>
                      <a:headEnd type="none" w="med" len="med"/>
                      <a:tailEnd type="none" w="med" len="med"/>
                    </a:lnB>
                    <a:lnTlToBr>
                      <a:noFill/>
                    </a:lnTlToBr>
                    <a:lnBlToTr>
                      <a:noFill/>
                    </a:lnBlToTr>
                    <a:noFill/>
                  </a:tcPr>
                </a:tc>
                <a:tc>
                  <a:txBody>
                    <a:bodyPr/>
                    <a:lstStyle>
                      <a:lvl1pPr eaLnBrk="0" hangingPunct="0">
                        <a:spcBef>
                          <a:spcPts val="1800"/>
                        </a:spcBef>
                        <a:buClr>
                          <a:schemeClr val="accent1"/>
                        </a:buClr>
                        <a:buSzPct val="100000"/>
                        <a:buFont typeface="Wingdings 2" pitchFamily="-65" charset="2"/>
                        <a:defRPr>
                          <a:solidFill>
                            <a:schemeClr val="tx2"/>
                          </a:solidFill>
                          <a:latin typeface="Arial" charset="0"/>
                          <a:ea typeface="ＭＳ Ｐゴシック" pitchFamily="-65" charset="-128"/>
                        </a:defRPr>
                      </a:lvl1pPr>
                      <a:lvl2pPr marL="37931725" indent="-37474525" eaLnBrk="0" hangingPunct="0">
                        <a:spcBef>
                          <a:spcPts val="600"/>
                        </a:spcBef>
                        <a:buClr>
                          <a:srgbClr val="031B3C"/>
                        </a:buClr>
                        <a:buSzPct val="100000"/>
                        <a:buFont typeface="Wingdings 2" pitchFamily="-65" charset="2"/>
                        <a:defRPr sz="1600">
                          <a:solidFill>
                            <a:schemeClr val="tx2"/>
                          </a:solidFill>
                          <a:latin typeface="Arial" charset="0"/>
                          <a:ea typeface="ＭＳ Ｐゴシック" pitchFamily="-65" charset="-128"/>
                        </a:defRPr>
                      </a:lvl2pPr>
                      <a:lvl3pPr eaLnBrk="0" hangingPunct="0">
                        <a:spcBef>
                          <a:spcPts val="600"/>
                        </a:spcBef>
                        <a:defRPr sz="1600">
                          <a:solidFill>
                            <a:schemeClr val="tx2"/>
                          </a:solidFill>
                          <a:latin typeface="Arial" charset="0"/>
                          <a:ea typeface="ＭＳ Ｐゴシック" pitchFamily="-65" charset="-128"/>
                        </a:defRPr>
                      </a:lvl3pPr>
                      <a:lvl4pPr eaLnBrk="0" hangingPunct="0">
                        <a:spcBef>
                          <a:spcPts val="600"/>
                        </a:spcBef>
                        <a:defRPr sz="1600">
                          <a:solidFill>
                            <a:schemeClr val="tx2"/>
                          </a:solidFill>
                          <a:latin typeface="Arial" charset="0"/>
                          <a:ea typeface="ＭＳ Ｐゴシック" pitchFamily="-65" charset="-128"/>
                        </a:defRPr>
                      </a:lvl4pPr>
                      <a:lvl5pPr eaLnBrk="0" hangingPunct="0">
                        <a:spcBef>
                          <a:spcPts val="600"/>
                        </a:spcBef>
                        <a:defRPr sz="1600">
                          <a:solidFill>
                            <a:schemeClr val="tx2"/>
                          </a:solidFill>
                          <a:latin typeface="Arial" charset="0"/>
                          <a:ea typeface="ＭＳ Ｐゴシック" pitchFamily="-65" charset="-128"/>
                        </a:defRPr>
                      </a:lvl5pPr>
                      <a:lvl6pPr marL="457200" eaLnBrk="0" fontAlgn="base" hangingPunct="0">
                        <a:spcBef>
                          <a:spcPts val="600"/>
                        </a:spcBef>
                        <a:spcAft>
                          <a:spcPct val="0"/>
                        </a:spcAft>
                        <a:defRPr sz="1600">
                          <a:solidFill>
                            <a:schemeClr val="tx2"/>
                          </a:solidFill>
                          <a:latin typeface="Arial" charset="0"/>
                          <a:ea typeface="ＭＳ Ｐゴシック" pitchFamily="-65" charset="-128"/>
                        </a:defRPr>
                      </a:lvl6pPr>
                      <a:lvl7pPr marL="914400" eaLnBrk="0" fontAlgn="base" hangingPunct="0">
                        <a:spcBef>
                          <a:spcPts val="600"/>
                        </a:spcBef>
                        <a:spcAft>
                          <a:spcPct val="0"/>
                        </a:spcAft>
                        <a:defRPr sz="1600">
                          <a:solidFill>
                            <a:schemeClr val="tx2"/>
                          </a:solidFill>
                          <a:latin typeface="Arial" charset="0"/>
                          <a:ea typeface="ＭＳ Ｐゴシック" pitchFamily="-65" charset="-128"/>
                        </a:defRPr>
                      </a:lvl7pPr>
                      <a:lvl8pPr marL="1371600" eaLnBrk="0" fontAlgn="base" hangingPunct="0">
                        <a:spcBef>
                          <a:spcPts val="600"/>
                        </a:spcBef>
                        <a:spcAft>
                          <a:spcPct val="0"/>
                        </a:spcAft>
                        <a:defRPr sz="1600">
                          <a:solidFill>
                            <a:schemeClr val="tx2"/>
                          </a:solidFill>
                          <a:latin typeface="Arial" charset="0"/>
                          <a:ea typeface="ＭＳ Ｐゴシック" pitchFamily="-65" charset="-128"/>
                        </a:defRPr>
                      </a:lvl8pPr>
                      <a:lvl9pPr marL="1828800" eaLnBrk="0" fontAlgn="base" hangingPunct="0">
                        <a:spcBef>
                          <a:spcPts val="600"/>
                        </a:spcBef>
                        <a:spcAft>
                          <a:spcPct val="0"/>
                        </a:spcAft>
                        <a:defRPr sz="1600">
                          <a:solidFill>
                            <a:schemeClr val="tx2"/>
                          </a:solidFill>
                          <a:latin typeface="Arial" charset="0"/>
                          <a:ea typeface="ＭＳ Ｐゴシック" pitchFamily="-65"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1" i="0" u="none" strike="noStrike" cap="none" normalizeH="0" baseline="0">
                          <a:ln>
                            <a:noFill/>
                          </a:ln>
                          <a:solidFill>
                            <a:schemeClr val="tx1"/>
                          </a:solidFill>
                          <a:effectLst/>
                          <a:latin typeface="Times New Roman" pitchFamily="-65" charset="0"/>
                          <a:ea typeface="ＭＳ Ｐゴシック" pitchFamily="-65" charset="-128"/>
                          <a:cs typeface="Times New Roman" pitchFamily="-65" charset="0"/>
                        </a:rPr>
                        <a:t>7</a:t>
                      </a:r>
                    </a:p>
                  </a:txBody>
                  <a:tcPr horzOverflow="overflow">
                    <a:lnL w="12700" cap="flat" cmpd="sng" algn="ctr">
                      <a:solidFill>
                        <a:srgbClr val="C76402"/>
                      </a:solidFill>
                      <a:prstDash val="solid"/>
                      <a:round/>
                      <a:headEnd type="none" w="med" len="med"/>
                      <a:tailEnd type="none" w="med" len="med"/>
                    </a:lnL>
                    <a:lnR w="12700" cap="flat" cmpd="sng" algn="ctr">
                      <a:solidFill>
                        <a:srgbClr val="C76402"/>
                      </a:solidFill>
                      <a:prstDash val="solid"/>
                      <a:round/>
                      <a:headEnd type="none" w="med" len="med"/>
                      <a:tailEnd type="none" w="med" len="med"/>
                    </a:lnR>
                    <a:lnT w="12700" cap="flat" cmpd="sng" algn="ctr">
                      <a:solidFill>
                        <a:srgbClr val="C76402"/>
                      </a:solidFill>
                      <a:prstDash val="solid"/>
                      <a:round/>
                      <a:headEnd type="none" w="med" len="med"/>
                      <a:tailEnd type="none" w="med" len="med"/>
                    </a:lnT>
                    <a:lnB w="25400" cap="flat" cmpd="sng" algn="ctr">
                      <a:solidFill>
                        <a:srgbClr val="C76402"/>
                      </a:solidFill>
                      <a:prstDash val="solid"/>
                      <a:round/>
                      <a:headEnd type="none" w="med" len="med"/>
                      <a:tailEnd type="none" w="med" len="med"/>
                    </a:lnB>
                    <a:lnTlToBr>
                      <a:noFill/>
                    </a:lnTlToBr>
                    <a:lnBlToTr>
                      <a:noFill/>
                    </a:lnBlToTr>
                    <a:noFill/>
                  </a:tcPr>
                </a:tc>
                <a:tc>
                  <a:txBody>
                    <a:bodyPr/>
                    <a:lstStyle>
                      <a:lvl1pPr eaLnBrk="0" hangingPunct="0">
                        <a:spcBef>
                          <a:spcPts val="1800"/>
                        </a:spcBef>
                        <a:buClr>
                          <a:schemeClr val="accent1"/>
                        </a:buClr>
                        <a:buSzPct val="100000"/>
                        <a:buFont typeface="Wingdings 2" pitchFamily="-65" charset="2"/>
                        <a:defRPr>
                          <a:solidFill>
                            <a:schemeClr val="tx2"/>
                          </a:solidFill>
                          <a:latin typeface="Arial" charset="0"/>
                          <a:ea typeface="ＭＳ Ｐゴシック" pitchFamily="-65" charset="-128"/>
                        </a:defRPr>
                      </a:lvl1pPr>
                      <a:lvl2pPr marL="37931725" indent="-37474525" eaLnBrk="0" hangingPunct="0">
                        <a:spcBef>
                          <a:spcPts val="600"/>
                        </a:spcBef>
                        <a:buClr>
                          <a:srgbClr val="031B3C"/>
                        </a:buClr>
                        <a:buSzPct val="100000"/>
                        <a:buFont typeface="Wingdings 2" pitchFamily="-65" charset="2"/>
                        <a:defRPr sz="1600">
                          <a:solidFill>
                            <a:schemeClr val="tx2"/>
                          </a:solidFill>
                          <a:latin typeface="Arial" charset="0"/>
                          <a:ea typeface="ＭＳ Ｐゴシック" pitchFamily="-65" charset="-128"/>
                        </a:defRPr>
                      </a:lvl2pPr>
                      <a:lvl3pPr eaLnBrk="0" hangingPunct="0">
                        <a:spcBef>
                          <a:spcPts val="600"/>
                        </a:spcBef>
                        <a:defRPr sz="1600">
                          <a:solidFill>
                            <a:schemeClr val="tx2"/>
                          </a:solidFill>
                          <a:latin typeface="Arial" charset="0"/>
                          <a:ea typeface="ＭＳ Ｐゴシック" pitchFamily="-65" charset="-128"/>
                        </a:defRPr>
                      </a:lvl3pPr>
                      <a:lvl4pPr eaLnBrk="0" hangingPunct="0">
                        <a:spcBef>
                          <a:spcPts val="600"/>
                        </a:spcBef>
                        <a:defRPr sz="1600">
                          <a:solidFill>
                            <a:schemeClr val="tx2"/>
                          </a:solidFill>
                          <a:latin typeface="Arial" charset="0"/>
                          <a:ea typeface="ＭＳ Ｐゴシック" pitchFamily="-65" charset="-128"/>
                        </a:defRPr>
                      </a:lvl4pPr>
                      <a:lvl5pPr eaLnBrk="0" hangingPunct="0">
                        <a:spcBef>
                          <a:spcPts val="600"/>
                        </a:spcBef>
                        <a:defRPr sz="1600">
                          <a:solidFill>
                            <a:schemeClr val="tx2"/>
                          </a:solidFill>
                          <a:latin typeface="Arial" charset="0"/>
                          <a:ea typeface="ＭＳ Ｐゴシック" pitchFamily="-65" charset="-128"/>
                        </a:defRPr>
                      </a:lvl5pPr>
                      <a:lvl6pPr marL="457200" eaLnBrk="0" fontAlgn="base" hangingPunct="0">
                        <a:spcBef>
                          <a:spcPts val="600"/>
                        </a:spcBef>
                        <a:spcAft>
                          <a:spcPct val="0"/>
                        </a:spcAft>
                        <a:defRPr sz="1600">
                          <a:solidFill>
                            <a:schemeClr val="tx2"/>
                          </a:solidFill>
                          <a:latin typeface="Arial" charset="0"/>
                          <a:ea typeface="ＭＳ Ｐゴシック" pitchFamily="-65" charset="-128"/>
                        </a:defRPr>
                      </a:lvl6pPr>
                      <a:lvl7pPr marL="914400" eaLnBrk="0" fontAlgn="base" hangingPunct="0">
                        <a:spcBef>
                          <a:spcPts val="600"/>
                        </a:spcBef>
                        <a:spcAft>
                          <a:spcPct val="0"/>
                        </a:spcAft>
                        <a:defRPr sz="1600">
                          <a:solidFill>
                            <a:schemeClr val="tx2"/>
                          </a:solidFill>
                          <a:latin typeface="Arial" charset="0"/>
                          <a:ea typeface="ＭＳ Ｐゴシック" pitchFamily="-65" charset="-128"/>
                        </a:defRPr>
                      </a:lvl7pPr>
                      <a:lvl8pPr marL="1371600" eaLnBrk="0" fontAlgn="base" hangingPunct="0">
                        <a:spcBef>
                          <a:spcPts val="600"/>
                        </a:spcBef>
                        <a:spcAft>
                          <a:spcPct val="0"/>
                        </a:spcAft>
                        <a:defRPr sz="1600">
                          <a:solidFill>
                            <a:schemeClr val="tx2"/>
                          </a:solidFill>
                          <a:latin typeface="Arial" charset="0"/>
                          <a:ea typeface="ＭＳ Ｐゴシック" pitchFamily="-65" charset="-128"/>
                        </a:defRPr>
                      </a:lvl8pPr>
                      <a:lvl9pPr marL="1828800" eaLnBrk="0" fontAlgn="base" hangingPunct="0">
                        <a:spcBef>
                          <a:spcPts val="600"/>
                        </a:spcBef>
                        <a:spcAft>
                          <a:spcPct val="0"/>
                        </a:spcAft>
                        <a:defRPr sz="1600">
                          <a:solidFill>
                            <a:schemeClr val="tx2"/>
                          </a:solidFill>
                          <a:latin typeface="Arial" charset="0"/>
                          <a:ea typeface="ＭＳ Ｐゴシック" pitchFamily="-65"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1" i="0" u="none" strike="noStrike" cap="none" normalizeH="0" baseline="0">
                          <a:ln>
                            <a:noFill/>
                          </a:ln>
                          <a:solidFill>
                            <a:schemeClr val="tx1"/>
                          </a:solidFill>
                          <a:effectLst/>
                          <a:latin typeface="Times New Roman" pitchFamily="-65" charset="0"/>
                          <a:ea typeface="ＭＳ Ｐゴシック" pitchFamily="-65" charset="-128"/>
                          <a:cs typeface="Times New Roman" pitchFamily="-65" charset="0"/>
                        </a:rPr>
                        <a:t>8</a:t>
                      </a:r>
                    </a:p>
                  </a:txBody>
                  <a:tcPr horzOverflow="overflow">
                    <a:lnL w="12700" cap="flat" cmpd="sng" algn="ctr">
                      <a:solidFill>
                        <a:srgbClr val="C76402"/>
                      </a:solidFill>
                      <a:prstDash val="solid"/>
                      <a:round/>
                      <a:headEnd type="none" w="med" len="med"/>
                      <a:tailEnd type="none" w="med" len="med"/>
                    </a:lnL>
                    <a:lnR w="12700" cap="flat" cmpd="sng" algn="ctr">
                      <a:solidFill>
                        <a:srgbClr val="C76402"/>
                      </a:solidFill>
                      <a:prstDash val="solid"/>
                      <a:round/>
                      <a:headEnd type="none" w="med" len="med"/>
                      <a:tailEnd type="none" w="med" len="med"/>
                    </a:lnR>
                    <a:lnT w="12700" cap="flat" cmpd="sng" algn="ctr">
                      <a:solidFill>
                        <a:srgbClr val="C76402"/>
                      </a:solidFill>
                      <a:prstDash val="solid"/>
                      <a:round/>
                      <a:headEnd type="none" w="med" len="med"/>
                      <a:tailEnd type="none" w="med" len="med"/>
                    </a:lnT>
                    <a:lnB w="25400" cap="flat" cmpd="sng" algn="ctr">
                      <a:solidFill>
                        <a:srgbClr val="C76402"/>
                      </a:solidFill>
                      <a:prstDash val="solid"/>
                      <a:round/>
                      <a:headEnd type="none" w="med" len="med"/>
                      <a:tailEnd type="none" w="med" len="med"/>
                    </a:lnB>
                    <a:lnTlToBr>
                      <a:noFill/>
                    </a:lnTlToBr>
                    <a:lnBlToTr>
                      <a:noFill/>
                    </a:lnBlToTr>
                    <a:noFill/>
                  </a:tcPr>
                </a:tc>
                <a:tc>
                  <a:txBody>
                    <a:bodyPr/>
                    <a:lstStyle>
                      <a:lvl1pPr eaLnBrk="0" hangingPunct="0">
                        <a:spcBef>
                          <a:spcPts val="1800"/>
                        </a:spcBef>
                        <a:buClr>
                          <a:schemeClr val="accent1"/>
                        </a:buClr>
                        <a:buSzPct val="100000"/>
                        <a:buFont typeface="Wingdings 2" pitchFamily="-65" charset="2"/>
                        <a:defRPr>
                          <a:solidFill>
                            <a:schemeClr val="tx2"/>
                          </a:solidFill>
                          <a:latin typeface="Arial" charset="0"/>
                          <a:ea typeface="ＭＳ Ｐゴシック" pitchFamily="-65" charset="-128"/>
                        </a:defRPr>
                      </a:lvl1pPr>
                      <a:lvl2pPr marL="37931725" indent="-37474525" eaLnBrk="0" hangingPunct="0">
                        <a:spcBef>
                          <a:spcPts val="600"/>
                        </a:spcBef>
                        <a:buClr>
                          <a:srgbClr val="031B3C"/>
                        </a:buClr>
                        <a:buSzPct val="100000"/>
                        <a:buFont typeface="Wingdings 2" pitchFamily="-65" charset="2"/>
                        <a:defRPr sz="1600">
                          <a:solidFill>
                            <a:schemeClr val="tx2"/>
                          </a:solidFill>
                          <a:latin typeface="Arial" charset="0"/>
                          <a:ea typeface="ＭＳ Ｐゴシック" pitchFamily="-65" charset="-128"/>
                        </a:defRPr>
                      </a:lvl2pPr>
                      <a:lvl3pPr eaLnBrk="0" hangingPunct="0">
                        <a:spcBef>
                          <a:spcPts val="600"/>
                        </a:spcBef>
                        <a:defRPr sz="1600">
                          <a:solidFill>
                            <a:schemeClr val="tx2"/>
                          </a:solidFill>
                          <a:latin typeface="Arial" charset="0"/>
                          <a:ea typeface="ＭＳ Ｐゴシック" pitchFamily="-65" charset="-128"/>
                        </a:defRPr>
                      </a:lvl3pPr>
                      <a:lvl4pPr eaLnBrk="0" hangingPunct="0">
                        <a:spcBef>
                          <a:spcPts val="600"/>
                        </a:spcBef>
                        <a:defRPr sz="1600">
                          <a:solidFill>
                            <a:schemeClr val="tx2"/>
                          </a:solidFill>
                          <a:latin typeface="Arial" charset="0"/>
                          <a:ea typeface="ＭＳ Ｐゴシック" pitchFamily="-65" charset="-128"/>
                        </a:defRPr>
                      </a:lvl4pPr>
                      <a:lvl5pPr eaLnBrk="0" hangingPunct="0">
                        <a:spcBef>
                          <a:spcPts val="600"/>
                        </a:spcBef>
                        <a:defRPr sz="1600">
                          <a:solidFill>
                            <a:schemeClr val="tx2"/>
                          </a:solidFill>
                          <a:latin typeface="Arial" charset="0"/>
                          <a:ea typeface="ＭＳ Ｐゴシック" pitchFamily="-65" charset="-128"/>
                        </a:defRPr>
                      </a:lvl5pPr>
                      <a:lvl6pPr marL="457200" eaLnBrk="0" fontAlgn="base" hangingPunct="0">
                        <a:spcBef>
                          <a:spcPts val="600"/>
                        </a:spcBef>
                        <a:spcAft>
                          <a:spcPct val="0"/>
                        </a:spcAft>
                        <a:defRPr sz="1600">
                          <a:solidFill>
                            <a:schemeClr val="tx2"/>
                          </a:solidFill>
                          <a:latin typeface="Arial" charset="0"/>
                          <a:ea typeface="ＭＳ Ｐゴシック" pitchFamily="-65" charset="-128"/>
                        </a:defRPr>
                      </a:lvl6pPr>
                      <a:lvl7pPr marL="914400" eaLnBrk="0" fontAlgn="base" hangingPunct="0">
                        <a:spcBef>
                          <a:spcPts val="600"/>
                        </a:spcBef>
                        <a:spcAft>
                          <a:spcPct val="0"/>
                        </a:spcAft>
                        <a:defRPr sz="1600">
                          <a:solidFill>
                            <a:schemeClr val="tx2"/>
                          </a:solidFill>
                          <a:latin typeface="Arial" charset="0"/>
                          <a:ea typeface="ＭＳ Ｐゴシック" pitchFamily="-65" charset="-128"/>
                        </a:defRPr>
                      </a:lvl7pPr>
                      <a:lvl8pPr marL="1371600" eaLnBrk="0" fontAlgn="base" hangingPunct="0">
                        <a:spcBef>
                          <a:spcPts val="600"/>
                        </a:spcBef>
                        <a:spcAft>
                          <a:spcPct val="0"/>
                        </a:spcAft>
                        <a:defRPr sz="1600">
                          <a:solidFill>
                            <a:schemeClr val="tx2"/>
                          </a:solidFill>
                          <a:latin typeface="Arial" charset="0"/>
                          <a:ea typeface="ＭＳ Ｐゴシック" pitchFamily="-65" charset="-128"/>
                        </a:defRPr>
                      </a:lvl8pPr>
                      <a:lvl9pPr marL="1828800" eaLnBrk="0" fontAlgn="base" hangingPunct="0">
                        <a:spcBef>
                          <a:spcPts val="600"/>
                        </a:spcBef>
                        <a:spcAft>
                          <a:spcPct val="0"/>
                        </a:spcAft>
                        <a:defRPr sz="1600">
                          <a:solidFill>
                            <a:schemeClr val="tx2"/>
                          </a:solidFill>
                          <a:latin typeface="Arial" charset="0"/>
                          <a:ea typeface="ＭＳ Ｐゴシック" pitchFamily="-65"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1" i="0" u="none" strike="noStrike" cap="none" normalizeH="0" baseline="0">
                          <a:ln>
                            <a:noFill/>
                          </a:ln>
                          <a:solidFill>
                            <a:schemeClr val="tx1"/>
                          </a:solidFill>
                          <a:effectLst/>
                          <a:latin typeface="Times New Roman" pitchFamily="-65" charset="0"/>
                          <a:ea typeface="ＭＳ Ｐゴシック" pitchFamily="-65" charset="-128"/>
                          <a:cs typeface="Times New Roman" pitchFamily="-65" charset="0"/>
                        </a:rPr>
                        <a:t>9</a:t>
                      </a:r>
                    </a:p>
                  </a:txBody>
                  <a:tcPr horzOverflow="overflow">
                    <a:lnL w="12700" cap="flat" cmpd="sng" algn="ctr">
                      <a:solidFill>
                        <a:srgbClr val="C76402"/>
                      </a:solidFill>
                      <a:prstDash val="solid"/>
                      <a:round/>
                      <a:headEnd type="none" w="med" len="med"/>
                      <a:tailEnd type="none" w="med" len="med"/>
                    </a:lnL>
                    <a:lnR w="12700" cap="flat" cmpd="sng" algn="ctr">
                      <a:solidFill>
                        <a:srgbClr val="C76402"/>
                      </a:solidFill>
                      <a:prstDash val="solid"/>
                      <a:round/>
                      <a:headEnd type="none" w="med" len="med"/>
                      <a:tailEnd type="none" w="med" len="med"/>
                    </a:lnR>
                    <a:lnT w="12700" cap="flat" cmpd="sng" algn="ctr">
                      <a:solidFill>
                        <a:srgbClr val="C76402"/>
                      </a:solidFill>
                      <a:prstDash val="solid"/>
                      <a:round/>
                      <a:headEnd type="none" w="med" len="med"/>
                      <a:tailEnd type="none" w="med" len="med"/>
                    </a:lnT>
                    <a:lnB w="25400" cap="flat" cmpd="sng" algn="ctr">
                      <a:solidFill>
                        <a:srgbClr val="C76402"/>
                      </a:solidFill>
                      <a:prstDash val="solid"/>
                      <a:round/>
                      <a:headEnd type="none" w="med" len="med"/>
                      <a:tailEnd type="none" w="med" len="med"/>
                    </a:lnB>
                    <a:lnTlToBr>
                      <a:noFill/>
                    </a:lnTlToBr>
                    <a:lnBlToTr>
                      <a:noFill/>
                    </a:lnBlToTr>
                    <a:noFill/>
                  </a:tcPr>
                </a:tc>
                <a:tc>
                  <a:txBody>
                    <a:bodyPr/>
                    <a:lstStyle>
                      <a:lvl1pPr eaLnBrk="0" hangingPunct="0">
                        <a:spcBef>
                          <a:spcPts val="1800"/>
                        </a:spcBef>
                        <a:buClr>
                          <a:schemeClr val="accent1"/>
                        </a:buClr>
                        <a:buSzPct val="100000"/>
                        <a:buFont typeface="Wingdings 2" pitchFamily="-65" charset="2"/>
                        <a:defRPr>
                          <a:solidFill>
                            <a:schemeClr val="tx2"/>
                          </a:solidFill>
                          <a:latin typeface="Arial" charset="0"/>
                          <a:ea typeface="ＭＳ Ｐゴシック" pitchFamily="-65" charset="-128"/>
                        </a:defRPr>
                      </a:lvl1pPr>
                      <a:lvl2pPr marL="37931725" indent="-37474525" eaLnBrk="0" hangingPunct="0">
                        <a:spcBef>
                          <a:spcPts val="600"/>
                        </a:spcBef>
                        <a:buClr>
                          <a:srgbClr val="031B3C"/>
                        </a:buClr>
                        <a:buSzPct val="100000"/>
                        <a:buFont typeface="Wingdings 2" pitchFamily="-65" charset="2"/>
                        <a:defRPr sz="1600">
                          <a:solidFill>
                            <a:schemeClr val="tx2"/>
                          </a:solidFill>
                          <a:latin typeface="Arial" charset="0"/>
                          <a:ea typeface="ＭＳ Ｐゴシック" pitchFamily="-65" charset="-128"/>
                        </a:defRPr>
                      </a:lvl2pPr>
                      <a:lvl3pPr eaLnBrk="0" hangingPunct="0">
                        <a:spcBef>
                          <a:spcPts val="600"/>
                        </a:spcBef>
                        <a:defRPr sz="1600">
                          <a:solidFill>
                            <a:schemeClr val="tx2"/>
                          </a:solidFill>
                          <a:latin typeface="Arial" charset="0"/>
                          <a:ea typeface="ＭＳ Ｐゴシック" pitchFamily="-65" charset="-128"/>
                        </a:defRPr>
                      </a:lvl3pPr>
                      <a:lvl4pPr eaLnBrk="0" hangingPunct="0">
                        <a:spcBef>
                          <a:spcPts val="600"/>
                        </a:spcBef>
                        <a:defRPr sz="1600">
                          <a:solidFill>
                            <a:schemeClr val="tx2"/>
                          </a:solidFill>
                          <a:latin typeface="Arial" charset="0"/>
                          <a:ea typeface="ＭＳ Ｐゴシック" pitchFamily="-65" charset="-128"/>
                        </a:defRPr>
                      </a:lvl4pPr>
                      <a:lvl5pPr eaLnBrk="0" hangingPunct="0">
                        <a:spcBef>
                          <a:spcPts val="600"/>
                        </a:spcBef>
                        <a:defRPr sz="1600">
                          <a:solidFill>
                            <a:schemeClr val="tx2"/>
                          </a:solidFill>
                          <a:latin typeface="Arial" charset="0"/>
                          <a:ea typeface="ＭＳ Ｐゴシック" pitchFamily="-65" charset="-128"/>
                        </a:defRPr>
                      </a:lvl5pPr>
                      <a:lvl6pPr marL="457200" eaLnBrk="0" fontAlgn="base" hangingPunct="0">
                        <a:spcBef>
                          <a:spcPts val="600"/>
                        </a:spcBef>
                        <a:spcAft>
                          <a:spcPct val="0"/>
                        </a:spcAft>
                        <a:defRPr sz="1600">
                          <a:solidFill>
                            <a:schemeClr val="tx2"/>
                          </a:solidFill>
                          <a:latin typeface="Arial" charset="0"/>
                          <a:ea typeface="ＭＳ Ｐゴシック" pitchFamily="-65" charset="-128"/>
                        </a:defRPr>
                      </a:lvl6pPr>
                      <a:lvl7pPr marL="914400" eaLnBrk="0" fontAlgn="base" hangingPunct="0">
                        <a:spcBef>
                          <a:spcPts val="600"/>
                        </a:spcBef>
                        <a:spcAft>
                          <a:spcPct val="0"/>
                        </a:spcAft>
                        <a:defRPr sz="1600">
                          <a:solidFill>
                            <a:schemeClr val="tx2"/>
                          </a:solidFill>
                          <a:latin typeface="Arial" charset="0"/>
                          <a:ea typeface="ＭＳ Ｐゴシック" pitchFamily="-65" charset="-128"/>
                        </a:defRPr>
                      </a:lvl7pPr>
                      <a:lvl8pPr marL="1371600" eaLnBrk="0" fontAlgn="base" hangingPunct="0">
                        <a:spcBef>
                          <a:spcPts val="600"/>
                        </a:spcBef>
                        <a:spcAft>
                          <a:spcPct val="0"/>
                        </a:spcAft>
                        <a:defRPr sz="1600">
                          <a:solidFill>
                            <a:schemeClr val="tx2"/>
                          </a:solidFill>
                          <a:latin typeface="Arial" charset="0"/>
                          <a:ea typeface="ＭＳ Ｐゴシック" pitchFamily="-65" charset="-128"/>
                        </a:defRPr>
                      </a:lvl8pPr>
                      <a:lvl9pPr marL="1828800" eaLnBrk="0" fontAlgn="base" hangingPunct="0">
                        <a:spcBef>
                          <a:spcPts val="600"/>
                        </a:spcBef>
                        <a:spcAft>
                          <a:spcPct val="0"/>
                        </a:spcAft>
                        <a:defRPr sz="1600">
                          <a:solidFill>
                            <a:schemeClr val="tx2"/>
                          </a:solidFill>
                          <a:latin typeface="Arial" charset="0"/>
                          <a:ea typeface="ＭＳ Ｐゴシック" pitchFamily="-65"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1" i="0" u="none" strike="noStrike" cap="none" normalizeH="0" baseline="0">
                          <a:ln>
                            <a:noFill/>
                          </a:ln>
                          <a:solidFill>
                            <a:schemeClr val="tx1"/>
                          </a:solidFill>
                          <a:effectLst/>
                          <a:latin typeface="Times New Roman" pitchFamily="-65" charset="0"/>
                          <a:ea typeface="ＭＳ Ｐゴシック" pitchFamily="-65" charset="-128"/>
                          <a:cs typeface="Times New Roman" pitchFamily="-65" charset="0"/>
                        </a:rPr>
                        <a:t>10</a:t>
                      </a:r>
                    </a:p>
                  </a:txBody>
                  <a:tcPr horzOverflow="overflow">
                    <a:lnL w="12700" cap="flat" cmpd="sng" algn="ctr">
                      <a:solidFill>
                        <a:srgbClr val="C76402"/>
                      </a:solidFill>
                      <a:prstDash val="solid"/>
                      <a:round/>
                      <a:headEnd type="none" w="med" len="med"/>
                      <a:tailEnd type="none" w="med" len="med"/>
                    </a:lnL>
                    <a:lnR w="12700" cap="flat" cmpd="sng" algn="ctr">
                      <a:solidFill>
                        <a:srgbClr val="C76402"/>
                      </a:solidFill>
                      <a:prstDash val="solid"/>
                      <a:round/>
                      <a:headEnd type="none" w="med" len="med"/>
                      <a:tailEnd type="none" w="med" len="med"/>
                    </a:lnR>
                    <a:lnT w="12700" cap="flat" cmpd="sng" algn="ctr">
                      <a:solidFill>
                        <a:srgbClr val="C76402"/>
                      </a:solidFill>
                      <a:prstDash val="solid"/>
                      <a:round/>
                      <a:headEnd type="none" w="med" len="med"/>
                      <a:tailEnd type="none" w="med" len="med"/>
                    </a:lnT>
                    <a:lnB w="25400" cap="flat" cmpd="sng" algn="ctr">
                      <a:solidFill>
                        <a:srgbClr val="C7640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371475">
                <a:tc>
                  <a:txBody>
                    <a:bodyPr/>
                    <a:lstStyle>
                      <a:lvl1pPr eaLnBrk="0" hangingPunct="0">
                        <a:spcBef>
                          <a:spcPts val="1800"/>
                        </a:spcBef>
                        <a:buClr>
                          <a:schemeClr val="accent1"/>
                        </a:buClr>
                        <a:buSzPct val="100000"/>
                        <a:buFont typeface="Wingdings 2" pitchFamily="-65" charset="2"/>
                        <a:defRPr>
                          <a:solidFill>
                            <a:schemeClr val="tx2"/>
                          </a:solidFill>
                          <a:latin typeface="Arial" charset="0"/>
                          <a:ea typeface="ＭＳ Ｐゴシック" pitchFamily="-65" charset="-128"/>
                        </a:defRPr>
                      </a:lvl1pPr>
                      <a:lvl2pPr marL="37931725" indent="-37474525" eaLnBrk="0" hangingPunct="0">
                        <a:spcBef>
                          <a:spcPts val="600"/>
                        </a:spcBef>
                        <a:buClr>
                          <a:srgbClr val="031B3C"/>
                        </a:buClr>
                        <a:buSzPct val="100000"/>
                        <a:buFont typeface="Wingdings 2" pitchFamily="-65" charset="2"/>
                        <a:defRPr sz="1600">
                          <a:solidFill>
                            <a:schemeClr val="tx2"/>
                          </a:solidFill>
                          <a:latin typeface="Arial" charset="0"/>
                          <a:ea typeface="ＭＳ Ｐゴシック" pitchFamily="-65" charset="-128"/>
                        </a:defRPr>
                      </a:lvl2pPr>
                      <a:lvl3pPr eaLnBrk="0" hangingPunct="0">
                        <a:spcBef>
                          <a:spcPts val="600"/>
                        </a:spcBef>
                        <a:defRPr sz="1600">
                          <a:solidFill>
                            <a:schemeClr val="tx2"/>
                          </a:solidFill>
                          <a:latin typeface="Arial" charset="0"/>
                          <a:ea typeface="ＭＳ Ｐゴシック" pitchFamily="-65" charset="-128"/>
                        </a:defRPr>
                      </a:lvl3pPr>
                      <a:lvl4pPr eaLnBrk="0" hangingPunct="0">
                        <a:spcBef>
                          <a:spcPts val="600"/>
                        </a:spcBef>
                        <a:defRPr sz="1600">
                          <a:solidFill>
                            <a:schemeClr val="tx2"/>
                          </a:solidFill>
                          <a:latin typeface="Arial" charset="0"/>
                          <a:ea typeface="ＭＳ Ｐゴシック" pitchFamily="-65" charset="-128"/>
                        </a:defRPr>
                      </a:lvl4pPr>
                      <a:lvl5pPr eaLnBrk="0" hangingPunct="0">
                        <a:spcBef>
                          <a:spcPts val="600"/>
                        </a:spcBef>
                        <a:defRPr sz="1600">
                          <a:solidFill>
                            <a:schemeClr val="tx2"/>
                          </a:solidFill>
                          <a:latin typeface="Arial" charset="0"/>
                          <a:ea typeface="ＭＳ Ｐゴシック" pitchFamily="-65" charset="-128"/>
                        </a:defRPr>
                      </a:lvl5pPr>
                      <a:lvl6pPr marL="457200" eaLnBrk="0" fontAlgn="base" hangingPunct="0">
                        <a:spcBef>
                          <a:spcPts val="600"/>
                        </a:spcBef>
                        <a:spcAft>
                          <a:spcPct val="0"/>
                        </a:spcAft>
                        <a:defRPr sz="1600">
                          <a:solidFill>
                            <a:schemeClr val="tx2"/>
                          </a:solidFill>
                          <a:latin typeface="Arial" charset="0"/>
                          <a:ea typeface="ＭＳ Ｐゴシック" pitchFamily="-65" charset="-128"/>
                        </a:defRPr>
                      </a:lvl6pPr>
                      <a:lvl7pPr marL="914400" eaLnBrk="0" fontAlgn="base" hangingPunct="0">
                        <a:spcBef>
                          <a:spcPts val="600"/>
                        </a:spcBef>
                        <a:spcAft>
                          <a:spcPct val="0"/>
                        </a:spcAft>
                        <a:defRPr sz="1600">
                          <a:solidFill>
                            <a:schemeClr val="tx2"/>
                          </a:solidFill>
                          <a:latin typeface="Arial" charset="0"/>
                          <a:ea typeface="ＭＳ Ｐゴシック" pitchFamily="-65" charset="-128"/>
                        </a:defRPr>
                      </a:lvl7pPr>
                      <a:lvl8pPr marL="1371600" eaLnBrk="0" fontAlgn="base" hangingPunct="0">
                        <a:spcBef>
                          <a:spcPts val="600"/>
                        </a:spcBef>
                        <a:spcAft>
                          <a:spcPct val="0"/>
                        </a:spcAft>
                        <a:defRPr sz="1600">
                          <a:solidFill>
                            <a:schemeClr val="tx2"/>
                          </a:solidFill>
                          <a:latin typeface="Arial" charset="0"/>
                          <a:ea typeface="ＭＳ Ｐゴシック" pitchFamily="-65" charset="-128"/>
                        </a:defRPr>
                      </a:lvl8pPr>
                      <a:lvl9pPr marL="1828800" eaLnBrk="0" fontAlgn="base" hangingPunct="0">
                        <a:spcBef>
                          <a:spcPts val="600"/>
                        </a:spcBef>
                        <a:spcAft>
                          <a:spcPct val="0"/>
                        </a:spcAft>
                        <a:defRPr sz="1600">
                          <a:solidFill>
                            <a:schemeClr val="tx2"/>
                          </a:solidFill>
                          <a:latin typeface="Arial" charset="0"/>
                          <a:ea typeface="ＭＳ Ｐゴシック" pitchFamily="-65"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1" i="0" u="none" strike="noStrike" cap="none" normalizeH="0" baseline="0">
                          <a:ln>
                            <a:noFill/>
                          </a:ln>
                          <a:solidFill>
                            <a:schemeClr val="tx1"/>
                          </a:solidFill>
                          <a:effectLst/>
                          <a:latin typeface="Times New Roman" pitchFamily="-65" charset="0"/>
                          <a:ea typeface="ＭＳ Ｐゴシック" pitchFamily="-65" charset="-128"/>
                        </a:rPr>
                        <a:t>Probability:</a:t>
                      </a:r>
                      <a:endParaRPr kumimoji="0" lang="en-US" altLang="en-US" sz="1600" b="1" i="0" u="none" strike="noStrike" cap="none" normalizeH="0" baseline="0">
                        <a:ln>
                          <a:noFill/>
                        </a:ln>
                        <a:solidFill>
                          <a:schemeClr val="tx1"/>
                        </a:solidFill>
                        <a:effectLst/>
                        <a:latin typeface="Times New Roman" pitchFamily="-65" charset="0"/>
                        <a:ea typeface="Zapf Dingbats" pitchFamily="-65" charset="2"/>
                      </a:endParaRPr>
                    </a:p>
                  </a:txBody>
                  <a:tcPr horzOverflow="overflow">
                    <a:lnL w="12700" cap="flat" cmpd="sng" algn="ctr">
                      <a:solidFill>
                        <a:srgbClr val="C76402"/>
                      </a:solidFill>
                      <a:prstDash val="solid"/>
                      <a:round/>
                      <a:headEnd type="none" w="med" len="med"/>
                      <a:tailEnd type="none" w="med" len="med"/>
                    </a:lnL>
                    <a:lnR w="12700" cap="flat" cmpd="sng" algn="ctr">
                      <a:solidFill>
                        <a:srgbClr val="C76402"/>
                      </a:solidFill>
                      <a:prstDash val="solid"/>
                      <a:round/>
                      <a:headEnd type="none" w="med" len="med"/>
                      <a:tailEnd type="none" w="med" len="med"/>
                    </a:lnR>
                    <a:lnT w="25400" cap="flat" cmpd="sng" algn="ctr">
                      <a:solidFill>
                        <a:srgbClr val="C76402"/>
                      </a:solidFill>
                      <a:prstDash val="solid"/>
                      <a:round/>
                      <a:headEnd type="none" w="med" len="med"/>
                      <a:tailEnd type="none" w="med" len="med"/>
                    </a:lnT>
                    <a:lnB w="12700" cap="flat" cmpd="sng" algn="ctr">
                      <a:solidFill>
                        <a:srgbClr val="C76402"/>
                      </a:solidFill>
                      <a:prstDash val="solid"/>
                      <a:round/>
                      <a:headEnd type="none" w="med" len="med"/>
                      <a:tailEnd type="none" w="med" len="med"/>
                    </a:lnB>
                    <a:lnTlToBr>
                      <a:noFill/>
                    </a:lnTlToBr>
                    <a:lnBlToTr>
                      <a:noFill/>
                    </a:lnBlToTr>
                    <a:solidFill>
                      <a:srgbClr val="C76402">
                        <a:alpha val="20000"/>
                      </a:srgbClr>
                    </a:solidFill>
                  </a:tcPr>
                </a:tc>
                <a:tc>
                  <a:txBody>
                    <a:bodyPr/>
                    <a:lstStyle>
                      <a:lvl1pPr eaLnBrk="0" hangingPunct="0">
                        <a:spcBef>
                          <a:spcPts val="1800"/>
                        </a:spcBef>
                        <a:buClr>
                          <a:schemeClr val="accent1"/>
                        </a:buClr>
                        <a:buSzPct val="100000"/>
                        <a:buFont typeface="Wingdings 2" pitchFamily="-65" charset="2"/>
                        <a:defRPr>
                          <a:solidFill>
                            <a:schemeClr val="tx2"/>
                          </a:solidFill>
                          <a:latin typeface="Arial" charset="0"/>
                          <a:ea typeface="ＭＳ Ｐゴシック" pitchFamily="-65" charset="-128"/>
                        </a:defRPr>
                      </a:lvl1pPr>
                      <a:lvl2pPr marL="37931725" indent="-37474525" eaLnBrk="0" hangingPunct="0">
                        <a:spcBef>
                          <a:spcPts val="600"/>
                        </a:spcBef>
                        <a:buClr>
                          <a:srgbClr val="031B3C"/>
                        </a:buClr>
                        <a:buSzPct val="100000"/>
                        <a:buFont typeface="Wingdings 2" pitchFamily="-65" charset="2"/>
                        <a:defRPr sz="1600">
                          <a:solidFill>
                            <a:schemeClr val="tx2"/>
                          </a:solidFill>
                          <a:latin typeface="Arial" charset="0"/>
                          <a:ea typeface="ＭＳ Ｐゴシック" pitchFamily="-65" charset="-128"/>
                        </a:defRPr>
                      </a:lvl2pPr>
                      <a:lvl3pPr eaLnBrk="0" hangingPunct="0">
                        <a:spcBef>
                          <a:spcPts val="600"/>
                        </a:spcBef>
                        <a:defRPr sz="1600">
                          <a:solidFill>
                            <a:schemeClr val="tx2"/>
                          </a:solidFill>
                          <a:latin typeface="Arial" charset="0"/>
                          <a:ea typeface="ＭＳ Ｐゴシック" pitchFamily="-65" charset="-128"/>
                        </a:defRPr>
                      </a:lvl3pPr>
                      <a:lvl4pPr eaLnBrk="0" hangingPunct="0">
                        <a:spcBef>
                          <a:spcPts val="600"/>
                        </a:spcBef>
                        <a:defRPr sz="1600">
                          <a:solidFill>
                            <a:schemeClr val="tx2"/>
                          </a:solidFill>
                          <a:latin typeface="Arial" charset="0"/>
                          <a:ea typeface="ＭＳ Ｐゴシック" pitchFamily="-65" charset="-128"/>
                        </a:defRPr>
                      </a:lvl4pPr>
                      <a:lvl5pPr eaLnBrk="0" hangingPunct="0">
                        <a:spcBef>
                          <a:spcPts val="600"/>
                        </a:spcBef>
                        <a:defRPr sz="1600">
                          <a:solidFill>
                            <a:schemeClr val="tx2"/>
                          </a:solidFill>
                          <a:latin typeface="Arial" charset="0"/>
                          <a:ea typeface="ＭＳ Ｐゴシック" pitchFamily="-65" charset="-128"/>
                        </a:defRPr>
                      </a:lvl5pPr>
                      <a:lvl6pPr marL="457200" eaLnBrk="0" fontAlgn="base" hangingPunct="0">
                        <a:spcBef>
                          <a:spcPts val="600"/>
                        </a:spcBef>
                        <a:spcAft>
                          <a:spcPct val="0"/>
                        </a:spcAft>
                        <a:defRPr sz="1600">
                          <a:solidFill>
                            <a:schemeClr val="tx2"/>
                          </a:solidFill>
                          <a:latin typeface="Arial" charset="0"/>
                          <a:ea typeface="ＭＳ Ｐゴシック" pitchFamily="-65" charset="-128"/>
                        </a:defRPr>
                      </a:lvl6pPr>
                      <a:lvl7pPr marL="914400" eaLnBrk="0" fontAlgn="base" hangingPunct="0">
                        <a:spcBef>
                          <a:spcPts val="600"/>
                        </a:spcBef>
                        <a:spcAft>
                          <a:spcPct val="0"/>
                        </a:spcAft>
                        <a:defRPr sz="1600">
                          <a:solidFill>
                            <a:schemeClr val="tx2"/>
                          </a:solidFill>
                          <a:latin typeface="Arial" charset="0"/>
                          <a:ea typeface="ＭＳ Ｐゴシック" pitchFamily="-65" charset="-128"/>
                        </a:defRPr>
                      </a:lvl7pPr>
                      <a:lvl8pPr marL="1371600" eaLnBrk="0" fontAlgn="base" hangingPunct="0">
                        <a:spcBef>
                          <a:spcPts val="600"/>
                        </a:spcBef>
                        <a:spcAft>
                          <a:spcPct val="0"/>
                        </a:spcAft>
                        <a:defRPr sz="1600">
                          <a:solidFill>
                            <a:schemeClr val="tx2"/>
                          </a:solidFill>
                          <a:latin typeface="Arial" charset="0"/>
                          <a:ea typeface="ＭＳ Ｐゴシック" pitchFamily="-65" charset="-128"/>
                        </a:defRPr>
                      </a:lvl8pPr>
                      <a:lvl9pPr marL="1828800" eaLnBrk="0" fontAlgn="base" hangingPunct="0">
                        <a:spcBef>
                          <a:spcPts val="600"/>
                        </a:spcBef>
                        <a:spcAft>
                          <a:spcPct val="0"/>
                        </a:spcAft>
                        <a:defRPr sz="1600">
                          <a:solidFill>
                            <a:schemeClr val="tx2"/>
                          </a:solidFill>
                          <a:latin typeface="Arial" charset="0"/>
                          <a:ea typeface="ＭＳ Ｐゴシック" pitchFamily="-65"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itchFamily="-65" charset="0"/>
                          <a:ea typeface="ＭＳ Ｐゴシック" pitchFamily="-65" charset="-128"/>
                          <a:cs typeface="Times New Roman" pitchFamily="-65" charset="0"/>
                        </a:rPr>
                        <a:t>0.001</a:t>
                      </a:r>
                    </a:p>
                  </a:txBody>
                  <a:tcPr horzOverflow="overflow">
                    <a:lnL w="12700" cap="flat" cmpd="sng" algn="ctr">
                      <a:solidFill>
                        <a:srgbClr val="C76402"/>
                      </a:solidFill>
                      <a:prstDash val="solid"/>
                      <a:round/>
                      <a:headEnd type="none" w="med" len="med"/>
                      <a:tailEnd type="none" w="med" len="med"/>
                    </a:lnL>
                    <a:lnR w="12700" cap="flat" cmpd="sng" algn="ctr">
                      <a:solidFill>
                        <a:srgbClr val="C76402"/>
                      </a:solidFill>
                      <a:prstDash val="solid"/>
                      <a:round/>
                      <a:headEnd type="none" w="med" len="med"/>
                      <a:tailEnd type="none" w="med" len="med"/>
                    </a:lnR>
                    <a:lnT w="25400" cap="flat" cmpd="sng" algn="ctr">
                      <a:solidFill>
                        <a:srgbClr val="C76402"/>
                      </a:solidFill>
                      <a:prstDash val="solid"/>
                      <a:round/>
                      <a:headEnd type="none" w="med" len="med"/>
                      <a:tailEnd type="none" w="med" len="med"/>
                    </a:lnT>
                    <a:lnB w="12700" cap="flat" cmpd="sng" algn="ctr">
                      <a:solidFill>
                        <a:srgbClr val="C76402"/>
                      </a:solidFill>
                      <a:prstDash val="solid"/>
                      <a:round/>
                      <a:headEnd type="none" w="med" len="med"/>
                      <a:tailEnd type="none" w="med" len="med"/>
                    </a:lnB>
                    <a:lnTlToBr>
                      <a:noFill/>
                    </a:lnTlToBr>
                    <a:lnBlToTr>
                      <a:noFill/>
                    </a:lnBlToTr>
                    <a:solidFill>
                      <a:srgbClr val="C76402">
                        <a:alpha val="20000"/>
                      </a:srgbClr>
                    </a:solidFill>
                  </a:tcPr>
                </a:tc>
                <a:tc>
                  <a:txBody>
                    <a:bodyPr/>
                    <a:lstStyle>
                      <a:lvl1pPr eaLnBrk="0" hangingPunct="0">
                        <a:spcBef>
                          <a:spcPts val="1800"/>
                        </a:spcBef>
                        <a:buClr>
                          <a:schemeClr val="accent1"/>
                        </a:buClr>
                        <a:buSzPct val="100000"/>
                        <a:buFont typeface="Wingdings 2" pitchFamily="-65" charset="2"/>
                        <a:defRPr>
                          <a:solidFill>
                            <a:schemeClr val="tx2"/>
                          </a:solidFill>
                          <a:latin typeface="Arial" charset="0"/>
                          <a:ea typeface="ＭＳ Ｐゴシック" pitchFamily="-65" charset="-128"/>
                        </a:defRPr>
                      </a:lvl1pPr>
                      <a:lvl2pPr marL="37931725" indent="-37474525" eaLnBrk="0" hangingPunct="0">
                        <a:spcBef>
                          <a:spcPts val="600"/>
                        </a:spcBef>
                        <a:buClr>
                          <a:srgbClr val="031B3C"/>
                        </a:buClr>
                        <a:buSzPct val="100000"/>
                        <a:buFont typeface="Wingdings 2" pitchFamily="-65" charset="2"/>
                        <a:defRPr sz="1600">
                          <a:solidFill>
                            <a:schemeClr val="tx2"/>
                          </a:solidFill>
                          <a:latin typeface="Arial" charset="0"/>
                          <a:ea typeface="ＭＳ Ｐゴシック" pitchFamily="-65" charset="-128"/>
                        </a:defRPr>
                      </a:lvl2pPr>
                      <a:lvl3pPr eaLnBrk="0" hangingPunct="0">
                        <a:spcBef>
                          <a:spcPts val="600"/>
                        </a:spcBef>
                        <a:defRPr sz="1600">
                          <a:solidFill>
                            <a:schemeClr val="tx2"/>
                          </a:solidFill>
                          <a:latin typeface="Arial" charset="0"/>
                          <a:ea typeface="ＭＳ Ｐゴシック" pitchFamily="-65" charset="-128"/>
                        </a:defRPr>
                      </a:lvl3pPr>
                      <a:lvl4pPr eaLnBrk="0" hangingPunct="0">
                        <a:spcBef>
                          <a:spcPts val="600"/>
                        </a:spcBef>
                        <a:defRPr sz="1600">
                          <a:solidFill>
                            <a:schemeClr val="tx2"/>
                          </a:solidFill>
                          <a:latin typeface="Arial" charset="0"/>
                          <a:ea typeface="ＭＳ Ｐゴシック" pitchFamily="-65" charset="-128"/>
                        </a:defRPr>
                      </a:lvl4pPr>
                      <a:lvl5pPr eaLnBrk="0" hangingPunct="0">
                        <a:spcBef>
                          <a:spcPts val="600"/>
                        </a:spcBef>
                        <a:defRPr sz="1600">
                          <a:solidFill>
                            <a:schemeClr val="tx2"/>
                          </a:solidFill>
                          <a:latin typeface="Arial" charset="0"/>
                          <a:ea typeface="ＭＳ Ｐゴシック" pitchFamily="-65" charset="-128"/>
                        </a:defRPr>
                      </a:lvl5pPr>
                      <a:lvl6pPr marL="457200" eaLnBrk="0" fontAlgn="base" hangingPunct="0">
                        <a:spcBef>
                          <a:spcPts val="600"/>
                        </a:spcBef>
                        <a:spcAft>
                          <a:spcPct val="0"/>
                        </a:spcAft>
                        <a:defRPr sz="1600">
                          <a:solidFill>
                            <a:schemeClr val="tx2"/>
                          </a:solidFill>
                          <a:latin typeface="Arial" charset="0"/>
                          <a:ea typeface="ＭＳ Ｐゴシック" pitchFamily="-65" charset="-128"/>
                        </a:defRPr>
                      </a:lvl6pPr>
                      <a:lvl7pPr marL="914400" eaLnBrk="0" fontAlgn="base" hangingPunct="0">
                        <a:spcBef>
                          <a:spcPts val="600"/>
                        </a:spcBef>
                        <a:spcAft>
                          <a:spcPct val="0"/>
                        </a:spcAft>
                        <a:defRPr sz="1600">
                          <a:solidFill>
                            <a:schemeClr val="tx2"/>
                          </a:solidFill>
                          <a:latin typeface="Arial" charset="0"/>
                          <a:ea typeface="ＭＳ Ｐゴシック" pitchFamily="-65" charset="-128"/>
                        </a:defRPr>
                      </a:lvl7pPr>
                      <a:lvl8pPr marL="1371600" eaLnBrk="0" fontAlgn="base" hangingPunct="0">
                        <a:spcBef>
                          <a:spcPts val="600"/>
                        </a:spcBef>
                        <a:spcAft>
                          <a:spcPct val="0"/>
                        </a:spcAft>
                        <a:defRPr sz="1600">
                          <a:solidFill>
                            <a:schemeClr val="tx2"/>
                          </a:solidFill>
                          <a:latin typeface="Arial" charset="0"/>
                          <a:ea typeface="ＭＳ Ｐゴシック" pitchFamily="-65" charset="-128"/>
                        </a:defRPr>
                      </a:lvl8pPr>
                      <a:lvl9pPr marL="1828800" eaLnBrk="0" fontAlgn="base" hangingPunct="0">
                        <a:spcBef>
                          <a:spcPts val="600"/>
                        </a:spcBef>
                        <a:spcAft>
                          <a:spcPct val="0"/>
                        </a:spcAft>
                        <a:defRPr sz="1600">
                          <a:solidFill>
                            <a:schemeClr val="tx2"/>
                          </a:solidFill>
                          <a:latin typeface="Arial" charset="0"/>
                          <a:ea typeface="ＭＳ Ｐゴシック" pitchFamily="-65"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itchFamily="-65" charset="0"/>
                          <a:ea typeface="ＭＳ Ｐゴシック" pitchFamily="-65" charset="-128"/>
                          <a:cs typeface="Times New Roman" pitchFamily="-65" charset="0"/>
                        </a:rPr>
                        <a:t>0.006</a:t>
                      </a:r>
                    </a:p>
                  </a:txBody>
                  <a:tcPr horzOverflow="overflow">
                    <a:lnL w="12700" cap="flat" cmpd="sng" algn="ctr">
                      <a:solidFill>
                        <a:srgbClr val="C76402"/>
                      </a:solidFill>
                      <a:prstDash val="solid"/>
                      <a:round/>
                      <a:headEnd type="none" w="med" len="med"/>
                      <a:tailEnd type="none" w="med" len="med"/>
                    </a:lnL>
                    <a:lnR w="12700" cap="flat" cmpd="sng" algn="ctr">
                      <a:solidFill>
                        <a:srgbClr val="C76402"/>
                      </a:solidFill>
                      <a:prstDash val="solid"/>
                      <a:round/>
                      <a:headEnd type="none" w="med" len="med"/>
                      <a:tailEnd type="none" w="med" len="med"/>
                    </a:lnR>
                    <a:lnT w="25400" cap="flat" cmpd="sng" algn="ctr">
                      <a:solidFill>
                        <a:srgbClr val="C76402"/>
                      </a:solidFill>
                      <a:prstDash val="solid"/>
                      <a:round/>
                      <a:headEnd type="none" w="med" len="med"/>
                      <a:tailEnd type="none" w="med" len="med"/>
                    </a:lnT>
                    <a:lnB w="12700" cap="flat" cmpd="sng" algn="ctr">
                      <a:solidFill>
                        <a:srgbClr val="C76402"/>
                      </a:solidFill>
                      <a:prstDash val="solid"/>
                      <a:round/>
                      <a:headEnd type="none" w="med" len="med"/>
                      <a:tailEnd type="none" w="med" len="med"/>
                    </a:lnB>
                    <a:lnTlToBr>
                      <a:noFill/>
                    </a:lnTlToBr>
                    <a:lnBlToTr>
                      <a:noFill/>
                    </a:lnBlToTr>
                    <a:solidFill>
                      <a:srgbClr val="C76402">
                        <a:alpha val="20000"/>
                      </a:srgbClr>
                    </a:solidFill>
                  </a:tcPr>
                </a:tc>
                <a:tc>
                  <a:txBody>
                    <a:bodyPr/>
                    <a:lstStyle>
                      <a:lvl1pPr eaLnBrk="0" hangingPunct="0">
                        <a:spcBef>
                          <a:spcPts val="1800"/>
                        </a:spcBef>
                        <a:buClr>
                          <a:schemeClr val="accent1"/>
                        </a:buClr>
                        <a:buSzPct val="100000"/>
                        <a:buFont typeface="Wingdings 2" pitchFamily="-65" charset="2"/>
                        <a:defRPr>
                          <a:solidFill>
                            <a:schemeClr val="tx2"/>
                          </a:solidFill>
                          <a:latin typeface="Arial" charset="0"/>
                          <a:ea typeface="ＭＳ Ｐゴシック" pitchFamily="-65" charset="-128"/>
                        </a:defRPr>
                      </a:lvl1pPr>
                      <a:lvl2pPr marL="37931725" indent="-37474525" eaLnBrk="0" hangingPunct="0">
                        <a:spcBef>
                          <a:spcPts val="600"/>
                        </a:spcBef>
                        <a:buClr>
                          <a:srgbClr val="031B3C"/>
                        </a:buClr>
                        <a:buSzPct val="100000"/>
                        <a:buFont typeface="Wingdings 2" pitchFamily="-65" charset="2"/>
                        <a:defRPr sz="1600">
                          <a:solidFill>
                            <a:schemeClr val="tx2"/>
                          </a:solidFill>
                          <a:latin typeface="Arial" charset="0"/>
                          <a:ea typeface="ＭＳ Ｐゴシック" pitchFamily="-65" charset="-128"/>
                        </a:defRPr>
                      </a:lvl2pPr>
                      <a:lvl3pPr eaLnBrk="0" hangingPunct="0">
                        <a:spcBef>
                          <a:spcPts val="600"/>
                        </a:spcBef>
                        <a:defRPr sz="1600">
                          <a:solidFill>
                            <a:schemeClr val="tx2"/>
                          </a:solidFill>
                          <a:latin typeface="Arial" charset="0"/>
                          <a:ea typeface="ＭＳ Ｐゴシック" pitchFamily="-65" charset="-128"/>
                        </a:defRPr>
                      </a:lvl3pPr>
                      <a:lvl4pPr eaLnBrk="0" hangingPunct="0">
                        <a:spcBef>
                          <a:spcPts val="600"/>
                        </a:spcBef>
                        <a:defRPr sz="1600">
                          <a:solidFill>
                            <a:schemeClr val="tx2"/>
                          </a:solidFill>
                          <a:latin typeface="Arial" charset="0"/>
                          <a:ea typeface="ＭＳ Ｐゴシック" pitchFamily="-65" charset="-128"/>
                        </a:defRPr>
                      </a:lvl4pPr>
                      <a:lvl5pPr eaLnBrk="0" hangingPunct="0">
                        <a:spcBef>
                          <a:spcPts val="600"/>
                        </a:spcBef>
                        <a:defRPr sz="1600">
                          <a:solidFill>
                            <a:schemeClr val="tx2"/>
                          </a:solidFill>
                          <a:latin typeface="Arial" charset="0"/>
                          <a:ea typeface="ＭＳ Ｐゴシック" pitchFamily="-65" charset="-128"/>
                        </a:defRPr>
                      </a:lvl5pPr>
                      <a:lvl6pPr marL="457200" eaLnBrk="0" fontAlgn="base" hangingPunct="0">
                        <a:spcBef>
                          <a:spcPts val="600"/>
                        </a:spcBef>
                        <a:spcAft>
                          <a:spcPct val="0"/>
                        </a:spcAft>
                        <a:defRPr sz="1600">
                          <a:solidFill>
                            <a:schemeClr val="tx2"/>
                          </a:solidFill>
                          <a:latin typeface="Arial" charset="0"/>
                          <a:ea typeface="ＭＳ Ｐゴシック" pitchFamily="-65" charset="-128"/>
                        </a:defRPr>
                      </a:lvl6pPr>
                      <a:lvl7pPr marL="914400" eaLnBrk="0" fontAlgn="base" hangingPunct="0">
                        <a:spcBef>
                          <a:spcPts val="600"/>
                        </a:spcBef>
                        <a:spcAft>
                          <a:spcPct val="0"/>
                        </a:spcAft>
                        <a:defRPr sz="1600">
                          <a:solidFill>
                            <a:schemeClr val="tx2"/>
                          </a:solidFill>
                          <a:latin typeface="Arial" charset="0"/>
                          <a:ea typeface="ＭＳ Ｐゴシック" pitchFamily="-65" charset="-128"/>
                        </a:defRPr>
                      </a:lvl7pPr>
                      <a:lvl8pPr marL="1371600" eaLnBrk="0" fontAlgn="base" hangingPunct="0">
                        <a:spcBef>
                          <a:spcPts val="600"/>
                        </a:spcBef>
                        <a:spcAft>
                          <a:spcPct val="0"/>
                        </a:spcAft>
                        <a:defRPr sz="1600">
                          <a:solidFill>
                            <a:schemeClr val="tx2"/>
                          </a:solidFill>
                          <a:latin typeface="Arial" charset="0"/>
                          <a:ea typeface="ＭＳ Ｐゴシック" pitchFamily="-65" charset="-128"/>
                        </a:defRPr>
                      </a:lvl8pPr>
                      <a:lvl9pPr marL="1828800" eaLnBrk="0" fontAlgn="base" hangingPunct="0">
                        <a:spcBef>
                          <a:spcPts val="600"/>
                        </a:spcBef>
                        <a:spcAft>
                          <a:spcPct val="0"/>
                        </a:spcAft>
                        <a:defRPr sz="1600">
                          <a:solidFill>
                            <a:schemeClr val="tx2"/>
                          </a:solidFill>
                          <a:latin typeface="Arial" charset="0"/>
                          <a:ea typeface="ＭＳ Ｐゴシック" pitchFamily="-65"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itchFamily="-65" charset="0"/>
                          <a:ea typeface="ＭＳ Ｐゴシック" pitchFamily="-65" charset="-128"/>
                        </a:rPr>
                        <a:t>0.007</a:t>
                      </a:r>
                      <a:endParaRPr kumimoji="0" lang="en-US" altLang="en-US" sz="1600" b="0" i="0" u="none" strike="noStrike" cap="none" normalizeH="0" baseline="0" dirty="0">
                        <a:ln>
                          <a:noFill/>
                        </a:ln>
                        <a:solidFill>
                          <a:schemeClr val="tx1"/>
                        </a:solidFill>
                        <a:effectLst/>
                        <a:latin typeface="Times New Roman" pitchFamily="-65" charset="0"/>
                        <a:ea typeface="Zapf Dingbats" pitchFamily="-65" charset="2"/>
                      </a:endParaRPr>
                    </a:p>
                  </a:txBody>
                  <a:tcPr horzOverflow="overflow">
                    <a:lnL w="12700" cap="flat" cmpd="sng" algn="ctr">
                      <a:solidFill>
                        <a:srgbClr val="C76402"/>
                      </a:solidFill>
                      <a:prstDash val="solid"/>
                      <a:round/>
                      <a:headEnd type="none" w="med" len="med"/>
                      <a:tailEnd type="none" w="med" len="med"/>
                    </a:lnL>
                    <a:lnR w="12700" cap="flat" cmpd="sng" algn="ctr">
                      <a:solidFill>
                        <a:srgbClr val="C76402"/>
                      </a:solidFill>
                      <a:prstDash val="solid"/>
                      <a:round/>
                      <a:headEnd type="none" w="med" len="med"/>
                      <a:tailEnd type="none" w="med" len="med"/>
                    </a:lnR>
                    <a:lnT w="25400" cap="flat" cmpd="sng" algn="ctr">
                      <a:solidFill>
                        <a:srgbClr val="C76402"/>
                      </a:solidFill>
                      <a:prstDash val="solid"/>
                      <a:round/>
                      <a:headEnd type="none" w="med" len="med"/>
                      <a:tailEnd type="none" w="med" len="med"/>
                    </a:lnT>
                    <a:lnB w="12700" cap="flat" cmpd="sng" algn="ctr">
                      <a:solidFill>
                        <a:srgbClr val="C76402"/>
                      </a:solidFill>
                      <a:prstDash val="solid"/>
                      <a:round/>
                      <a:headEnd type="none" w="med" len="med"/>
                      <a:tailEnd type="none" w="med" len="med"/>
                    </a:lnB>
                    <a:lnTlToBr>
                      <a:noFill/>
                    </a:lnTlToBr>
                    <a:lnBlToTr>
                      <a:noFill/>
                    </a:lnBlToTr>
                    <a:solidFill>
                      <a:srgbClr val="C76402">
                        <a:alpha val="20000"/>
                      </a:srgbClr>
                    </a:solidFill>
                  </a:tcPr>
                </a:tc>
                <a:tc>
                  <a:txBody>
                    <a:bodyPr/>
                    <a:lstStyle>
                      <a:lvl1pPr eaLnBrk="0" hangingPunct="0">
                        <a:spcBef>
                          <a:spcPts val="1800"/>
                        </a:spcBef>
                        <a:buClr>
                          <a:schemeClr val="accent1"/>
                        </a:buClr>
                        <a:buSzPct val="100000"/>
                        <a:buFont typeface="Wingdings 2" pitchFamily="-65" charset="2"/>
                        <a:defRPr>
                          <a:solidFill>
                            <a:schemeClr val="tx2"/>
                          </a:solidFill>
                          <a:latin typeface="Arial" charset="0"/>
                          <a:ea typeface="ＭＳ Ｐゴシック" pitchFamily="-65" charset="-128"/>
                        </a:defRPr>
                      </a:lvl1pPr>
                      <a:lvl2pPr marL="37931725" indent="-37474525" eaLnBrk="0" hangingPunct="0">
                        <a:spcBef>
                          <a:spcPts val="600"/>
                        </a:spcBef>
                        <a:buClr>
                          <a:srgbClr val="031B3C"/>
                        </a:buClr>
                        <a:buSzPct val="100000"/>
                        <a:buFont typeface="Wingdings 2" pitchFamily="-65" charset="2"/>
                        <a:defRPr sz="1600">
                          <a:solidFill>
                            <a:schemeClr val="tx2"/>
                          </a:solidFill>
                          <a:latin typeface="Arial" charset="0"/>
                          <a:ea typeface="ＭＳ Ｐゴシック" pitchFamily="-65" charset="-128"/>
                        </a:defRPr>
                      </a:lvl2pPr>
                      <a:lvl3pPr eaLnBrk="0" hangingPunct="0">
                        <a:spcBef>
                          <a:spcPts val="600"/>
                        </a:spcBef>
                        <a:defRPr sz="1600">
                          <a:solidFill>
                            <a:schemeClr val="tx2"/>
                          </a:solidFill>
                          <a:latin typeface="Arial" charset="0"/>
                          <a:ea typeface="ＭＳ Ｐゴシック" pitchFamily="-65" charset="-128"/>
                        </a:defRPr>
                      </a:lvl3pPr>
                      <a:lvl4pPr eaLnBrk="0" hangingPunct="0">
                        <a:spcBef>
                          <a:spcPts val="600"/>
                        </a:spcBef>
                        <a:defRPr sz="1600">
                          <a:solidFill>
                            <a:schemeClr val="tx2"/>
                          </a:solidFill>
                          <a:latin typeface="Arial" charset="0"/>
                          <a:ea typeface="ＭＳ Ｐゴシック" pitchFamily="-65" charset="-128"/>
                        </a:defRPr>
                      </a:lvl4pPr>
                      <a:lvl5pPr eaLnBrk="0" hangingPunct="0">
                        <a:spcBef>
                          <a:spcPts val="600"/>
                        </a:spcBef>
                        <a:defRPr sz="1600">
                          <a:solidFill>
                            <a:schemeClr val="tx2"/>
                          </a:solidFill>
                          <a:latin typeface="Arial" charset="0"/>
                          <a:ea typeface="ＭＳ Ｐゴシック" pitchFamily="-65" charset="-128"/>
                        </a:defRPr>
                      </a:lvl5pPr>
                      <a:lvl6pPr marL="457200" eaLnBrk="0" fontAlgn="base" hangingPunct="0">
                        <a:spcBef>
                          <a:spcPts val="600"/>
                        </a:spcBef>
                        <a:spcAft>
                          <a:spcPct val="0"/>
                        </a:spcAft>
                        <a:defRPr sz="1600">
                          <a:solidFill>
                            <a:schemeClr val="tx2"/>
                          </a:solidFill>
                          <a:latin typeface="Arial" charset="0"/>
                          <a:ea typeface="ＭＳ Ｐゴシック" pitchFamily="-65" charset="-128"/>
                        </a:defRPr>
                      </a:lvl6pPr>
                      <a:lvl7pPr marL="914400" eaLnBrk="0" fontAlgn="base" hangingPunct="0">
                        <a:spcBef>
                          <a:spcPts val="600"/>
                        </a:spcBef>
                        <a:spcAft>
                          <a:spcPct val="0"/>
                        </a:spcAft>
                        <a:defRPr sz="1600">
                          <a:solidFill>
                            <a:schemeClr val="tx2"/>
                          </a:solidFill>
                          <a:latin typeface="Arial" charset="0"/>
                          <a:ea typeface="ＭＳ Ｐゴシック" pitchFamily="-65" charset="-128"/>
                        </a:defRPr>
                      </a:lvl7pPr>
                      <a:lvl8pPr marL="1371600" eaLnBrk="0" fontAlgn="base" hangingPunct="0">
                        <a:spcBef>
                          <a:spcPts val="600"/>
                        </a:spcBef>
                        <a:spcAft>
                          <a:spcPct val="0"/>
                        </a:spcAft>
                        <a:defRPr sz="1600">
                          <a:solidFill>
                            <a:schemeClr val="tx2"/>
                          </a:solidFill>
                          <a:latin typeface="Arial" charset="0"/>
                          <a:ea typeface="ＭＳ Ｐゴシック" pitchFamily="-65" charset="-128"/>
                        </a:defRPr>
                      </a:lvl8pPr>
                      <a:lvl9pPr marL="1828800" eaLnBrk="0" fontAlgn="base" hangingPunct="0">
                        <a:spcBef>
                          <a:spcPts val="600"/>
                        </a:spcBef>
                        <a:spcAft>
                          <a:spcPct val="0"/>
                        </a:spcAft>
                        <a:defRPr sz="1600">
                          <a:solidFill>
                            <a:schemeClr val="tx2"/>
                          </a:solidFill>
                          <a:latin typeface="Arial" charset="0"/>
                          <a:ea typeface="ＭＳ Ｐゴシック" pitchFamily="-65"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itchFamily="-65" charset="0"/>
                          <a:ea typeface="ＭＳ Ｐゴシック" pitchFamily="-65" charset="-128"/>
                          <a:cs typeface="Times New Roman" pitchFamily="-65" charset="0"/>
                        </a:rPr>
                        <a:t>0.008</a:t>
                      </a:r>
                    </a:p>
                  </a:txBody>
                  <a:tcPr horzOverflow="overflow">
                    <a:lnL w="12700" cap="flat" cmpd="sng" algn="ctr">
                      <a:solidFill>
                        <a:srgbClr val="C76402"/>
                      </a:solidFill>
                      <a:prstDash val="solid"/>
                      <a:round/>
                      <a:headEnd type="none" w="med" len="med"/>
                      <a:tailEnd type="none" w="med" len="med"/>
                    </a:lnL>
                    <a:lnR w="12700" cap="flat" cmpd="sng" algn="ctr">
                      <a:solidFill>
                        <a:srgbClr val="C76402"/>
                      </a:solidFill>
                      <a:prstDash val="solid"/>
                      <a:round/>
                      <a:headEnd type="none" w="med" len="med"/>
                      <a:tailEnd type="none" w="med" len="med"/>
                    </a:lnR>
                    <a:lnT w="25400" cap="flat" cmpd="sng" algn="ctr">
                      <a:solidFill>
                        <a:srgbClr val="C76402"/>
                      </a:solidFill>
                      <a:prstDash val="solid"/>
                      <a:round/>
                      <a:headEnd type="none" w="med" len="med"/>
                      <a:tailEnd type="none" w="med" len="med"/>
                    </a:lnT>
                    <a:lnB w="12700" cap="flat" cmpd="sng" algn="ctr">
                      <a:solidFill>
                        <a:srgbClr val="C76402"/>
                      </a:solidFill>
                      <a:prstDash val="solid"/>
                      <a:round/>
                      <a:headEnd type="none" w="med" len="med"/>
                      <a:tailEnd type="none" w="med" len="med"/>
                    </a:lnB>
                    <a:lnTlToBr>
                      <a:noFill/>
                    </a:lnTlToBr>
                    <a:lnBlToTr>
                      <a:noFill/>
                    </a:lnBlToTr>
                    <a:solidFill>
                      <a:srgbClr val="C76402">
                        <a:alpha val="20000"/>
                      </a:srgbClr>
                    </a:solidFill>
                  </a:tcPr>
                </a:tc>
                <a:tc>
                  <a:txBody>
                    <a:bodyPr/>
                    <a:lstStyle>
                      <a:lvl1pPr eaLnBrk="0" hangingPunct="0">
                        <a:spcBef>
                          <a:spcPts val="1800"/>
                        </a:spcBef>
                        <a:buClr>
                          <a:schemeClr val="accent1"/>
                        </a:buClr>
                        <a:buSzPct val="100000"/>
                        <a:buFont typeface="Wingdings 2" pitchFamily="-65" charset="2"/>
                        <a:defRPr>
                          <a:solidFill>
                            <a:schemeClr val="tx2"/>
                          </a:solidFill>
                          <a:latin typeface="Arial" charset="0"/>
                          <a:ea typeface="ＭＳ Ｐゴシック" pitchFamily="-65" charset="-128"/>
                        </a:defRPr>
                      </a:lvl1pPr>
                      <a:lvl2pPr marL="37931725" indent="-37474525" eaLnBrk="0" hangingPunct="0">
                        <a:spcBef>
                          <a:spcPts val="600"/>
                        </a:spcBef>
                        <a:buClr>
                          <a:srgbClr val="031B3C"/>
                        </a:buClr>
                        <a:buSzPct val="100000"/>
                        <a:buFont typeface="Wingdings 2" pitchFamily="-65" charset="2"/>
                        <a:defRPr sz="1600">
                          <a:solidFill>
                            <a:schemeClr val="tx2"/>
                          </a:solidFill>
                          <a:latin typeface="Arial" charset="0"/>
                          <a:ea typeface="ＭＳ Ｐゴシック" pitchFamily="-65" charset="-128"/>
                        </a:defRPr>
                      </a:lvl2pPr>
                      <a:lvl3pPr eaLnBrk="0" hangingPunct="0">
                        <a:spcBef>
                          <a:spcPts val="600"/>
                        </a:spcBef>
                        <a:defRPr sz="1600">
                          <a:solidFill>
                            <a:schemeClr val="tx2"/>
                          </a:solidFill>
                          <a:latin typeface="Arial" charset="0"/>
                          <a:ea typeface="ＭＳ Ｐゴシック" pitchFamily="-65" charset="-128"/>
                        </a:defRPr>
                      </a:lvl3pPr>
                      <a:lvl4pPr eaLnBrk="0" hangingPunct="0">
                        <a:spcBef>
                          <a:spcPts val="600"/>
                        </a:spcBef>
                        <a:defRPr sz="1600">
                          <a:solidFill>
                            <a:schemeClr val="tx2"/>
                          </a:solidFill>
                          <a:latin typeface="Arial" charset="0"/>
                          <a:ea typeface="ＭＳ Ｐゴシック" pitchFamily="-65" charset="-128"/>
                        </a:defRPr>
                      </a:lvl4pPr>
                      <a:lvl5pPr eaLnBrk="0" hangingPunct="0">
                        <a:spcBef>
                          <a:spcPts val="600"/>
                        </a:spcBef>
                        <a:defRPr sz="1600">
                          <a:solidFill>
                            <a:schemeClr val="tx2"/>
                          </a:solidFill>
                          <a:latin typeface="Arial" charset="0"/>
                          <a:ea typeface="ＭＳ Ｐゴシック" pitchFamily="-65" charset="-128"/>
                        </a:defRPr>
                      </a:lvl5pPr>
                      <a:lvl6pPr marL="457200" eaLnBrk="0" fontAlgn="base" hangingPunct="0">
                        <a:spcBef>
                          <a:spcPts val="600"/>
                        </a:spcBef>
                        <a:spcAft>
                          <a:spcPct val="0"/>
                        </a:spcAft>
                        <a:defRPr sz="1600">
                          <a:solidFill>
                            <a:schemeClr val="tx2"/>
                          </a:solidFill>
                          <a:latin typeface="Arial" charset="0"/>
                          <a:ea typeface="ＭＳ Ｐゴシック" pitchFamily="-65" charset="-128"/>
                        </a:defRPr>
                      </a:lvl6pPr>
                      <a:lvl7pPr marL="914400" eaLnBrk="0" fontAlgn="base" hangingPunct="0">
                        <a:spcBef>
                          <a:spcPts val="600"/>
                        </a:spcBef>
                        <a:spcAft>
                          <a:spcPct val="0"/>
                        </a:spcAft>
                        <a:defRPr sz="1600">
                          <a:solidFill>
                            <a:schemeClr val="tx2"/>
                          </a:solidFill>
                          <a:latin typeface="Arial" charset="0"/>
                          <a:ea typeface="ＭＳ Ｐゴシック" pitchFamily="-65" charset="-128"/>
                        </a:defRPr>
                      </a:lvl7pPr>
                      <a:lvl8pPr marL="1371600" eaLnBrk="0" fontAlgn="base" hangingPunct="0">
                        <a:spcBef>
                          <a:spcPts val="600"/>
                        </a:spcBef>
                        <a:spcAft>
                          <a:spcPct val="0"/>
                        </a:spcAft>
                        <a:defRPr sz="1600">
                          <a:solidFill>
                            <a:schemeClr val="tx2"/>
                          </a:solidFill>
                          <a:latin typeface="Arial" charset="0"/>
                          <a:ea typeface="ＭＳ Ｐゴシック" pitchFamily="-65" charset="-128"/>
                        </a:defRPr>
                      </a:lvl8pPr>
                      <a:lvl9pPr marL="1828800" eaLnBrk="0" fontAlgn="base" hangingPunct="0">
                        <a:spcBef>
                          <a:spcPts val="600"/>
                        </a:spcBef>
                        <a:spcAft>
                          <a:spcPct val="0"/>
                        </a:spcAft>
                        <a:defRPr sz="1600">
                          <a:solidFill>
                            <a:schemeClr val="tx2"/>
                          </a:solidFill>
                          <a:latin typeface="Arial" charset="0"/>
                          <a:ea typeface="ＭＳ Ｐゴシック" pitchFamily="-65"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itchFamily="-65" charset="0"/>
                          <a:ea typeface="ＭＳ Ｐゴシック" pitchFamily="-65" charset="-128"/>
                          <a:cs typeface="Times New Roman" pitchFamily="-65" charset="0"/>
                        </a:rPr>
                        <a:t>0.012</a:t>
                      </a:r>
                    </a:p>
                  </a:txBody>
                  <a:tcPr horzOverflow="overflow">
                    <a:lnL w="12700" cap="flat" cmpd="sng" algn="ctr">
                      <a:solidFill>
                        <a:srgbClr val="C76402"/>
                      </a:solidFill>
                      <a:prstDash val="solid"/>
                      <a:round/>
                      <a:headEnd type="none" w="med" len="med"/>
                      <a:tailEnd type="none" w="med" len="med"/>
                    </a:lnL>
                    <a:lnR w="12700" cap="flat" cmpd="sng" algn="ctr">
                      <a:solidFill>
                        <a:srgbClr val="C76402"/>
                      </a:solidFill>
                      <a:prstDash val="solid"/>
                      <a:round/>
                      <a:headEnd type="none" w="med" len="med"/>
                      <a:tailEnd type="none" w="med" len="med"/>
                    </a:lnR>
                    <a:lnT w="25400" cap="flat" cmpd="sng" algn="ctr">
                      <a:solidFill>
                        <a:srgbClr val="C76402"/>
                      </a:solidFill>
                      <a:prstDash val="solid"/>
                      <a:round/>
                      <a:headEnd type="none" w="med" len="med"/>
                      <a:tailEnd type="none" w="med" len="med"/>
                    </a:lnT>
                    <a:lnB w="12700" cap="flat" cmpd="sng" algn="ctr">
                      <a:solidFill>
                        <a:srgbClr val="C76402"/>
                      </a:solidFill>
                      <a:prstDash val="solid"/>
                      <a:round/>
                      <a:headEnd type="none" w="med" len="med"/>
                      <a:tailEnd type="none" w="med" len="med"/>
                    </a:lnB>
                    <a:lnTlToBr>
                      <a:noFill/>
                    </a:lnTlToBr>
                    <a:lnBlToTr>
                      <a:noFill/>
                    </a:lnBlToTr>
                    <a:solidFill>
                      <a:srgbClr val="C76402">
                        <a:alpha val="20000"/>
                      </a:srgbClr>
                    </a:solidFill>
                  </a:tcPr>
                </a:tc>
                <a:tc>
                  <a:txBody>
                    <a:bodyPr/>
                    <a:lstStyle>
                      <a:lvl1pPr eaLnBrk="0" hangingPunct="0">
                        <a:spcBef>
                          <a:spcPts val="1800"/>
                        </a:spcBef>
                        <a:buClr>
                          <a:schemeClr val="accent1"/>
                        </a:buClr>
                        <a:buSzPct val="100000"/>
                        <a:buFont typeface="Wingdings 2" pitchFamily="-65" charset="2"/>
                        <a:defRPr>
                          <a:solidFill>
                            <a:schemeClr val="tx2"/>
                          </a:solidFill>
                          <a:latin typeface="Arial" charset="0"/>
                          <a:ea typeface="ＭＳ Ｐゴシック" pitchFamily="-65" charset="-128"/>
                        </a:defRPr>
                      </a:lvl1pPr>
                      <a:lvl2pPr marL="37931725" indent="-37474525" eaLnBrk="0" hangingPunct="0">
                        <a:spcBef>
                          <a:spcPts val="600"/>
                        </a:spcBef>
                        <a:buClr>
                          <a:srgbClr val="031B3C"/>
                        </a:buClr>
                        <a:buSzPct val="100000"/>
                        <a:buFont typeface="Wingdings 2" pitchFamily="-65" charset="2"/>
                        <a:defRPr sz="1600">
                          <a:solidFill>
                            <a:schemeClr val="tx2"/>
                          </a:solidFill>
                          <a:latin typeface="Arial" charset="0"/>
                          <a:ea typeface="ＭＳ Ｐゴシック" pitchFamily="-65" charset="-128"/>
                        </a:defRPr>
                      </a:lvl2pPr>
                      <a:lvl3pPr eaLnBrk="0" hangingPunct="0">
                        <a:spcBef>
                          <a:spcPts val="600"/>
                        </a:spcBef>
                        <a:defRPr sz="1600">
                          <a:solidFill>
                            <a:schemeClr val="tx2"/>
                          </a:solidFill>
                          <a:latin typeface="Arial" charset="0"/>
                          <a:ea typeface="ＭＳ Ｐゴシック" pitchFamily="-65" charset="-128"/>
                        </a:defRPr>
                      </a:lvl3pPr>
                      <a:lvl4pPr eaLnBrk="0" hangingPunct="0">
                        <a:spcBef>
                          <a:spcPts val="600"/>
                        </a:spcBef>
                        <a:defRPr sz="1600">
                          <a:solidFill>
                            <a:schemeClr val="tx2"/>
                          </a:solidFill>
                          <a:latin typeface="Arial" charset="0"/>
                          <a:ea typeface="ＭＳ Ｐゴシック" pitchFamily="-65" charset="-128"/>
                        </a:defRPr>
                      </a:lvl4pPr>
                      <a:lvl5pPr eaLnBrk="0" hangingPunct="0">
                        <a:spcBef>
                          <a:spcPts val="600"/>
                        </a:spcBef>
                        <a:defRPr sz="1600">
                          <a:solidFill>
                            <a:schemeClr val="tx2"/>
                          </a:solidFill>
                          <a:latin typeface="Arial" charset="0"/>
                          <a:ea typeface="ＭＳ Ｐゴシック" pitchFamily="-65" charset="-128"/>
                        </a:defRPr>
                      </a:lvl5pPr>
                      <a:lvl6pPr marL="457200" eaLnBrk="0" fontAlgn="base" hangingPunct="0">
                        <a:spcBef>
                          <a:spcPts val="600"/>
                        </a:spcBef>
                        <a:spcAft>
                          <a:spcPct val="0"/>
                        </a:spcAft>
                        <a:defRPr sz="1600">
                          <a:solidFill>
                            <a:schemeClr val="tx2"/>
                          </a:solidFill>
                          <a:latin typeface="Arial" charset="0"/>
                          <a:ea typeface="ＭＳ Ｐゴシック" pitchFamily="-65" charset="-128"/>
                        </a:defRPr>
                      </a:lvl6pPr>
                      <a:lvl7pPr marL="914400" eaLnBrk="0" fontAlgn="base" hangingPunct="0">
                        <a:spcBef>
                          <a:spcPts val="600"/>
                        </a:spcBef>
                        <a:spcAft>
                          <a:spcPct val="0"/>
                        </a:spcAft>
                        <a:defRPr sz="1600">
                          <a:solidFill>
                            <a:schemeClr val="tx2"/>
                          </a:solidFill>
                          <a:latin typeface="Arial" charset="0"/>
                          <a:ea typeface="ＭＳ Ｐゴシック" pitchFamily="-65" charset="-128"/>
                        </a:defRPr>
                      </a:lvl7pPr>
                      <a:lvl8pPr marL="1371600" eaLnBrk="0" fontAlgn="base" hangingPunct="0">
                        <a:spcBef>
                          <a:spcPts val="600"/>
                        </a:spcBef>
                        <a:spcAft>
                          <a:spcPct val="0"/>
                        </a:spcAft>
                        <a:defRPr sz="1600">
                          <a:solidFill>
                            <a:schemeClr val="tx2"/>
                          </a:solidFill>
                          <a:latin typeface="Arial" charset="0"/>
                          <a:ea typeface="ＭＳ Ｐゴシック" pitchFamily="-65" charset="-128"/>
                        </a:defRPr>
                      </a:lvl8pPr>
                      <a:lvl9pPr marL="1828800" eaLnBrk="0" fontAlgn="base" hangingPunct="0">
                        <a:spcBef>
                          <a:spcPts val="600"/>
                        </a:spcBef>
                        <a:spcAft>
                          <a:spcPct val="0"/>
                        </a:spcAft>
                        <a:defRPr sz="1600">
                          <a:solidFill>
                            <a:schemeClr val="tx2"/>
                          </a:solidFill>
                          <a:latin typeface="Arial" charset="0"/>
                          <a:ea typeface="ＭＳ Ｐゴシック" pitchFamily="-65"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itchFamily="-65" charset="0"/>
                          <a:ea typeface="ＭＳ Ｐゴシック" pitchFamily="-65" charset="-128"/>
                        </a:rPr>
                        <a:t>0.020</a:t>
                      </a:r>
                      <a:endParaRPr kumimoji="0" lang="en-US" altLang="en-US" sz="1600" b="0" i="0" u="none" strike="noStrike" cap="none" normalizeH="0" baseline="0" dirty="0">
                        <a:ln>
                          <a:noFill/>
                        </a:ln>
                        <a:solidFill>
                          <a:schemeClr val="tx1"/>
                        </a:solidFill>
                        <a:effectLst/>
                        <a:latin typeface="Times New Roman" pitchFamily="-65" charset="0"/>
                        <a:ea typeface="Zapf Dingbats" pitchFamily="-65" charset="2"/>
                      </a:endParaRPr>
                    </a:p>
                  </a:txBody>
                  <a:tcPr horzOverflow="overflow">
                    <a:lnL w="12700" cap="flat" cmpd="sng" algn="ctr">
                      <a:solidFill>
                        <a:srgbClr val="C76402"/>
                      </a:solidFill>
                      <a:prstDash val="solid"/>
                      <a:round/>
                      <a:headEnd type="none" w="med" len="med"/>
                      <a:tailEnd type="none" w="med" len="med"/>
                    </a:lnL>
                    <a:lnR w="12700" cap="flat" cmpd="sng" algn="ctr">
                      <a:solidFill>
                        <a:srgbClr val="C76402"/>
                      </a:solidFill>
                      <a:prstDash val="solid"/>
                      <a:round/>
                      <a:headEnd type="none" w="med" len="med"/>
                      <a:tailEnd type="none" w="med" len="med"/>
                    </a:lnR>
                    <a:lnT w="25400" cap="flat" cmpd="sng" algn="ctr">
                      <a:solidFill>
                        <a:srgbClr val="C76402"/>
                      </a:solidFill>
                      <a:prstDash val="solid"/>
                      <a:round/>
                      <a:headEnd type="none" w="med" len="med"/>
                      <a:tailEnd type="none" w="med" len="med"/>
                    </a:lnT>
                    <a:lnB w="12700" cap="flat" cmpd="sng" algn="ctr">
                      <a:solidFill>
                        <a:srgbClr val="C76402"/>
                      </a:solidFill>
                      <a:prstDash val="solid"/>
                      <a:round/>
                      <a:headEnd type="none" w="med" len="med"/>
                      <a:tailEnd type="none" w="med" len="med"/>
                    </a:lnB>
                    <a:lnTlToBr>
                      <a:noFill/>
                    </a:lnTlToBr>
                    <a:lnBlToTr>
                      <a:noFill/>
                    </a:lnBlToTr>
                    <a:solidFill>
                      <a:srgbClr val="C76402">
                        <a:alpha val="20000"/>
                      </a:srgbClr>
                    </a:solidFill>
                  </a:tcPr>
                </a:tc>
                <a:tc>
                  <a:txBody>
                    <a:bodyPr/>
                    <a:lstStyle>
                      <a:lvl1pPr eaLnBrk="0" hangingPunct="0">
                        <a:spcBef>
                          <a:spcPts val="1800"/>
                        </a:spcBef>
                        <a:buClr>
                          <a:schemeClr val="accent1"/>
                        </a:buClr>
                        <a:buSzPct val="100000"/>
                        <a:buFont typeface="Wingdings 2" pitchFamily="-65" charset="2"/>
                        <a:defRPr>
                          <a:solidFill>
                            <a:schemeClr val="tx2"/>
                          </a:solidFill>
                          <a:latin typeface="Arial" charset="0"/>
                          <a:ea typeface="ＭＳ Ｐゴシック" pitchFamily="-65" charset="-128"/>
                        </a:defRPr>
                      </a:lvl1pPr>
                      <a:lvl2pPr marL="37931725" indent="-37474525" eaLnBrk="0" hangingPunct="0">
                        <a:spcBef>
                          <a:spcPts val="600"/>
                        </a:spcBef>
                        <a:buClr>
                          <a:srgbClr val="031B3C"/>
                        </a:buClr>
                        <a:buSzPct val="100000"/>
                        <a:buFont typeface="Wingdings 2" pitchFamily="-65" charset="2"/>
                        <a:defRPr sz="1600">
                          <a:solidFill>
                            <a:schemeClr val="tx2"/>
                          </a:solidFill>
                          <a:latin typeface="Arial" charset="0"/>
                          <a:ea typeface="ＭＳ Ｐゴシック" pitchFamily="-65" charset="-128"/>
                        </a:defRPr>
                      </a:lvl2pPr>
                      <a:lvl3pPr eaLnBrk="0" hangingPunct="0">
                        <a:spcBef>
                          <a:spcPts val="600"/>
                        </a:spcBef>
                        <a:defRPr sz="1600">
                          <a:solidFill>
                            <a:schemeClr val="tx2"/>
                          </a:solidFill>
                          <a:latin typeface="Arial" charset="0"/>
                          <a:ea typeface="ＭＳ Ｐゴシック" pitchFamily="-65" charset="-128"/>
                        </a:defRPr>
                      </a:lvl3pPr>
                      <a:lvl4pPr eaLnBrk="0" hangingPunct="0">
                        <a:spcBef>
                          <a:spcPts val="600"/>
                        </a:spcBef>
                        <a:defRPr sz="1600">
                          <a:solidFill>
                            <a:schemeClr val="tx2"/>
                          </a:solidFill>
                          <a:latin typeface="Arial" charset="0"/>
                          <a:ea typeface="ＭＳ Ｐゴシック" pitchFamily="-65" charset="-128"/>
                        </a:defRPr>
                      </a:lvl4pPr>
                      <a:lvl5pPr eaLnBrk="0" hangingPunct="0">
                        <a:spcBef>
                          <a:spcPts val="600"/>
                        </a:spcBef>
                        <a:defRPr sz="1600">
                          <a:solidFill>
                            <a:schemeClr val="tx2"/>
                          </a:solidFill>
                          <a:latin typeface="Arial" charset="0"/>
                          <a:ea typeface="ＭＳ Ｐゴシック" pitchFamily="-65" charset="-128"/>
                        </a:defRPr>
                      </a:lvl5pPr>
                      <a:lvl6pPr marL="457200" eaLnBrk="0" fontAlgn="base" hangingPunct="0">
                        <a:spcBef>
                          <a:spcPts val="600"/>
                        </a:spcBef>
                        <a:spcAft>
                          <a:spcPct val="0"/>
                        </a:spcAft>
                        <a:defRPr sz="1600">
                          <a:solidFill>
                            <a:schemeClr val="tx2"/>
                          </a:solidFill>
                          <a:latin typeface="Arial" charset="0"/>
                          <a:ea typeface="ＭＳ Ｐゴシック" pitchFamily="-65" charset="-128"/>
                        </a:defRPr>
                      </a:lvl6pPr>
                      <a:lvl7pPr marL="914400" eaLnBrk="0" fontAlgn="base" hangingPunct="0">
                        <a:spcBef>
                          <a:spcPts val="600"/>
                        </a:spcBef>
                        <a:spcAft>
                          <a:spcPct val="0"/>
                        </a:spcAft>
                        <a:defRPr sz="1600">
                          <a:solidFill>
                            <a:schemeClr val="tx2"/>
                          </a:solidFill>
                          <a:latin typeface="Arial" charset="0"/>
                          <a:ea typeface="ＭＳ Ｐゴシック" pitchFamily="-65" charset="-128"/>
                        </a:defRPr>
                      </a:lvl7pPr>
                      <a:lvl8pPr marL="1371600" eaLnBrk="0" fontAlgn="base" hangingPunct="0">
                        <a:spcBef>
                          <a:spcPts val="600"/>
                        </a:spcBef>
                        <a:spcAft>
                          <a:spcPct val="0"/>
                        </a:spcAft>
                        <a:defRPr sz="1600">
                          <a:solidFill>
                            <a:schemeClr val="tx2"/>
                          </a:solidFill>
                          <a:latin typeface="Arial" charset="0"/>
                          <a:ea typeface="ＭＳ Ｐゴシック" pitchFamily="-65" charset="-128"/>
                        </a:defRPr>
                      </a:lvl8pPr>
                      <a:lvl9pPr marL="1828800" eaLnBrk="0" fontAlgn="base" hangingPunct="0">
                        <a:spcBef>
                          <a:spcPts val="600"/>
                        </a:spcBef>
                        <a:spcAft>
                          <a:spcPct val="0"/>
                        </a:spcAft>
                        <a:defRPr sz="1600">
                          <a:solidFill>
                            <a:schemeClr val="tx2"/>
                          </a:solidFill>
                          <a:latin typeface="Arial" charset="0"/>
                          <a:ea typeface="ＭＳ Ｐゴシック" pitchFamily="-65"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itchFamily="-65" charset="0"/>
                          <a:ea typeface="ＭＳ Ｐゴシック" pitchFamily="-65" charset="-128"/>
                          <a:cs typeface="Times New Roman" pitchFamily="-65" charset="0"/>
                        </a:rPr>
                        <a:t>0.038</a:t>
                      </a:r>
                    </a:p>
                  </a:txBody>
                  <a:tcPr horzOverflow="overflow">
                    <a:lnL w="12700" cap="flat" cmpd="sng" algn="ctr">
                      <a:solidFill>
                        <a:srgbClr val="C76402"/>
                      </a:solidFill>
                      <a:prstDash val="solid"/>
                      <a:round/>
                      <a:headEnd type="none" w="med" len="med"/>
                      <a:tailEnd type="none" w="med" len="med"/>
                    </a:lnL>
                    <a:lnR w="12700" cap="flat" cmpd="sng" algn="ctr">
                      <a:solidFill>
                        <a:srgbClr val="C76402"/>
                      </a:solidFill>
                      <a:prstDash val="solid"/>
                      <a:round/>
                      <a:headEnd type="none" w="med" len="med"/>
                      <a:tailEnd type="none" w="med" len="med"/>
                    </a:lnR>
                    <a:lnT w="25400" cap="flat" cmpd="sng" algn="ctr">
                      <a:solidFill>
                        <a:srgbClr val="C76402"/>
                      </a:solidFill>
                      <a:prstDash val="solid"/>
                      <a:round/>
                      <a:headEnd type="none" w="med" len="med"/>
                      <a:tailEnd type="none" w="med" len="med"/>
                    </a:lnT>
                    <a:lnB w="12700" cap="flat" cmpd="sng" algn="ctr">
                      <a:solidFill>
                        <a:srgbClr val="C76402"/>
                      </a:solidFill>
                      <a:prstDash val="solid"/>
                      <a:round/>
                      <a:headEnd type="none" w="med" len="med"/>
                      <a:tailEnd type="none" w="med" len="med"/>
                    </a:lnB>
                    <a:lnTlToBr>
                      <a:noFill/>
                    </a:lnTlToBr>
                    <a:lnBlToTr>
                      <a:noFill/>
                    </a:lnBlToTr>
                    <a:solidFill>
                      <a:srgbClr val="C76402">
                        <a:alpha val="20000"/>
                      </a:srgbClr>
                    </a:solidFill>
                  </a:tcPr>
                </a:tc>
                <a:tc>
                  <a:txBody>
                    <a:bodyPr/>
                    <a:lstStyle>
                      <a:lvl1pPr eaLnBrk="0" hangingPunct="0">
                        <a:spcBef>
                          <a:spcPts val="1800"/>
                        </a:spcBef>
                        <a:buClr>
                          <a:schemeClr val="accent1"/>
                        </a:buClr>
                        <a:buSzPct val="100000"/>
                        <a:buFont typeface="Wingdings 2" pitchFamily="-65" charset="2"/>
                        <a:defRPr>
                          <a:solidFill>
                            <a:schemeClr val="tx2"/>
                          </a:solidFill>
                          <a:latin typeface="Arial" charset="0"/>
                          <a:ea typeface="ＭＳ Ｐゴシック" pitchFamily="-65" charset="-128"/>
                        </a:defRPr>
                      </a:lvl1pPr>
                      <a:lvl2pPr marL="37931725" indent="-37474525" eaLnBrk="0" hangingPunct="0">
                        <a:spcBef>
                          <a:spcPts val="600"/>
                        </a:spcBef>
                        <a:buClr>
                          <a:srgbClr val="031B3C"/>
                        </a:buClr>
                        <a:buSzPct val="100000"/>
                        <a:buFont typeface="Wingdings 2" pitchFamily="-65" charset="2"/>
                        <a:defRPr sz="1600">
                          <a:solidFill>
                            <a:schemeClr val="tx2"/>
                          </a:solidFill>
                          <a:latin typeface="Arial" charset="0"/>
                          <a:ea typeface="ＭＳ Ｐゴシック" pitchFamily="-65" charset="-128"/>
                        </a:defRPr>
                      </a:lvl2pPr>
                      <a:lvl3pPr eaLnBrk="0" hangingPunct="0">
                        <a:spcBef>
                          <a:spcPts val="600"/>
                        </a:spcBef>
                        <a:defRPr sz="1600">
                          <a:solidFill>
                            <a:schemeClr val="tx2"/>
                          </a:solidFill>
                          <a:latin typeface="Arial" charset="0"/>
                          <a:ea typeface="ＭＳ Ｐゴシック" pitchFamily="-65" charset="-128"/>
                        </a:defRPr>
                      </a:lvl3pPr>
                      <a:lvl4pPr eaLnBrk="0" hangingPunct="0">
                        <a:spcBef>
                          <a:spcPts val="600"/>
                        </a:spcBef>
                        <a:defRPr sz="1600">
                          <a:solidFill>
                            <a:schemeClr val="tx2"/>
                          </a:solidFill>
                          <a:latin typeface="Arial" charset="0"/>
                          <a:ea typeface="ＭＳ Ｐゴシック" pitchFamily="-65" charset="-128"/>
                        </a:defRPr>
                      </a:lvl4pPr>
                      <a:lvl5pPr eaLnBrk="0" hangingPunct="0">
                        <a:spcBef>
                          <a:spcPts val="600"/>
                        </a:spcBef>
                        <a:defRPr sz="1600">
                          <a:solidFill>
                            <a:schemeClr val="tx2"/>
                          </a:solidFill>
                          <a:latin typeface="Arial" charset="0"/>
                          <a:ea typeface="ＭＳ Ｐゴシック" pitchFamily="-65" charset="-128"/>
                        </a:defRPr>
                      </a:lvl5pPr>
                      <a:lvl6pPr marL="457200" eaLnBrk="0" fontAlgn="base" hangingPunct="0">
                        <a:spcBef>
                          <a:spcPts val="600"/>
                        </a:spcBef>
                        <a:spcAft>
                          <a:spcPct val="0"/>
                        </a:spcAft>
                        <a:defRPr sz="1600">
                          <a:solidFill>
                            <a:schemeClr val="tx2"/>
                          </a:solidFill>
                          <a:latin typeface="Arial" charset="0"/>
                          <a:ea typeface="ＭＳ Ｐゴシック" pitchFamily="-65" charset="-128"/>
                        </a:defRPr>
                      </a:lvl6pPr>
                      <a:lvl7pPr marL="914400" eaLnBrk="0" fontAlgn="base" hangingPunct="0">
                        <a:spcBef>
                          <a:spcPts val="600"/>
                        </a:spcBef>
                        <a:spcAft>
                          <a:spcPct val="0"/>
                        </a:spcAft>
                        <a:defRPr sz="1600">
                          <a:solidFill>
                            <a:schemeClr val="tx2"/>
                          </a:solidFill>
                          <a:latin typeface="Arial" charset="0"/>
                          <a:ea typeface="ＭＳ Ｐゴシック" pitchFamily="-65" charset="-128"/>
                        </a:defRPr>
                      </a:lvl7pPr>
                      <a:lvl8pPr marL="1371600" eaLnBrk="0" fontAlgn="base" hangingPunct="0">
                        <a:spcBef>
                          <a:spcPts val="600"/>
                        </a:spcBef>
                        <a:spcAft>
                          <a:spcPct val="0"/>
                        </a:spcAft>
                        <a:defRPr sz="1600">
                          <a:solidFill>
                            <a:schemeClr val="tx2"/>
                          </a:solidFill>
                          <a:latin typeface="Arial" charset="0"/>
                          <a:ea typeface="ＭＳ Ｐゴシック" pitchFamily="-65" charset="-128"/>
                        </a:defRPr>
                      </a:lvl8pPr>
                      <a:lvl9pPr marL="1828800" eaLnBrk="0" fontAlgn="base" hangingPunct="0">
                        <a:spcBef>
                          <a:spcPts val="600"/>
                        </a:spcBef>
                        <a:spcAft>
                          <a:spcPct val="0"/>
                        </a:spcAft>
                        <a:defRPr sz="1600">
                          <a:solidFill>
                            <a:schemeClr val="tx2"/>
                          </a:solidFill>
                          <a:latin typeface="Arial" charset="0"/>
                          <a:ea typeface="ＭＳ Ｐゴシック" pitchFamily="-65"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itchFamily="-65" charset="0"/>
                          <a:ea typeface="ＭＳ Ｐゴシック" pitchFamily="-65" charset="-128"/>
                          <a:cs typeface="Times New Roman" pitchFamily="-65" charset="0"/>
                        </a:rPr>
                        <a:t>0.099</a:t>
                      </a:r>
                    </a:p>
                  </a:txBody>
                  <a:tcPr horzOverflow="overflow">
                    <a:lnL w="12700" cap="flat" cmpd="sng" algn="ctr">
                      <a:solidFill>
                        <a:srgbClr val="C76402"/>
                      </a:solidFill>
                      <a:prstDash val="solid"/>
                      <a:round/>
                      <a:headEnd type="none" w="med" len="med"/>
                      <a:tailEnd type="none" w="med" len="med"/>
                    </a:lnL>
                    <a:lnR w="12700" cap="flat" cmpd="sng" algn="ctr">
                      <a:solidFill>
                        <a:srgbClr val="C76402"/>
                      </a:solidFill>
                      <a:prstDash val="solid"/>
                      <a:round/>
                      <a:headEnd type="none" w="med" len="med"/>
                      <a:tailEnd type="none" w="med" len="med"/>
                    </a:lnR>
                    <a:lnT w="25400" cap="flat" cmpd="sng" algn="ctr">
                      <a:solidFill>
                        <a:srgbClr val="C76402"/>
                      </a:solidFill>
                      <a:prstDash val="solid"/>
                      <a:round/>
                      <a:headEnd type="none" w="med" len="med"/>
                      <a:tailEnd type="none" w="med" len="med"/>
                    </a:lnT>
                    <a:lnB w="12700" cap="flat" cmpd="sng" algn="ctr">
                      <a:solidFill>
                        <a:srgbClr val="C76402"/>
                      </a:solidFill>
                      <a:prstDash val="solid"/>
                      <a:round/>
                      <a:headEnd type="none" w="med" len="med"/>
                      <a:tailEnd type="none" w="med" len="med"/>
                    </a:lnB>
                    <a:lnTlToBr>
                      <a:noFill/>
                    </a:lnTlToBr>
                    <a:lnBlToTr>
                      <a:noFill/>
                    </a:lnBlToTr>
                    <a:solidFill>
                      <a:srgbClr val="C76402">
                        <a:alpha val="20000"/>
                      </a:srgbClr>
                    </a:solidFill>
                  </a:tcPr>
                </a:tc>
                <a:tc>
                  <a:txBody>
                    <a:bodyPr/>
                    <a:lstStyle>
                      <a:lvl1pPr eaLnBrk="0" hangingPunct="0">
                        <a:spcBef>
                          <a:spcPts val="1800"/>
                        </a:spcBef>
                        <a:buClr>
                          <a:schemeClr val="accent1"/>
                        </a:buClr>
                        <a:buSzPct val="100000"/>
                        <a:buFont typeface="Wingdings 2" pitchFamily="-65" charset="2"/>
                        <a:defRPr>
                          <a:solidFill>
                            <a:schemeClr val="tx2"/>
                          </a:solidFill>
                          <a:latin typeface="Arial" charset="0"/>
                          <a:ea typeface="ＭＳ Ｐゴシック" pitchFamily="-65" charset="-128"/>
                        </a:defRPr>
                      </a:lvl1pPr>
                      <a:lvl2pPr marL="37931725" indent="-37474525" eaLnBrk="0" hangingPunct="0">
                        <a:spcBef>
                          <a:spcPts val="600"/>
                        </a:spcBef>
                        <a:buClr>
                          <a:srgbClr val="031B3C"/>
                        </a:buClr>
                        <a:buSzPct val="100000"/>
                        <a:buFont typeface="Wingdings 2" pitchFamily="-65" charset="2"/>
                        <a:defRPr sz="1600">
                          <a:solidFill>
                            <a:schemeClr val="tx2"/>
                          </a:solidFill>
                          <a:latin typeface="Arial" charset="0"/>
                          <a:ea typeface="ＭＳ Ｐゴシック" pitchFamily="-65" charset="-128"/>
                        </a:defRPr>
                      </a:lvl2pPr>
                      <a:lvl3pPr eaLnBrk="0" hangingPunct="0">
                        <a:spcBef>
                          <a:spcPts val="600"/>
                        </a:spcBef>
                        <a:defRPr sz="1600">
                          <a:solidFill>
                            <a:schemeClr val="tx2"/>
                          </a:solidFill>
                          <a:latin typeface="Arial" charset="0"/>
                          <a:ea typeface="ＭＳ Ｐゴシック" pitchFamily="-65" charset="-128"/>
                        </a:defRPr>
                      </a:lvl3pPr>
                      <a:lvl4pPr eaLnBrk="0" hangingPunct="0">
                        <a:spcBef>
                          <a:spcPts val="600"/>
                        </a:spcBef>
                        <a:defRPr sz="1600">
                          <a:solidFill>
                            <a:schemeClr val="tx2"/>
                          </a:solidFill>
                          <a:latin typeface="Arial" charset="0"/>
                          <a:ea typeface="ＭＳ Ｐゴシック" pitchFamily="-65" charset="-128"/>
                        </a:defRPr>
                      </a:lvl4pPr>
                      <a:lvl5pPr eaLnBrk="0" hangingPunct="0">
                        <a:spcBef>
                          <a:spcPts val="600"/>
                        </a:spcBef>
                        <a:defRPr sz="1600">
                          <a:solidFill>
                            <a:schemeClr val="tx2"/>
                          </a:solidFill>
                          <a:latin typeface="Arial" charset="0"/>
                          <a:ea typeface="ＭＳ Ｐゴシック" pitchFamily="-65" charset="-128"/>
                        </a:defRPr>
                      </a:lvl5pPr>
                      <a:lvl6pPr marL="457200" eaLnBrk="0" fontAlgn="base" hangingPunct="0">
                        <a:spcBef>
                          <a:spcPts val="600"/>
                        </a:spcBef>
                        <a:spcAft>
                          <a:spcPct val="0"/>
                        </a:spcAft>
                        <a:defRPr sz="1600">
                          <a:solidFill>
                            <a:schemeClr val="tx2"/>
                          </a:solidFill>
                          <a:latin typeface="Arial" charset="0"/>
                          <a:ea typeface="ＭＳ Ｐゴシック" pitchFamily="-65" charset="-128"/>
                        </a:defRPr>
                      </a:lvl6pPr>
                      <a:lvl7pPr marL="914400" eaLnBrk="0" fontAlgn="base" hangingPunct="0">
                        <a:spcBef>
                          <a:spcPts val="600"/>
                        </a:spcBef>
                        <a:spcAft>
                          <a:spcPct val="0"/>
                        </a:spcAft>
                        <a:defRPr sz="1600">
                          <a:solidFill>
                            <a:schemeClr val="tx2"/>
                          </a:solidFill>
                          <a:latin typeface="Arial" charset="0"/>
                          <a:ea typeface="ＭＳ Ｐゴシック" pitchFamily="-65" charset="-128"/>
                        </a:defRPr>
                      </a:lvl7pPr>
                      <a:lvl8pPr marL="1371600" eaLnBrk="0" fontAlgn="base" hangingPunct="0">
                        <a:spcBef>
                          <a:spcPts val="600"/>
                        </a:spcBef>
                        <a:spcAft>
                          <a:spcPct val="0"/>
                        </a:spcAft>
                        <a:defRPr sz="1600">
                          <a:solidFill>
                            <a:schemeClr val="tx2"/>
                          </a:solidFill>
                          <a:latin typeface="Arial" charset="0"/>
                          <a:ea typeface="ＭＳ Ｐゴシック" pitchFamily="-65" charset="-128"/>
                        </a:defRPr>
                      </a:lvl8pPr>
                      <a:lvl9pPr marL="1828800" eaLnBrk="0" fontAlgn="base" hangingPunct="0">
                        <a:spcBef>
                          <a:spcPts val="600"/>
                        </a:spcBef>
                        <a:spcAft>
                          <a:spcPct val="0"/>
                        </a:spcAft>
                        <a:defRPr sz="1600">
                          <a:solidFill>
                            <a:schemeClr val="tx2"/>
                          </a:solidFill>
                          <a:latin typeface="Arial" charset="0"/>
                          <a:ea typeface="ＭＳ Ｐゴシック" pitchFamily="-65"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itchFamily="-65" charset="0"/>
                          <a:ea typeface="ＭＳ Ｐゴシック" pitchFamily="-65" charset="-128"/>
                          <a:cs typeface="Times New Roman" pitchFamily="-65" charset="0"/>
                        </a:rPr>
                        <a:t>0.319</a:t>
                      </a:r>
                    </a:p>
                  </a:txBody>
                  <a:tcPr horzOverflow="overflow">
                    <a:lnL w="12700" cap="flat" cmpd="sng" algn="ctr">
                      <a:solidFill>
                        <a:srgbClr val="C76402"/>
                      </a:solidFill>
                      <a:prstDash val="solid"/>
                      <a:round/>
                      <a:headEnd type="none" w="med" len="med"/>
                      <a:tailEnd type="none" w="med" len="med"/>
                    </a:lnL>
                    <a:lnR w="12700" cap="flat" cmpd="sng" algn="ctr">
                      <a:solidFill>
                        <a:srgbClr val="C76402"/>
                      </a:solidFill>
                      <a:prstDash val="solid"/>
                      <a:round/>
                      <a:headEnd type="none" w="med" len="med"/>
                      <a:tailEnd type="none" w="med" len="med"/>
                    </a:lnR>
                    <a:lnT w="25400" cap="flat" cmpd="sng" algn="ctr">
                      <a:solidFill>
                        <a:srgbClr val="C76402"/>
                      </a:solidFill>
                      <a:prstDash val="solid"/>
                      <a:round/>
                      <a:headEnd type="none" w="med" len="med"/>
                      <a:tailEnd type="none" w="med" len="med"/>
                    </a:lnT>
                    <a:lnB w="12700" cap="flat" cmpd="sng" algn="ctr">
                      <a:solidFill>
                        <a:srgbClr val="C76402"/>
                      </a:solidFill>
                      <a:prstDash val="solid"/>
                      <a:round/>
                      <a:headEnd type="none" w="med" len="med"/>
                      <a:tailEnd type="none" w="med" len="med"/>
                    </a:lnB>
                    <a:lnTlToBr>
                      <a:noFill/>
                    </a:lnTlToBr>
                    <a:lnBlToTr>
                      <a:noFill/>
                    </a:lnBlToTr>
                    <a:solidFill>
                      <a:srgbClr val="C76402">
                        <a:alpha val="20000"/>
                      </a:srgbClr>
                    </a:solidFill>
                  </a:tcPr>
                </a:tc>
                <a:tc>
                  <a:txBody>
                    <a:bodyPr/>
                    <a:lstStyle>
                      <a:lvl1pPr eaLnBrk="0" hangingPunct="0">
                        <a:spcBef>
                          <a:spcPts val="1800"/>
                        </a:spcBef>
                        <a:buClr>
                          <a:schemeClr val="accent1"/>
                        </a:buClr>
                        <a:buSzPct val="100000"/>
                        <a:buFont typeface="Wingdings 2" pitchFamily="-65" charset="2"/>
                        <a:defRPr>
                          <a:solidFill>
                            <a:schemeClr val="tx2"/>
                          </a:solidFill>
                          <a:latin typeface="Arial" charset="0"/>
                          <a:ea typeface="ＭＳ Ｐゴシック" pitchFamily="-65" charset="-128"/>
                        </a:defRPr>
                      </a:lvl1pPr>
                      <a:lvl2pPr marL="37931725" indent="-37474525" eaLnBrk="0" hangingPunct="0">
                        <a:spcBef>
                          <a:spcPts val="600"/>
                        </a:spcBef>
                        <a:buClr>
                          <a:srgbClr val="031B3C"/>
                        </a:buClr>
                        <a:buSzPct val="100000"/>
                        <a:buFont typeface="Wingdings 2" pitchFamily="-65" charset="2"/>
                        <a:defRPr sz="1600">
                          <a:solidFill>
                            <a:schemeClr val="tx2"/>
                          </a:solidFill>
                          <a:latin typeface="Arial" charset="0"/>
                          <a:ea typeface="ＭＳ Ｐゴシック" pitchFamily="-65" charset="-128"/>
                        </a:defRPr>
                      </a:lvl2pPr>
                      <a:lvl3pPr eaLnBrk="0" hangingPunct="0">
                        <a:spcBef>
                          <a:spcPts val="600"/>
                        </a:spcBef>
                        <a:defRPr sz="1600">
                          <a:solidFill>
                            <a:schemeClr val="tx2"/>
                          </a:solidFill>
                          <a:latin typeface="Arial" charset="0"/>
                          <a:ea typeface="ＭＳ Ｐゴシック" pitchFamily="-65" charset="-128"/>
                        </a:defRPr>
                      </a:lvl3pPr>
                      <a:lvl4pPr eaLnBrk="0" hangingPunct="0">
                        <a:spcBef>
                          <a:spcPts val="600"/>
                        </a:spcBef>
                        <a:defRPr sz="1600">
                          <a:solidFill>
                            <a:schemeClr val="tx2"/>
                          </a:solidFill>
                          <a:latin typeface="Arial" charset="0"/>
                          <a:ea typeface="ＭＳ Ｐゴシック" pitchFamily="-65" charset="-128"/>
                        </a:defRPr>
                      </a:lvl4pPr>
                      <a:lvl5pPr eaLnBrk="0" hangingPunct="0">
                        <a:spcBef>
                          <a:spcPts val="600"/>
                        </a:spcBef>
                        <a:defRPr sz="1600">
                          <a:solidFill>
                            <a:schemeClr val="tx2"/>
                          </a:solidFill>
                          <a:latin typeface="Arial" charset="0"/>
                          <a:ea typeface="ＭＳ Ｐゴシック" pitchFamily="-65" charset="-128"/>
                        </a:defRPr>
                      </a:lvl5pPr>
                      <a:lvl6pPr marL="457200" eaLnBrk="0" fontAlgn="base" hangingPunct="0">
                        <a:spcBef>
                          <a:spcPts val="600"/>
                        </a:spcBef>
                        <a:spcAft>
                          <a:spcPct val="0"/>
                        </a:spcAft>
                        <a:defRPr sz="1600">
                          <a:solidFill>
                            <a:schemeClr val="tx2"/>
                          </a:solidFill>
                          <a:latin typeface="Arial" charset="0"/>
                          <a:ea typeface="ＭＳ Ｐゴシック" pitchFamily="-65" charset="-128"/>
                        </a:defRPr>
                      </a:lvl6pPr>
                      <a:lvl7pPr marL="914400" eaLnBrk="0" fontAlgn="base" hangingPunct="0">
                        <a:spcBef>
                          <a:spcPts val="600"/>
                        </a:spcBef>
                        <a:spcAft>
                          <a:spcPct val="0"/>
                        </a:spcAft>
                        <a:defRPr sz="1600">
                          <a:solidFill>
                            <a:schemeClr val="tx2"/>
                          </a:solidFill>
                          <a:latin typeface="Arial" charset="0"/>
                          <a:ea typeface="ＭＳ Ｐゴシック" pitchFamily="-65" charset="-128"/>
                        </a:defRPr>
                      </a:lvl7pPr>
                      <a:lvl8pPr marL="1371600" eaLnBrk="0" fontAlgn="base" hangingPunct="0">
                        <a:spcBef>
                          <a:spcPts val="600"/>
                        </a:spcBef>
                        <a:spcAft>
                          <a:spcPct val="0"/>
                        </a:spcAft>
                        <a:defRPr sz="1600">
                          <a:solidFill>
                            <a:schemeClr val="tx2"/>
                          </a:solidFill>
                          <a:latin typeface="Arial" charset="0"/>
                          <a:ea typeface="ＭＳ Ｐゴシック" pitchFamily="-65" charset="-128"/>
                        </a:defRPr>
                      </a:lvl8pPr>
                      <a:lvl9pPr marL="1828800" eaLnBrk="0" fontAlgn="base" hangingPunct="0">
                        <a:spcBef>
                          <a:spcPts val="600"/>
                        </a:spcBef>
                        <a:spcAft>
                          <a:spcPct val="0"/>
                        </a:spcAft>
                        <a:defRPr sz="1600">
                          <a:solidFill>
                            <a:schemeClr val="tx2"/>
                          </a:solidFill>
                          <a:latin typeface="Arial" charset="0"/>
                          <a:ea typeface="ＭＳ Ｐゴシック" pitchFamily="-65"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itchFamily="-65" charset="0"/>
                          <a:ea typeface="ＭＳ Ｐゴシック" pitchFamily="-65" charset="-128"/>
                          <a:cs typeface="Times New Roman" pitchFamily="-65" charset="0"/>
                        </a:rPr>
                        <a:t>0.437</a:t>
                      </a:r>
                    </a:p>
                  </a:txBody>
                  <a:tcPr horzOverflow="overflow">
                    <a:lnL w="12700" cap="flat" cmpd="sng" algn="ctr">
                      <a:solidFill>
                        <a:srgbClr val="C76402"/>
                      </a:solidFill>
                      <a:prstDash val="solid"/>
                      <a:round/>
                      <a:headEnd type="none" w="med" len="med"/>
                      <a:tailEnd type="none" w="med" len="med"/>
                    </a:lnL>
                    <a:lnR w="12700" cap="flat" cmpd="sng" algn="ctr">
                      <a:solidFill>
                        <a:srgbClr val="C76402"/>
                      </a:solidFill>
                      <a:prstDash val="solid"/>
                      <a:round/>
                      <a:headEnd type="none" w="med" len="med"/>
                      <a:tailEnd type="none" w="med" len="med"/>
                    </a:lnR>
                    <a:lnT w="25400" cap="flat" cmpd="sng" algn="ctr">
                      <a:solidFill>
                        <a:srgbClr val="C76402"/>
                      </a:solidFill>
                      <a:prstDash val="solid"/>
                      <a:round/>
                      <a:headEnd type="none" w="med" len="med"/>
                      <a:tailEnd type="none" w="med" len="med"/>
                    </a:lnT>
                    <a:lnB w="12700" cap="flat" cmpd="sng" algn="ctr">
                      <a:solidFill>
                        <a:srgbClr val="C76402"/>
                      </a:solidFill>
                      <a:prstDash val="solid"/>
                      <a:round/>
                      <a:headEnd type="none" w="med" len="med"/>
                      <a:tailEnd type="none" w="med" len="med"/>
                    </a:lnB>
                    <a:lnTlToBr>
                      <a:noFill/>
                    </a:lnTlToBr>
                    <a:lnBlToTr>
                      <a:noFill/>
                    </a:lnBlToTr>
                    <a:solidFill>
                      <a:srgbClr val="C76402">
                        <a:alpha val="20000"/>
                      </a:srgbClr>
                    </a:solidFill>
                  </a:tcPr>
                </a:tc>
                <a:tc>
                  <a:txBody>
                    <a:bodyPr/>
                    <a:lstStyle>
                      <a:lvl1pPr eaLnBrk="0" hangingPunct="0">
                        <a:spcBef>
                          <a:spcPts val="1800"/>
                        </a:spcBef>
                        <a:buClr>
                          <a:schemeClr val="accent1"/>
                        </a:buClr>
                        <a:buSzPct val="100000"/>
                        <a:buFont typeface="Wingdings 2" pitchFamily="-65" charset="2"/>
                        <a:defRPr>
                          <a:solidFill>
                            <a:schemeClr val="tx2"/>
                          </a:solidFill>
                          <a:latin typeface="Arial" charset="0"/>
                          <a:ea typeface="ＭＳ Ｐゴシック" pitchFamily="-65" charset="-128"/>
                        </a:defRPr>
                      </a:lvl1pPr>
                      <a:lvl2pPr marL="37931725" indent="-37474525" eaLnBrk="0" hangingPunct="0">
                        <a:spcBef>
                          <a:spcPts val="600"/>
                        </a:spcBef>
                        <a:buClr>
                          <a:srgbClr val="031B3C"/>
                        </a:buClr>
                        <a:buSzPct val="100000"/>
                        <a:buFont typeface="Wingdings 2" pitchFamily="-65" charset="2"/>
                        <a:defRPr sz="1600">
                          <a:solidFill>
                            <a:schemeClr val="tx2"/>
                          </a:solidFill>
                          <a:latin typeface="Arial" charset="0"/>
                          <a:ea typeface="ＭＳ Ｐゴシック" pitchFamily="-65" charset="-128"/>
                        </a:defRPr>
                      </a:lvl2pPr>
                      <a:lvl3pPr eaLnBrk="0" hangingPunct="0">
                        <a:spcBef>
                          <a:spcPts val="600"/>
                        </a:spcBef>
                        <a:defRPr sz="1600">
                          <a:solidFill>
                            <a:schemeClr val="tx2"/>
                          </a:solidFill>
                          <a:latin typeface="Arial" charset="0"/>
                          <a:ea typeface="ＭＳ Ｐゴシック" pitchFamily="-65" charset="-128"/>
                        </a:defRPr>
                      </a:lvl3pPr>
                      <a:lvl4pPr eaLnBrk="0" hangingPunct="0">
                        <a:spcBef>
                          <a:spcPts val="600"/>
                        </a:spcBef>
                        <a:defRPr sz="1600">
                          <a:solidFill>
                            <a:schemeClr val="tx2"/>
                          </a:solidFill>
                          <a:latin typeface="Arial" charset="0"/>
                          <a:ea typeface="ＭＳ Ｐゴシック" pitchFamily="-65" charset="-128"/>
                        </a:defRPr>
                      </a:lvl4pPr>
                      <a:lvl5pPr eaLnBrk="0" hangingPunct="0">
                        <a:spcBef>
                          <a:spcPts val="600"/>
                        </a:spcBef>
                        <a:defRPr sz="1600">
                          <a:solidFill>
                            <a:schemeClr val="tx2"/>
                          </a:solidFill>
                          <a:latin typeface="Arial" charset="0"/>
                          <a:ea typeface="ＭＳ Ｐゴシック" pitchFamily="-65" charset="-128"/>
                        </a:defRPr>
                      </a:lvl5pPr>
                      <a:lvl6pPr marL="457200" eaLnBrk="0" fontAlgn="base" hangingPunct="0">
                        <a:spcBef>
                          <a:spcPts val="600"/>
                        </a:spcBef>
                        <a:spcAft>
                          <a:spcPct val="0"/>
                        </a:spcAft>
                        <a:defRPr sz="1600">
                          <a:solidFill>
                            <a:schemeClr val="tx2"/>
                          </a:solidFill>
                          <a:latin typeface="Arial" charset="0"/>
                          <a:ea typeface="ＭＳ Ｐゴシック" pitchFamily="-65" charset="-128"/>
                        </a:defRPr>
                      </a:lvl6pPr>
                      <a:lvl7pPr marL="914400" eaLnBrk="0" fontAlgn="base" hangingPunct="0">
                        <a:spcBef>
                          <a:spcPts val="600"/>
                        </a:spcBef>
                        <a:spcAft>
                          <a:spcPct val="0"/>
                        </a:spcAft>
                        <a:defRPr sz="1600">
                          <a:solidFill>
                            <a:schemeClr val="tx2"/>
                          </a:solidFill>
                          <a:latin typeface="Arial" charset="0"/>
                          <a:ea typeface="ＭＳ Ｐゴシック" pitchFamily="-65" charset="-128"/>
                        </a:defRPr>
                      </a:lvl7pPr>
                      <a:lvl8pPr marL="1371600" eaLnBrk="0" fontAlgn="base" hangingPunct="0">
                        <a:spcBef>
                          <a:spcPts val="600"/>
                        </a:spcBef>
                        <a:spcAft>
                          <a:spcPct val="0"/>
                        </a:spcAft>
                        <a:defRPr sz="1600">
                          <a:solidFill>
                            <a:schemeClr val="tx2"/>
                          </a:solidFill>
                          <a:latin typeface="Arial" charset="0"/>
                          <a:ea typeface="ＭＳ Ｐゴシック" pitchFamily="-65" charset="-128"/>
                        </a:defRPr>
                      </a:lvl8pPr>
                      <a:lvl9pPr marL="1828800" eaLnBrk="0" fontAlgn="base" hangingPunct="0">
                        <a:spcBef>
                          <a:spcPts val="600"/>
                        </a:spcBef>
                        <a:spcAft>
                          <a:spcPct val="0"/>
                        </a:spcAft>
                        <a:defRPr sz="1600">
                          <a:solidFill>
                            <a:schemeClr val="tx2"/>
                          </a:solidFill>
                          <a:latin typeface="Arial" charset="0"/>
                          <a:ea typeface="ＭＳ Ｐゴシック" pitchFamily="-65"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itchFamily="-65" charset="0"/>
                          <a:ea typeface="ＭＳ Ｐゴシック" pitchFamily="-65" charset="-128"/>
                          <a:cs typeface="Times New Roman" pitchFamily="-65" charset="0"/>
                        </a:rPr>
                        <a:t>0.053</a:t>
                      </a:r>
                    </a:p>
                  </a:txBody>
                  <a:tcPr horzOverflow="overflow">
                    <a:lnL w="12700" cap="flat" cmpd="sng" algn="ctr">
                      <a:solidFill>
                        <a:srgbClr val="C76402"/>
                      </a:solidFill>
                      <a:prstDash val="solid"/>
                      <a:round/>
                      <a:headEnd type="none" w="med" len="med"/>
                      <a:tailEnd type="none" w="med" len="med"/>
                    </a:lnL>
                    <a:lnR w="12700" cap="flat" cmpd="sng" algn="ctr">
                      <a:solidFill>
                        <a:srgbClr val="C76402"/>
                      </a:solidFill>
                      <a:prstDash val="solid"/>
                      <a:round/>
                      <a:headEnd type="none" w="med" len="med"/>
                      <a:tailEnd type="none" w="med" len="med"/>
                    </a:lnR>
                    <a:lnT w="25400" cap="flat" cmpd="sng" algn="ctr">
                      <a:solidFill>
                        <a:srgbClr val="C76402"/>
                      </a:solidFill>
                      <a:prstDash val="solid"/>
                      <a:round/>
                      <a:headEnd type="none" w="med" len="med"/>
                      <a:tailEnd type="none" w="med" len="med"/>
                    </a:lnT>
                    <a:lnB w="12700" cap="flat" cmpd="sng" algn="ctr">
                      <a:solidFill>
                        <a:srgbClr val="C76402"/>
                      </a:solidFill>
                      <a:prstDash val="solid"/>
                      <a:round/>
                      <a:headEnd type="none" w="med" len="med"/>
                      <a:tailEnd type="none" w="med" len="med"/>
                    </a:lnB>
                    <a:lnTlToBr>
                      <a:noFill/>
                    </a:lnTlToBr>
                    <a:lnBlToTr>
                      <a:noFill/>
                    </a:lnBlToTr>
                    <a:solidFill>
                      <a:srgbClr val="C76402">
                        <a:alpha val="20000"/>
                      </a:srgbClr>
                    </a:solidFill>
                  </a:tcPr>
                </a:tc>
                <a:extLst>
                  <a:ext uri="{0D108BD9-81ED-4DB2-BD59-A6C34878D82A}">
                    <a16:rowId xmlns:a16="http://schemas.microsoft.com/office/drawing/2014/main" xmlns="" val="10001"/>
                  </a:ext>
                </a:extLst>
              </a:tr>
            </a:tbl>
          </a:graphicData>
        </a:graphic>
      </p:graphicFrame>
      <p:sp>
        <p:nvSpPr>
          <p:cNvPr id="12" name="Cloud 11"/>
          <p:cNvSpPr/>
          <p:nvPr/>
        </p:nvSpPr>
        <p:spPr>
          <a:xfrm>
            <a:off x="2841261" y="4652446"/>
            <a:ext cx="1993900" cy="611187"/>
          </a:xfrm>
          <a:prstGeom prst="cloud">
            <a:avLst/>
          </a:prstGeom>
        </p:spPr>
        <p:style>
          <a:lnRef idx="1">
            <a:schemeClr val="accent3"/>
          </a:lnRef>
          <a:fillRef idx="3">
            <a:schemeClr val="accent3"/>
          </a:fillRef>
          <a:effectRef idx="2">
            <a:schemeClr val="accent3"/>
          </a:effectRef>
          <a:fontRef idx="minor">
            <a:schemeClr val="lt1"/>
          </a:fontRef>
        </p:style>
        <p:txBody>
          <a:bodyPr anchor="ctr"/>
          <a:lstStyle/>
          <a:p>
            <a:pPr algn="ctr" eaLnBrk="1" hangingPunct="1">
              <a:defRPr/>
            </a:pPr>
            <a:r>
              <a:rPr lang="en-US" b="1" dirty="0">
                <a:solidFill>
                  <a:srgbClr val="000000"/>
                </a:solidFill>
              </a:rPr>
              <a:t> Variance</a:t>
            </a:r>
          </a:p>
        </p:txBody>
      </p:sp>
      <p:graphicFrame>
        <p:nvGraphicFramePr>
          <p:cNvPr id="9" name="Object 8"/>
          <p:cNvGraphicFramePr>
            <a:graphicFrameLocks noChangeAspect="1"/>
          </p:cNvGraphicFramePr>
          <p:nvPr>
            <p:extLst>
              <p:ext uri="{D42A27DB-BD31-4B8C-83A1-F6EECF244321}">
                <p14:modId xmlns:p14="http://schemas.microsoft.com/office/powerpoint/2010/main" val="3710765485"/>
              </p:ext>
            </p:extLst>
          </p:nvPr>
        </p:nvGraphicFramePr>
        <p:xfrm>
          <a:off x="232775" y="3571087"/>
          <a:ext cx="8277019" cy="1958506"/>
        </p:xfrm>
        <a:graphic>
          <a:graphicData uri="http://schemas.openxmlformats.org/presentationml/2006/ole">
            <mc:AlternateContent xmlns:mc="http://schemas.openxmlformats.org/markup-compatibility/2006">
              <mc:Choice xmlns:v="urn:schemas-microsoft-com:vml" Requires="v">
                <p:oleObj spid="_x0000_s111628" name="Equation" r:id="rId3" imgW="4508280" imgH="1066680" progId="Equation.DSMT4">
                  <p:embed/>
                </p:oleObj>
              </mc:Choice>
              <mc:Fallback>
                <p:oleObj name="Equation" r:id="rId3" imgW="4508280" imgH="1066680" progId="Equation.DSMT4">
                  <p:embed/>
                  <p:pic>
                    <p:nvPicPr>
                      <p:cNvPr id="0" name=""/>
                      <p:cNvPicPr/>
                      <p:nvPr/>
                    </p:nvPicPr>
                    <p:blipFill>
                      <a:blip r:embed="rId4"/>
                      <a:stretch>
                        <a:fillRect/>
                      </a:stretch>
                    </p:blipFill>
                    <p:spPr>
                      <a:xfrm>
                        <a:off x="232775" y="3571087"/>
                        <a:ext cx="8277019" cy="1958506"/>
                      </a:xfrm>
                      <a:prstGeom prst="rect">
                        <a:avLst/>
                      </a:prstGeom>
                    </p:spPr>
                  </p:pic>
                </p:oleObj>
              </mc:Fallback>
            </mc:AlternateContent>
          </a:graphicData>
        </a:graphic>
      </p:graphicFrame>
      <p:sp>
        <p:nvSpPr>
          <p:cNvPr id="7" name="TextBox 6"/>
          <p:cNvSpPr txBox="1">
            <a:spLocks noChangeArrowheads="1"/>
          </p:cNvSpPr>
          <p:nvPr/>
        </p:nvSpPr>
        <p:spPr bwMode="auto">
          <a:xfrm>
            <a:off x="174626" y="5857875"/>
            <a:ext cx="8275920"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just" eaLnBrk="1" hangingPunct="1"/>
            <a:r>
              <a:rPr lang="en-US" sz="2000" dirty="0"/>
              <a:t>The standard deviation of </a:t>
            </a:r>
            <a:r>
              <a:rPr lang="en-US" sz="2000" i="1" dirty="0"/>
              <a:t>X</a:t>
            </a:r>
            <a:r>
              <a:rPr lang="en-US" sz="2000" dirty="0"/>
              <a:t> is 1.437. This means that, on average, a randomly selected baby</a:t>
            </a:r>
            <a:r>
              <a:rPr lang="en-US" altLang="en-US" sz="2000" dirty="0"/>
              <a:t>’</a:t>
            </a:r>
            <a:r>
              <a:rPr lang="en-US" sz="2000" dirty="0"/>
              <a:t>s Apgar score will differ from the mean 8.128 by about 1.4 units.</a:t>
            </a:r>
          </a:p>
        </p:txBody>
      </p:sp>
      <p:graphicFrame>
        <p:nvGraphicFramePr>
          <p:cNvPr id="8" name="Object 7"/>
          <p:cNvGraphicFramePr>
            <a:graphicFrameLocks noChangeAspect="1"/>
          </p:cNvGraphicFramePr>
          <p:nvPr>
            <p:extLst>
              <p:ext uri="{D42A27DB-BD31-4B8C-83A1-F6EECF244321}">
                <p14:modId xmlns:p14="http://schemas.microsoft.com/office/powerpoint/2010/main" val="2405278205"/>
              </p:ext>
            </p:extLst>
          </p:nvPr>
        </p:nvGraphicFramePr>
        <p:xfrm>
          <a:off x="4514850" y="2219325"/>
          <a:ext cx="114300" cy="177800"/>
        </p:xfrm>
        <a:graphic>
          <a:graphicData uri="http://schemas.openxmlformats.org/presentationml/2006/ole">
            <mc:AlternateContent xmlns:mc="http://schemas.openxmlformats.org/markup-compatibility/2006">
              <mc:Choice xmlns:v="urn:schemas-microsoft-com:vml" Requires="v">
                <p:oleObj spid="_x0000_s111629" name="Equation" r:id="rId5" imgW="114120" imgH="177480" progId="Equation.DSMT4">
                  <p:embed/>
                </p:oleObj>
              </mc:Choice>
              <mc:Fallback>
                <p:oleObj name="Equation" r:id="rId5" imgW="114120" imgH="177480" progId="Equation.DSMT4">
                  <p:embed/>
                  <p:pic>
                    <p:nvPicPr>
                      <p:cNvPr id="0" name=""/>
                      <p:cNvPicPr/>
                      <p:nvPr/>
                    </p:nvPicPr>
                    <p:blipFill>
                      <a:blip r:embed="rId6"/>
                      <a:stretch>
                        <a:fillRect/>
                      </a:stretch>
                    </p:blipFill>
                    <p:spPr>
                      <a:xfrm>
                        <a:off x="4514850" y="2219325"/>
                        <a:ext cx="114300" cy="177800"/>
                      </a:xfrm>
                      <a:prstGeom prst="rect">
                        <a:avLst/>
                      </a:prstGeom>
                    </p:spPr>
                  </p:pic>
                </p:oleObj>
              </mc:Fallback>
            </mc:AlternateContent>
          </a:graphicData>
        </a:graphic>
      </p:graphicFrame>
    </p:spTree>
    <p:extLst>
      <p:ext uri="{BB962C8B-B14F-4D97-AF65-F5344CB8AC3E}">
        <p14:creationId xmlns:p14="http://schemas.microsoft.com/office/powerpoint/2010/main" val="602200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p:txBody>
          <a:bodyPr/>
          <a:lstStyle/>
          <a:p>
            <a:pPr eaLnBrk="1" hangingPunct="1"/>
            <a:r>
              <a:rPr lang="en-US">
                <a:ea typeface="ＭＳ Ｐゴシック" pitchFamily="34" charset="-128"/>
                <a:cs typeface="Arial" pitchFamily="34" charset="0"/>
              </a:rPr>
              <a:t>Rules for Variances</a:t>
            </a:r>
          </a:p>
        </p:txBody>
      </p:sp>
      <p:sp>
        <p:nvSpPr>
          <p:cNvPr id="63489"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nSpc>
                <a:spcPct val="80000"/>
              </a:lnSpc>
            </a:pPr>
            <a:fld id="{0191E7EF-EC60-4E02-9D94-D8E535370165}" type="slidenum">
              <a:rPr lang="en-US" sz="1200">
                <a:solidFill>
                  <a:schemeClr val="accent1"/>
                </a:solidFill>
              </a:rPr>
              <a:pPr>
                <a:lnSpc>
                  <a:spcPct val="80000"/>
                </a:lnSpc>
              </a:pPr>
              <a:t>34</a:t>
            </a:fld>
            <a:endParaRPr lang="en-US" sz="1200">
              <a:solidFill>
                <a:schemeClr val="accent1"/>
              </a:solidFill>
            </a:endParaRPr>
          </a:p>
        </p:txBody>
      </p:sp>
      <p:sp>
        <p:nvSpPr>
          <p:cNvPr id="7" name="TextBox 6" descr="The image shows three rules for variances and standard deviations, which are mentioned as:&#10;Rule one: If X is a random variable and a and b are fixed numbers, then, the equation will be: sigma square subscript a plus bX, equals to b square sigma square subscript x.&#10;Rule two: If X and Y are independent random variables, then, the equation will be: sigma square subscript X plus Y, equals to, sigma square subscript X, plus, sigma square subscript Y. In the next line, it is mentioned: sigma square subscript X minus Y equals to sigma square subscript X, plus, sigma square subscript Y.&#10;Rule three: If X and Y have correlation p, then the equation will be: sigma square subscript X plus Y, equals to, sigma square subscript X, plus, sigma square subscript Y, plus, 2 multiplied by row sign multiplied by sigma subscript x multiplied by sigma subscript y. In the last line, it is mentioned: sigma square subscript X minus Y, equals to, sigma square subscript X, plus, sigma square subscript Y, minus, 2 multiplied by row sign multiplied by sigma subscript x multiplied by sigma subscript y."/>
          <p:cNvSpPr txBox="1"/>
          <p:nvPr/>
        </p:nvSpPr>
        <p:spPr bwMode="auto">
          <a:xfrm>
            <a:off x="174624" y="1209040"/>
            <a:ext cx="8081963" cy="4452501"/>
          </a:xfrm>
          <a:prstGeom prst="rect">
            <a:avLst/>
          </a:prstGeom>
          <a:solidFill>
            <a:srgbClr val="FFD780"/>
          </a:solidFill>
          <a:ln>
            <a:solidFill>
              <a:srgbClr val="EEEFD6"/>
            </a:solidFill>
          </a:ln>
          <a:effectLst>
            <a:outerShdw blurRad="50800" dist="38100" dir="2700000">
              <a:srgbClr val="000000">
                <a:alpha val="43000"/>
              </a:srgbClr>
            </a:outerShdw>
          </a:effectLst>
        </p:spPr>
        <p:style>
          <a:lnRef idx="1">
            <a:schemeClr val="accent5"/>
          </a:lnRef>
          <a:fillRef idx="2">
            <a:schemeClr val="accent5"/>
          </a:fillRef>
          <a:effectRef idx="1">
            <a:schemeClr val="accent5"/>
          </a:effectRef>
          <a:fontRef idx="minor">
            <a:schemeClr val="dk1"/>
          </a:fontRef>
        </p:style>
        <p:txBody>
          <a:bodyPr wrap="square">
            <a:spAutoFit/>
          </a:bodyPr>
          <a:lstStyle/>
          <a:p>
            <a:pPr marL="342900" indent="-342900" eaLnBrk="1" hangingPunct="1">
              <a:spcAft>
                <a:spcPts val="1200"/>
              </a:spcAft>
              <a:defRPr/>
            </a:pPr>
            <a:r>
              <a:rPr lang="en-US" sz="2000" b="1" dirty="0">
                <a:solidFill>
                  <a:schemeClr val="tx1"/>
                </a:solidFill>
              </a:rPr>
              <a:t>Rules for Variances and Standard Deviations</a:t>
            </a:r>
          </a:p>
          <a:p>
            <a:pPr eaLnBrk="1" hangingPunct="1">
              <a:spcAft>
                <a:spcPts val="1200"/>
              </a:spcAft>
              <a:defRPr/>
            </a:pPr>
            <a:r>
              <a:rPr lang="en-US" sz="2000" b="1" dirty="0">
                <a:solidFill>
                  <a:srgbClr val="000000"/>
                </a:solidFill>
              </a:rPr>
              <a:t>Rule 1: </a:t>
            </a:r>
            <a:r>
              <a:rPr lang="en-US" sz="2000" dirty="0">
                <a:solidFill>
                  <a:srgbClr val="000000"/>
                </a:solidFill>
              </a:rPr>
              <a:t>If </a:t>
            </a:r>
            <a:r>
              <a:rPr lang="en-US" sz="2000" i="1" dirty="0">
                <a:solidFill>
                  <a:srgbClr val="000000"/>
                </a:solidFill>
              </a:rPr>
              <a:t>X</a:t>
            </a:r>
            <a:r>
              <a:rPr lang="en-US" sz="2000" dirty="0">
                <a:solidFill>
                  <a:srgbClr val="000000"/>
                </a:solidFill>
              </a:rPr>
              <a:t> is a random variable and </a:t>
            </a:r>
            <a:r>
              <a:rPr lang="en-US" sz="2000" i="1" dirty="0">
                <a:solidFill>
                  <a:srgbClr val="000000"/>
                </a:solidFill>
              </a:rPr>
              <a:t>a </a:t>
            </a:r>
            <a:r>
              <a:rPr lang="en-US" sz="2000" dirty="0">
                <a:solidFill>
                  <a:srgbClr val="000000"/>
                </a:solidFill>
              </a:rPr>
              <a:t>and </a:t>
            </a:r>
            <a:r>
              <a:rPr lang="en-US" sz="2000" i="1" dirty="0">
                <a:solidFill>
                  <a:srgbClr val="000000"/>
                </a:solidFill>
              </a:rPr>
              <a:t>b</a:t>
            </a:r>
            <a:r>
              <a:rPr lang="en-US" sz="2000" dirty="0">
                <a:solidFill>
                  <a:srgbClr val="000000"/>
                </a:solidFill>
              </a:rPr>
              <a:t> are fixed numbers, then</a:t>
            </a:r>
            <a:endParaRPr lang="en-US" sz="2000" b="1" i="1" dirty="0">
              <a:solidFill>
                <a:srgbClr val="000000"/>
              </a:solidFill>
              <a:ea typeface="ＭＳ Ｐゴシック" pitchFamily="-111" charset="-128"/>
              <a:cs typeface="ＭＳ Ｐゴシック" pitchFamily="-111" charset="-128"/>
            </a:endParaRPr>
          </a:p>
          <a:p>
            <a:pPr marL="2628900" lvl="5" indent="-342900" defTabSz="457200">
              <a:spcAft>
                <a:spcPts val="1200"/>
              </a:spcAft>
              <a:defRPr/>
            </a:pPr>
            <a:r>
              <a:rPr lang="en-US" sz="2000" i="1" dirty="0">
                <a:solidFill>
                  <a:srgbClr val="000000"/>
                </a:solidFill>
                <a:ea typeface="ＭＳ Ｐゴシック" pitchFamily="-111" charset="-128"/>
                <a:cs typeface="ＭＳ Ｐゴシック" pitchFamily="-111" charset="-128"/>
              </a:rPr>
              <a:t>   σ</a:t>
            </a:r>
            <a:r>
              <a:rPr lang="en-US" sz="2000" i="1" baseline="30000" dirty="0">
                <a:solidFill>
                  <a:srgbClr val="000000"/>
                </a:solidFill>
                <a:ea typeface="ＭＳ Ｐゴシック" pitchFamily="-111" charset="-128"/>
                <a:cs typeface="ＭＳ Ｐゴシック" pitchFamily="-111" charset="-128"/>
              </a:rPr>
              <a:t>2</a:t>
            </a:r>
            <a:r>
              <a:rPr lang="en-US" sz="2000" i="1" baseline="-25000" dirty="0">
                <a:solidFill>
                  <a:srgbClr val="000000"/>
                </a:solidFill>
                <a:ea typeface="ＭＳ Ｐゴシック" pitchFamily="-111" charset="-128"/>
                <a:cs typeface="ＭＳ Ｐゴシック" pitchFamily="-111" charset="-128"/>
              </a:rPr>
              <a:t>a+bX</a:t>
            </a:r>
            <a:r>
              <a:rPr lang="en-US" sz="2000" dirty="0">
                <a:solidFill>
                  <a:srgbClr val="000000"/>
                </a:solidFill>
                <a:ea typeface="ＭＳ Ｐゴシック" pitchFamily="-111" charset="-128"/>
                <a:cs typeface="ＭＳ Ｐゴシック" pitchFamily="-111" charset="-128"/>
              </a:rPr>
              <a:t> = </a:t>
            </a:r>
            <a:r>
              <a:rPr lang="en-US" sz="2000" i="1" dirty="0">
                <a:solidFill>
                  <a:srgbClr val="000000"/>
                </a:solidFill>
                <a:ea typeface="ＭＳ Ｐゴシック" pitchFamily="-111" charset="-128"/>
                <a:cs typeface="ＭＳ Ｐゴシック" pitchFamily="-111" charset="-128"/>
              </a:rPr>
              <a:t>b</a:t>
            </a:r>
            <a:r>
              <a:rPr lang="en-US" sz="2000" i="1" baseline="30000" dirty="0">
                <a:solidFill>
                  <a:srgbClr val="000000"/>
                </a:solidFill>
                <a:ea typeface="ＭＳ Ｐゴシック" pitchFamily="-111" charset="-128"/>
                <a:cs typeface="ＭＳ Ｐゴシック" pitchFamily="-111" charset="-128"/>
              </a:rPr>
              <a:t>2</a:t>
            </a:r>
            <a:r>
              <a:rPr lang="en-US" sz="2000" i="1" dirty="0">
                <a:solidFill>
                  <a:srgbClr val="000000"/>
                </a:solidFill>
                <a:ea typeface="ＭＳ Ｐゴシック" pitchFamily="-111" charset="-128"/>
                <a:cs typeface="ＭＳ Ｐゴシック" pitchFamily="-111" charset="-128"/>
              </a:rPr>
              <a:t>σ</a:t>
            </a:r>
            <a:r>
              <a:rPr lang="en-US" sz="2000" i="1" baseline="30000" dirty="0">
                <a:solidFill>
                  <a:srgbClr val="000000"/>
                </a:solidFill>
                <a:ea typeface="ＭＳ Ｐゴシック" pitchFamily="-111" charset="-128"/>
                <a:cs typeface="ＭＳ Ｐゴシック" pitchFamily="-111" charset="-128"/>
              </a:rPr>
              <a:t>2</a:t>
            </a:r>
            <a:r>
              <a:rPr lang="en-US" sz="2000" i="1" baseline="-25000" dirty="0">
                <a:solidFill>
                  <a:srgbClr val="000000"/>
                </a:solidFill>
                <a:ea typeface="ＭＳ Ｐゴシック" pitchFamily="-111" charset="-128"/>
                <a:cs typeface="ＭＳ Ｐゴシック" pitchFamily="-111" charset="-128"/>
              </a:rPr>
              <a:t>X</a:t>
            </a:r>
          </a:p>
          <a:p>
            <a:pPr marL="2628900" lvl="5" indent="-342900" defTabSz="457200">
              <a:spcAft>
                <a:spcPts val="1200"/>
              </a:spcAft>
              <a:defRPr/>
            </a:pPr>
            <a:endParaRPr lang="en-US" sz="2000" i="1" baseline="-25000" dirty="0">
              <a:solidFill>
                <a:srgbClr val="000000"/>
              </a:solidFill>
              <a:ea typeface="ＭＳ Ｐゴシック" pitchFamily="-111" charset="-128"/>
              <a:cs typeface="ＭＳ Ｐゴシック" pitchFamily="-111" charset="-128"/>
            </a:endParaRPr>
          </a:p>
          <a:p>
            <a:pPr marL="342900" indent="-342900" eaLnBrk="1" hangingPunct="1">
              <a:spcAft>
                <a:spcPts val="1200"/>
              </a:spcAft>
              <a:defRPr/>
            </a:pPr>
            <a:r>
              <a:rPr lang="en-US" sz="2000" b="1" dirty="0">
                <a:solidFill>
                  <a:srgbClr val="000000"/>
                </a:solidFill>
              </a:rPr>
              <a:t>Rule 2: </a:t>
            </a:r>
            <a:r>
              <a:rPr lang="en-US" sz="2000" dirty="0">
                <a:solidFill>
                  <a:srgbClr val="000000"/>
                </a:solidFill>
              </a:rPr>
              <a:t>If </a:t>
            </a:r>
            <a:r>
              <a:rPr lang="en-US" sz="2000" i="1" dirty="0">
                <a:solidFill>
                  <a:srgbClr val="000000"/>
                </a:solidFill>
              </a:rPr>
              <a:t>X</a:t>
            </a:r>
            <a:r>
              <a:rPr lang="en-US" sz="2000" dirty="0">
                <a:solidFill>
                  <a:srgbClr val="000000"/>
                </a:solidFill>
              </a:rPr>
              <a:t> and </a:t>
            </a:r>
            <a:r>
              <a:rPr lang="en-US" sz="2000" i="1" dirty="0">
                <a:solidFill>
                  <a:srgbClr val="000000"/>
                </a:solidFill>
              </a:rPr>
              <a:t>Y </a:t>
            </a:r>
            <a:r>
              <a:rPr lang="en-US" sz="2000" dirty="0">
                <a:solidFill>
                  <a:srgbClr val="000000"/>
                </a:solidFill>
              </a:rPr>
              <a:t>are </a:t>
            </a:r>
            <a:r>
              <a:rPr lang="en-US" sz="2000" i="1" dirty="0">
                <a:solidFill>
                  <a:srgbClr val="000000"/>
                </a:solidFill>
              </a:rPr>
              <a:t>independent</a:t>
            </a:r>
            <a:r>
              <a:rPr lang="en-US" sz="2000" dirty="0">
                <a:solidFill>
                  <a:srgbClr val="000000"/>
                </a:solidFill>
              </a:rPr>
              <a:t> random variables, then</a:t>
            </a:r>
            <a:endParaRPr lang="en-US" sz="2000" b="1" i="1" dirty="0">
              <a:solidFill>
                <a:srgbClr val="000000"/>
              </a:solidFill>
              <a:ea typeface="ＭＳ Ｐゴシック" pitchFamily="-111" charset="-128"/>
              <a:cs typeface="ＭＳ Ｐゴシック" pitchFamily="-111" charset="-128"/>
            </a:endParaRPr>
          </a:p>
          <a:p>
            <a:pPr marL="2628900" lvl="5" indent="-342900" defTabSz="457200">
              <a:spcAft>
                <a:spcPts val="1200"/>
              </a:spcAft>
              <a:defRPr/>
            </a:pPr>
            <a:r>
              <a:rPr lang="en-US" sz="2000" i="1" dirty="0">
                <a:solidFill>
                  <a:srgbClr val="000000"/>
                </a:solidFill>
                <a:ea typeface="ＭＳ Ｐゴシック" pitchFamily="-111" charset="-128"/>
                <a:cs typeface="ＭＳ Ｐゴシック" pitchFamily="-111" charset="-128"/>
              </a:rPr>
              <a:t>σ</a:t>
            </a:r>
            <a:r>
              <a:rPr lang="en-US" sz="2000" i="1" baseline="30000" dirty="0">
                <a:solidFill>
                  <a:srgbClr val="000000"/>
                </a:solidFill>
                <a:ea typeface="ＭＳ Ｐゴシック" pitchFamily="-111" charset="-128"/>
                <a:cs typeface="ＭＳ Ｐゴシック" pitchFamily="-111" charset="-128"/>
              </a:rPr>
              <a:t>2</a:t>
            </a:r>
            <a:r>
              <a:rPr lang="en-US" sz="2000" i="1" baseline="-25000" dirty="0">
                <a:solidFill>
                  <a:srgbClr val="000000"/>
                </a:solidFill>
                <a:ea typeface="ＭＳ Ｐゴシック" pitchFamily="-111" charset="-128"/>
                <a:cs typeface="ＭＳ Ｐゴシック" pitchFamily="-111" charset="-128"/>
              </a:rPr>
              <a:t>X+Y</a:t>
            </a:r>
            <a:r>
              <a:rPr lang="en-US" sz="2000" dirty="0">
                <a:solidFill>
                  <a:srgbClr val="000000"/>
                </a:solidFill>
                <a:ea typeface="ＭＳ Ｐゴシック" pitchFamily="-111" charset="-128"/>
                <a:cs typeface="ＭＳ Ｐゴシック" pitchFamily="-111" charset="-128"/>
              </a:rPr>
              <a:t> = </a:t>
            </a:r>
            <a:r>
              <a:rPr lang="en-US" sz="2000" i="1" dirty="0">
                <a:solidFill>
                  <a:srgbClr val="000000"/>
                </a:solidFill>
                <a:ea typeface="ＭＳ Ｐゴシック" pitchFamily="-111" charset="-128"/>
                <a:cs typeface="ＭＳ Ｐゴシック" pitchFamily="-111" charset="-128"/>
              </a:rPr>
              <a:t>σ</a:t>
            </a:r>
            <a:r>
              <a:rPr lang="en-US" sz="2000" i="1" baseline="30000" dirty="0">
                <a:solidFill>
                  <a:srgbClr val="000000"/>
                </a:solidFill>
                <a:ea typeface="ＭＳ Ｐゴシック" pitchFamily="-111" charset="-128"/>
                <a:cs typeface="ＭＳ Ｐゴシック" pitchFamily="-111" charset="-128"/>
              </a:rPr>
              <a:t>2</a:t>
            </a:r>
            <a:r>
              <a:rPr lang="en-US" sz="2000" i="1" baseline="-25000" dirty="0">
                <a:solidFill>
                  <a:srgbClr val="000000"/>
                </a:solidFill>
                <a:ea typeface="ＭＳ Ｐゴシック" pitchFamily="-111" charset="-128"/>
                <a:cs typeface="ＭＳ Ｐゴシック" pitchFamily="-111" charset="-128"/>
              </a:rPr>
              <a:t>X </a:t>
            </a:r>
            <a:r>
              <a:rPr lang="en-US" sz="2000" i="1" dirty="0">
                <a:solidFill>
                  <a:srgbClr val="000000"/>
                </a:solidFill>
                <a:ea typeface="ＭＳ Ｐゴシック" pitchFamily="-111" charset="-128"/>
                <a:cs typeface="ＭＳ Ｐゴシック" pitchFamily="-111" charset="-128"/>
              </a:rPr>
              <a:t> + σ</a:t>
            </a:r>
            <a:r>
              <a:rPr lang="en-US" sz="2000" i="1" baseline="30000" dirty="0">
                <a:solidFill>
                  <a:srgbClr val="000000"/>
                </a:solidFill>
                <a:ea typeface="ＭＳ Ｐゴシック" pitchFamily="-111" charset="-128"/>
                <a:cs typeface="ＭＳ Ｐゴシック" pitchFamily="-111" charset="-128"/>
              </a:rPr>
              <a:t>2</a:t>
            </a:r>
            <a:r>
              <a:rPr lang="en-US" sz="2000" i="1" baseline="-25000" dirty="0">
                <a:solidFill>
                  <a:srgbClr val="000000"/>
                </a:solidFill>
                <a:ea typeface="ＭＳ Ｐゴシック" pitchFamily="-111" charset="-128"/>
                <a:cs typeface="ＭＳ Ｐゴシック" pitchFamily="-111" charset="-128"/>
              </a:rPr>
              <a:t>Y</a:t>
            </a:r>
          </a:p>
          <a:p>
            <a:pPr marL="2628900" lvl="5" indent="-342900" defTabSz="457200">
              <a:spcAft>
                <a:spcPts val="1200"/>
              </a:spcAft>
              <a:defRPr/>
            </a:pPr>
            <a:r>
              <a:rPr lang="en-US" sz="2000" i="1" dirty="0">
                <a:solidFill>
                  <a:srgbClr val="000000"/>
                </a:solidFill>
                <a:ea typeface="ＭＳ Ｐゴシック" pitchFamily="-111" charset="-128"/>
                <a:cs typeface="ＭＳ Ｐゴシック" pitchFamily="-111" charset="-128"/>
              </a:rPr>
              <a:t>σ</a:t>
            </a:r>
            <a:r>
              <a:rPr lang="en-US" sz="2000" i="1" baseline="30000" dirty="0">
                <a:solidFill>
                  <a:srgbClr val="000000"/>
                </a:solidFill>
                <a:ea typeface="ＭＳ Ｐゴシック" pitchFamily="-111" charset="-128"/>
                <a:cs typeface="ＭＳ Ｐゴシック" pitchFamily="-111" charset="-128"/>
              </a:rPr>
              <a:t>2</a:t>
            </a:r>
            <a:r>
              <a:rPr lang="en-US" sz="2000" i="1" baseline="-25000" dirty="0">
                <a:solidFill>
                  <a:srgbClr val="000000"/>
                </a:solidFill>
                <a:ea typeface="ＭＳ Ｐゴシック" pitchFamily="-111" charset="-128"/>
                <a:cs typeface="ＭＳ Ｐゴシック" pitchFamily="-111" charset="-128"/>
              </a:rPr>
              <a:t>X–Y</a:t>
            </a:r>
            <a:r>
              <a:rPr lang="en-US" sz="2000" dirty="0">
                <a:solidFill>
                  <a:srgbClr val="000000"/>
                </a:solidFill>
                <a:ea typeface="ＭＳ Ｐゴシック" pitchFamily="-111" charset="-128"/>
                <a:cs typeface="ＭＳ Ｐゴシック" pitchFamily="-111" charset="-128"/>
              </a:rPr>
              <a:t> = </a:t>
            </a:r>
            <a:r>
              <a:rPr lang="en-US" sz="2000" i="1" dirty="0">
                <a:solidFill>
                  <a:srgbClr val="000000"/>
                </a:solidFill>
                <a:ea typeface="ＭＳ Ｐゴシック" pitchFamily="-111" charset="-128"/>
                <a:cs typeface="ＭＳ Ｐゴシック" pitchFamily="-111" charset="-128"/>
              </a:rPr>
              <a:t>σ</a:t>
            </a:r>
            <a:r>
              <a:rPr lang="en-US" sz="2000" i="1" baseline="30000" dirty="0">
                <a:solidFill>
                  <a:srgbClr val="000000"/>
                </a:solidFill>
                <a:ea typeface="ＭＳ Ｐゴシック" pitchFamily="-111" charset="-128"/>
                <a:cs typeface="ＭＳ Ｐゴシック" pitchFamily="-111" charset="-128"/>
              </a:rPr>
              <a:t>2</a:t>
            </a:r>
            <a:r>
              <a:rPr lang="en-US" sz="2000" i="1" baseline="-25000" dirty="0">
                <a:solidFill>
                  <a:srgbClr val="000000"/>
                </a:solidFill>
                <a:ea typeface="ＭＳ Ｐゴシック" pitchFamily="-111" charset="-128"/>
                <a:cs typeface="ＭＳ Ｐゴシック" pitchFamily="-111" charset="-128"/>
              </a:rPr>
              <a:t>X </a:t>
            </a:r>
            <a:r>
              <a:rPr lang="en-US" sz="2000" i="1" dirty="0">
                <a:solidFill>
                  <a:srgbClr val="000000"/>
                </a:solidFill>
                <a:ea typeface="ＭＳ Ｐゴシック" pitchFamily="-111" charset="-128"/>
                <a:cs typeface="ＭＳ Ｐゴシック" pitchFamily="-111" charset="-128"/>
              </a:rPr>
              <a:t> + σ</a:t>
            </a:r>
            <a:r>
              <a:rPr lang="en-US" sz="2000" i="1" baseline="30000" dirty="0">
                <a:solidFill>
                  <a:srgbClr val="000000"/>
                </a:solidFill>
                <a:ea typeface="ＭＳ Ｐゴシック" pitchFamily="-111" charset="-128"/>
                <a:cs typeface="ＭＳ Ｐゴシック" pitchFamily="-111" charset="-128"/>
              </a:rPr>
              <a:t>2</a:t>
            </a:r>
            <a:r>
              <a:rPr lang="en-US" sz="2000" i="1" baseline="-25000" dirty="0">
                <a:solidFill>
                  <a:srgbClr val="000000"/>
                </a:solidFill>
                <a:ea typeface="ＭＳ Ｐゴシック" pitchFamily="-111" charset="-128"/>
                <a:cs typeface="ＭＳ Ｐゴシック" pitchFamily="-111" charset="-128"/>
              </a:rPr>
              <a:t>Y</a:t>
            </a:r>
            <a:endParaRPr lang="en-US" sz="2000" dirty="0">
              <a:solidFill>
                <a:srgbClr val="000000"/>
              </a:solidFill>
              <a:ea typeface="ＭＳ Ｐゴシック" pitchFamily="-111" charset="-128"/>
              <a:cs typeface="ＭＳ Ｐゴシック" pitchFamily="-111" charset="-128"/>
            </a:endParaRPr>
          </a:p>
          <a:p>
            <a:pPr marL="342900" indent="-342900" eaLnBrk="1" hangingPunct="1">
              <a:spcAft>
                <a:spcPts val="1200"/>
              </a:spcAft>
              <a:defRPr/>
            </a:pPr>
            <a:r>
              <a:rPr lang="en-US" sz="2000" b="1" dirty="0">
                <a:solidFill>
                  <a:srgbClr val="000000"/>
                </a:solidFill>
              </a:rPr>
              <a:t>Rule 3: </a:t>
            </a:r>
            <a:r>
              <a:rPr lang="en-US" sz="2000" dirty="0">
                <a:solidFill>
                  <a:srgbClr val="000000"/>
                </a:solidFill>
              </a:rPr>
              <a:t>If </a:t>
            </a:r>
            <a:r>
              <a:rPr lang="en-US" sz="2000" i="1" dirty="0">
                <a:solidFill>
                  <a:srgbClr val="000000"/>
                </a:solidFill>
              </a:rPr>
              <a:t>X</a:t>
            </a:r>
            <a:r>
              <a:rPr lang="en-US" sz="2000" dirty="0">
                <a:solidFill>
                  <a:srgbClr val="000000"/>
                </a:solidFill>
              </a:rPr>
              <a:t> and </a:t>
            </a:r>
            <a:r>
              <a:rPr lang="en-US" sz="2000" i="1" dirty="0">
                <a:solidFill>
                  <a:srgbClr val="000000"/>
                </a:solidFill>
              </a:rPr>
              <a:t>Y </a:t>
            </a:r>
            <a:r>
              <a:rPr lang="en-US" sz="2000" dirty="0">
                <a:solidFill>
                  <a:srgbClr val="000000"/>
                </a:solidFill>
              </a:rPr>
              <a:t>have correlation </a:t>
            </a:r>
            <a:r>
              <a:rPr lang="en-US" sz="2000" i="1" dirty="0">
                <a:solidFill>
                  <a:srgbClr val="000000"/>
                </a:solidFill>
              </a:rPr>
              <a:t>ρ</a:t>
            </a:r>
            <a:r>
              <a:rPr lang="en-US" sz="2000" dirty="0">
                <a:solidFill>
                  <a:srgbClr val="000000"/>
                </a:solidFill>
              </a:rPr>
              <a:t>, then</a:t>
            </a:r>
            <a:endParaRPr lang="en-US" sz="2000" b="1" i="1" dirty="0">
              <a:solidFill>
                <a:srgbClr val="000000"/>
              </a:solidFill>
              <a:ea typeface="ＭＳ Ｐゴシック" pitchFamily="-111" charset="-128"/>
              <a:cs typeface="ＭＳ Ｐゴシック" pitchFamily="-111" charset="-128"/>
            </a:endParaRPr>
          </a:p>
          <a:p>
            <a:pPr marL="2628900" lvl="5" indent="-342900" defTabSz="457200">
              <a:spcAft>
                <a:spcPts val="1200"/>
              </a:spcAft>
              <a:defRPr/>
            </a:pPr>
            <a:r>
              <a:rPr lang="en-US" sz="2000" i="1" dirty="0">
                <a:solidFill>
                  <a:srgbClr val="000000"/>
                </a:solidFill>
                <a:ea typeface="ＭＳ Ｐゴシック" pitchFamily="-111" charset="-128"/>
                <a:cs typeface="ＭＳ Ｐゴシック" pitchFamily="-111" charset="-128"/>
              </a:rPr>
              <a:t>σ</a:t>
            </a:r>
            <a:r>
              <a:rPr lang="en-US" sz="2000" i="1" baseline="30000" dirty="0">
                <a:solidFill>
                  <a:srgbClr val="000000"/>
                </a:solidFill>
                <a:ea typeface="ＭＳ Ｐゴシック" pitchFamily="-111" charset="-128"/>
                <a:cs typeface="ＭＳ Ｐゴシック" pitchFamily="-111" charset="-128"/>
              </a:rPr>
              <a:t>2</a:t>
            </a:r>
            <a:r>
              <a:rPr lang="en-US" sz="2000" i="1" baseline="-25000" dirty="0">
                <a:solidFill>
                  <a:srgbClr val="000000"/>
                </a:solidFill>
                <a:ea typeface="ＭＳ Ｐゴシック" pitchFamily="-111" charset="-128"/>
                <a:cs typeface="ＭＳ Ｐゴシック" pitchFamily="-111" charset="-128"/>
              </a:rPr>
              <a:t>X+Y</a:t>
            </a:r>
            <a:r>
              <a:rPr lang="en-US" sz="2000" dirty="0">
                <a:solidFill>
                  <a:srgbClr val="000000"/>
                </a:solidFill>
                <a:ea typeface="ＭＳ Ｐゴシック" pitchFamily="-111" charset="-128"/>
                <a:cs typeface="ＭＳ Ｐゴシック" pitchFamily="-111" charset="-128"/>
              </a:rPr>
              <a:t> = </a:t>
            </a:r>
            <a:r>
              <a:rPr lang="en-US" sz="2000" i="1" dirty="0">
                <a:solidFill>
                  <a:srgbClr val="000000"/>
                </a:solidFill>
                <a:ea typeface="ＭＳ Ｐゴシック" pitchFamily="-111" charset="-128"/>
                <a:cs typeface="ＭＳ Ｐゴシック" pitchFamily="-111" charset="-128"/>
              </a:rPr>
              <a:t>σ</a:t>
            </a:r>
            <a:r>
              <a:rPr lang="en-US" sz="2000" i="1" baseline="30000" dirty="0">
                <a:solidFill>
                  <a:srgbClr val="000000"/>
                </a:solidFill>
                <a:ea typeface="ＭＳ Ｐゴシック" pitchFamily="-111" charset="-128"/>
                <a:cs typeface="ＭＳ Ｐゴシック" pitchFamily="-111" charset="-128"/>
              </a:rPr>
              <a:t>2</a:t>
            </a:r>
            <a:r>
              <a:rPr lang="en-US" sz="2000" i="1" baseline="-25000" dirty="0">
                <a:solidFill>
                  <a:srgbClr val="000000"/>
                </a:solidFill>
                <a:ea typeface="ＭＳ Ｐゴシック" pitchFamily="-111" charset="-128"/>
                <a:cs typeface="ＭＳ Ｐゴシック" pitchFamily="-111" charset="-128"/>
              </a:rPr>
              <a:t>X </a:t>
            </a:r>
            <a:r>
              <a:rPr lang="en-US" sz="2000" i="1" dirty="0">
                <a:solidFill>
                  <a:srgbClr val="000000"/>
                </a:solidFill>
                <a:ea typeface="ＭＳ Ｐゴシック" pitchFamily="-111" charset="-128"/>
                <a:cs typeface="ＭＳ Ｐゴシック" pitchFamily="-111" charset="-128"/>
              </a:rPr>
              <a:t> + σ</a:t>
            </a:r>
            <a:r>
              <a:rPr lang="en-US" sz="2000" i="1" baseline="30000" dirty="0">
                <a:solidFill>
                  <a:srgbClr val="000000"/>
                </a:solidFill>
                <a:ea typeface="ＭＳ Ｐゴシック" pitchFamily="-111" charset="-128"/>
                <a:cs typeface="ＭＳ Ｐゴシック" pitchFamily="-111" charset="-128"/>
              </a:rPr>
              <a:t>2</a:t>
            </a:r>
            <a:r>
              <a:rPr lang="en-US" sz="2000" i="1" baseline="-25000" dirty="0">
                <a:solidFill>
                  <a:srgbClr val="000000"/>
                </a:solidFill>
                <a:ea typeface="ＭＳ Ｐゴシック" pitchFamily="-111" charset="-128"/>
                <a:cs typeface="ＭＳ Ｐゴシック" pitchFamily="-111" charset="-128"/>
              </a:rPr>
              <a:t>Y  </a:t>
            </a:r>
            <a:r>
              <a:rPr lang="en-US" sz="2000" dirty="0">
                <a:solidFill>
                  <a:srgbClr val="000000"/>
                </a:solidFill>
                <a:ea typeface="ＭＳ Ｐゴシック" pitchFamily="-111" charset="-128"/>
                <a:cs typeface="ＭＳ Ｐゴシック" pitchFamily="-111" charset="-128"/>
              </a:rPr>
              <a:t>+ 2</a:t>
            </a:r>
            <a:r>
              <a:rPr lang="en-US" sz="2000" i="1" dirty="0">
                <a:solidFill>
                  <a:srgbClr val="000000"/>
                </a:solidFill>
                <a:ea typeface="ＭＳ Ｐゴシック" pitchFamily="-111" charset="-128"/>
                <a:cs typeface="ＭＳ Ｐゴシック" pitchFamily="-111" charset="-128"/>
              </a:rPr>
              <a:t>ρσ</a:t>
            </a:r>
            <a:r>
              <a:rPr lang="en-US" sz="2000" i="1" baseline="-25000" dirty="0">
                <a:solidFill>
                  <a:srgbClr val="000000"/>
                </a:solidFill>
                <a:ea typeface="ＭＳ Ｐゴシック" pitchFamily="-111" charset="-128"/>
                <a:cs typeface="ＭＳ Ｐゴシック" pitchFamily="-111" charset="-128"/>
              </a:rPr>
              <a:t>X</a:t>
            </a:r>
            <a:r>
              <a:rPr lang="en-US" sz="2000" i="1" dirty="0">
                <a:solidFill>
                  <a:srgbClr val="000000"/>
                </a:solidFill>
                <a:ea typeface="ＭＳ Ｐゴシック" pitchFamily="-111" charset="-128"/>
                <a:cs typeface="ＭＳ Ｐゴシック" pitchFamily="-111" charset="-128"/>
              </a:rPr>
              <a:t>σ</a:t>
            </a:r>
            <a:r>
              <a:rPr lang="en-US" sz="2000" i="1" baseline="-25000" dirty="0">
                <a:solidFill>
                  <a:srgbClr val="000000"/>
                </a:solidFill>
                <a:ea typeface="ＭＳ Ｐゴシック" pitchFamily="-111" charset="-128"/>
                <a:cs typeface="ＭＳ Ｐゴシック" pitchFamily="-111" charset="-128"/>
              </a:rPr>
              <a:t>Y </a:t>
            </a:r>
          </a:p>
          <a:p>
            <a:pPr marL="2628900" lvl="5" indent="-342900" defTabSz="457200">
              <a:spcAft>
                <a:spcPts val="1200"/>
              </a:spcAft>
              <a:defRPr/>
            </a:pPr>
            <a:r>
              <a:rPr lang="en-US" sz="2000" i="1" dirty="0">
                <a:solidFill>
                  <a:srgbClr val="000000"/>
                </a:solidFill>
                <a:ea typeface="ＭＳ Ｐゴシック" pitchFamily="-111" charset="-128"/>
                <a:cs typeface="ＭＳ Ｐゴシック" pitchFamily="-111" charset="-128"/>
              </a:rPr>
              <a:t>σ</a:t>
            </a:r>
            <a:r>
              <a:rPr lang="en-US" sz="2000" i="1" baseline="30000" dirty="0">
                <a:solidFill>
                  <a:srgbClr val="000000"/>
                </a:solidFill>
                <a:ea typeface="ＭＳ Ｐゴシック" pitchFamily="-111" charset="-128"/>
                <a:cs typeface="ＭＳ Ｐゴシック" pitchFamily="-111" charset="-128"/>
              </a:rPr>
              <a:t>2</a:t>
            </a:r>
            <a:r>
              <a:rPr lang="en-US" sz="2000" i="1" baseline="-25000" dirty="0">
                <a:solidFill>
                  <a:srgbClr val="000000"/>
                </a:solidFill>
                <a:ea typeface="ＭＳ Ｐゴシック" pitchFamily="-111" charset="-128"/>
                <a:cs typeface="ＭＳ Ｐゴシック" pitchFamily="-111" charset="-128"/>
              </a:rPr>
              <a:t>X–Y</a:t>
            </a:r>
            <a:r>
              <a:rPr lang="en-US" sz="2000" dirty="0">
                <a:solidFill>
                  <a:srgbClr val="000000"/>
                </a:solidFill>
                <a:ea typeface="ＭＳ Ｐゴシック" pitchFamily="-111" charset="-128"/>
                <a:cs typeface="ＭＳ Ｐゴシック" pitchFamily="-111" charset="-128"/>
              </a:rPr>
              <a:t> = </a:t>
            </a:r>
            <a:r>
              <a:rPr lang="en-US" sz="2000" i="1" dirty="0">
                <a:solidFill>
                  <a:srgbClr val="000000"/>
                </a:solidFill>
                <a:ea typeface="ＭＳ Ｐゴシック" pitchFamily="-111" charset="-128"/>
                <a:cs typeface="ＭＳ Ｐゴシック" pitchFamily="-111" charset="-128"/>
              </a:rPr>
              <a:t>σ</a:t>
            </a:r>
            <a:r>
              <a:rPr lang="en-US" sz="2000" i="1" baseline="30000" dirty="0">
                <a:solidFill>
                  <a:srgbClr val="000000"/>
                </a:solidFill>
                <a:ea typeface="ＭＳ Ｐゴシック" pitchFamily="-111" charset="-128"/>
                <a:cs typeface="ＭＳ Ｐゴシック" pitchFamily="-111" charset="-128"/>
              </a:rPr>
              <a:t>2</a:t>
            </a:r>
            <a:r>
              <a:rPr lang="en-US" sz="2000" i="1" baseline="-25000" dirty="0">
                <a:solidFill>
                  <a:srgbClr val="000000"/>
                </a:solidFill>
                <a:ea typeface="ＭＳ Ｐゴシック" pitchFamily="-111" charset="-128"/>
                <a:cs typeface="ＭＳ Ｐゴシック" pitchFamily="-111" charset="-128"/>
              </a:rPr>
              <a:t>X </a:t>
            </a:r>
            <a:r>
              <a:rPr lang="en-US" sz="2000" i="1" dirty="0">
                <a:solidFill>
                  <a:srgbClr val="000000"/>
                </a:solidFill>
                <a:ea typeface="ＭＳ Ｐゴシック" pitchFamily="-111" charset="-128"/>
                <a:cs typeface="ＭＳ Ｐゴシック" pitchFamily="-111" charset="-128"/>
              </a:rPr>
              <a:t>+ σ</a:t>
            </a:r>
            <a:r>
              <a:rPr lang="en-US" sz="2000" i="1" baseline="30000" dirty="0">
                <a:solidFill>
                  <a:srgbClr val="000000"/>
                </a:solidFill>
                <a:ea typeface="ＭＳ Ｐゴシック" pitchFamily="-111" charset="-128"/>
                <a:cs typeface="ＭＳ Ｐゴシック" pitchFamily="-111" charset="-128"/>
              </a:rPr>
              <a:t>2</a:t>
            </a:r>
            <a:r>
              <a:rPr lang="en-US" sz="2000" i="1" baseline="-25000" dirty="0">
                <a:solidFill>
                  <a:srgbClr val="000000"/>
                </a:solidFill>
                <a:ea typeface="ＭＳ Ｐゴシック" pitchFamily="-111" charset="-128"/>
                <a:cs typeface="ＭＳ Ｐゴシック" pitchFamily="-111" charset="-128"/>
              </a:rPr>
              <a:t>Y   </a:t>
            </a:r>
            <a:r>
              <a:rPr lang="en-US" sz="2000" dirty="0">
                <a:solidFill>
                  <a:srgbClr val="000000"/>
                </a:solidFill>
                <a:latin typeface="Times New Roman" panose="02020603050405020304" pitchFamily="18" charset="0"/>
                <a:ea typeface="ＭＳ Ｐゴシック" pitchFamily="-111" charset="-128"/>
                <a:cs typeface="ＭＳ Ｐゴシック" pitchFamily="-111" charset="-128"/>
              </a:rPr>
              <a:t>̶</a:t>
            </a:r>
            <a:r>
              <a:rPr lang="en-US" sz="2000" dirty="0">
                <a:solidFill>
                  <a:srgbClr val="000000"/>
                </a:solidFill>
                <a:ea typeface="ＭＳ Ｐゴシック" pitchFamily="-111" charset="-128"/>
                <a:cs typeface="ＭＳ Ｐゴシック" pitchFamily="-111" charset="-128"/>
              </a:rPr>
              <a:t>  2</a:t>
            </a:r>
            <a:r>
              <a:rPr lang="en-US" sz="2000" i="1" dirty="0">
                <a:solidFill>
                  <a:srgbClr val="000000"/>
                </a:solidFill>
                <a:ea typeface="ＭＳ Ｐゴシック" pitchFamily="-111" charset="-128"/>
                <a:cs typeface="ＭＳ Ｐゴシック" pitchFamily="-111" charset="-128"/>
              </a:rPr>
              <a:t>ρσ</a:t>
            </a:r>
            <a:r>
              <a:rPr lang="en-US" sz="2000" i="1" baseline="-25000" dirty="0">
                <a:solidFill>
                  <a:srgbClr val="000000"/>
                </a:solidFill>
                <a:ea typeface="ＭＳ Ｐゴシック" pitchFamily="-111" charset="-128"/>
                <a:cs typeface="ＭＳ Ｐゴシック" pitchFamily="-111" charset="-128"/>
              </a:rPr>
              <a:t>X</a:t>
            </a:r>
            <a:r>
              <a:rPr lang="en-US" sz="2000" i="1" dirty="0">
                <a:solidFill>
                  <a:srgbClr val="000000"/>
                </a:solidFill>
                <a:ea typeface="ＭＳ Ｐゴシック" pitchFamily="-111" charset="-128"/>
                <a:cs typeface="ＭＳ Ｐゴシック" pitchFamily="-111" charset="-128"/>
              </a:rPr>
              <a:t>σ</a:t>
            </a:r>
            <a:r>
              <a:rPr lang="en-US" sz="2000" i="1" baseline="-25000" dirty="0">
                <a:solidFill>
                  <a:srgbClr val="000000"/>
                </a:solidFill>
                <a:ea typeface="ＭＳ Ｐゴシック" pitchFamily="-111" charset="-128"/>
                <a:cs typeface="ＭＳ Ｐゴシック" pitchFamily="-111" charset="-128"/>
              </a:rPr>
              <a:t>Y  </a:t>
            </a:r>
            <a:endParaRPr lang="en-US" sz="2000" dirty="0">
              <a:solidFill>
                <a:srgbClr val="000000"/>
              </a:solidFill>
              <a:ea typeface="ＭＳ Ｐゴシック" pitchFamily="-111" charset="-128"/>
              <a:cs typeface="ＭＳ Ｐゴシック" pitchFamily="-111" charset="-128"/>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bg/>
                                          </p:spTgt>
                                        </p:tgtEl>
                                        <p:attrNameLst>
                                          <p:attrName>style.visibility</p:attrName>
                                        </p:attrNameLst>
                                      </p:cBhvr>
                                      <p:to>
                                        <p:strVal val="visible"/>
                                      </p:to>
                                    </p:set>
                                    <p:animEffect transition="in" filter="fade">
                                      <p:cBhvr>
                                        <p:cTn id="7" dur="1000"/>
                                        <p:tgtEl>
                                          <p:spTgt spid="7">
                                            <p:bg/>
                                          </p:spTgt>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animEffect transition="in" filter="fade">
                                      <p:cBhvr>
                                        <p:cTn id="11" dur="1000"/>
                                        <p:tgtEl>
                                          <p:spTgt spid="7">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7">
                                            <p:txEl>
                                              <p:pRg st="1" end="1"/>
                                            </p:txEl>
                                          </p:spTgt>
                                        </p:tgtEl>
                                        <p:attrNameLst>
                                          <p:attrName>style.visibility</p:attrName>
                                        </p:attrNameLst>
                                      </p:cBhvr>
                                      <p:to>
                                        <p:strVal val="visible"/>
                                      </p:to>
                                    </p:set>
                                    <p:animEffect transition="in" filter="fade">
                                      <p:cBhvr>
                                        <p:cTn id="16" dur="1000"/>
                                        <p:tgtEl>
                                          <p:spTgt spid="7">
                                            <p:txEl>
                                              <p:pRg st="1" end="1"/>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7">
                                            <p:txEl>
                                              <p:pRg st="2" end="2"/>
                                            </p:txEl>
                                          </p:spTgt>
                                        </p:tgtEl>
                                        <p:attrNameLst>
                                          <p:attrName>style.visibility</p:attrName>
                                        </p:attrNameLst>
                                      </p:cBhvr>
                                      <p:to>
                                        <p:strVal val="visible"/>
                                      </p:to>
                                    </p:set>
                                    <p:animEffect transition="in" filter="fade">
                                      <p:cBhvr>
                                        <p:cTn id="19" dur="500"/>
                                        <p:tgtEl>
                                          <p:spTgt spid="7">
                                            <p:txEl>
                                              <p:pRg st="2" end="2"/>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7">
                                            <p:txEl>
                                              <p:pRg st="4" end="4"/>
                                            </p:txEl>
                                          </p:spTgt>
                                        </p:tgtEl>
                                        <p:attrNameLst>
                                          <p:attrName>style.visibility</p:attrName>
                                        </p:attrNameLst>
                                      </p:cBhvr>
                                      <p:to>
                                        <p:strVal val="visible"/>
                                      </p:to>
                                    </p:set>
                                    <p:animEffect transition="in" filter="fade">
                                      <p:cBhvr>
                                        <p:cTn id="24" dur="1000"/>
                                        <p:tgtEl>
                                          <p:spTgt spid="7">
                                            <p:txEl>
                                              <p:pRg st="4" end="4"/>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7">
                                            <p:txEl>
                                              <p:pRg st="5" end="5"/>
                                            </p:txEl>
                                          </p:spTgt>
                                        </p:tgtEl>
                                        <p:attrNameLst>
                                          <p:attrName>style.visibility</p:attrName>
                                        </p:attrNameLst>
                                      </p:cBhvr>
                                      <p:to>
                                        <p:strVal val="visible"/>
                                      </p:to>
                                    </p:set>
                                    <p:animEffect transition="in" filter="fade">
                                      <p:cBhvr>
                                        <p:cTn id="27" dur="1000"/>
                                        <p:tgtEl>
                                          <p:spTgt spid="7">
                                            <p:txEl>
                                              <p:pRg st="5" end="5"/>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7">
                                            <p:txEl>
                                              <p:pRg st="6" end="6"/>
                                            </p:txEl>
                                          </p:spTgt>
                                        </p:tgtEl>
                                        <p:attrNameLst>
                                          <p:attrName>style.visibility</p:attrName>
                                        </p:attrNameLst>
                                      </p:cBhvr>
                                      <p:to>
                                        <p:strVal val="visible"/>
                                      </p:to>
                                    </p:set>
                                    <p:animEffect transition="in" filter="fade">
                                      <p:cBhvr>
                                        <p:cTn id="30" dur="1000"/>
                                        <p:tgtEl>
                                          <p:spTgt spid="7">
                                            <p:txEl>
                                              <p:pRg st="6" end="6"/>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7">
                                            <p:txEl>
                                              <p:pRg st="7" end="7"/>
                                            </p:txEl>
                                          </p:spTgt>
                                        </p:tgtEl>
                                        <p:attrNameLst>
                                          <p:attrName>style.visibility</p:attrName>
                                        </p:attrNameLst>
                                      </p:cBhvr>
                                      <p:to>
                                        <p:strVal val="visible"/>
                                      </p:to>
                                    </p:set>
                                    <p:animEffect transition="in" filter="fade">
                                      <p:cBhvr>
                                        <p:cTn id="35" dur="1000"/>
                                        <p:tgtEl>
                                          <p:spTgt spid="7">
                                            <p:txEl>
                                              <p:pRg st="7" end="7"/>
                                            </p:txEl>
                                          </p:spTgt>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7">
                                            <p:txEl>
                                              <p:pRg st="8" end="8"/>
                                            </p:txEl>
                                          </p:spTgt>
                                        </p:tgtEl>
                                        <p:attrNameLst>
                                          <p:attrName>style.visibility</p:attrName>
                                        </p:attrNameLst>
                                      </p:cBhvr>
                                      <p:to>
                                        <p:strVal val="visible"/>
                                      </p:to>
                                    </p:set>
                                    <p:animEffect transition="in" filter="fade">
                                      <p:cBhvr>
                                        <p:cTn id="38" dur="1000"/>
                                        <p:tgtEl>
                                          <p:spTgt spid="7">
                                            <p:txEl>
                                              <p:pRg st="8" end="8"/>
                                            </p:txEl>
                                          </p:spTgt>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7">
                                            <p:txEl>
                                              <p:pRg st="9" end="9"/>
                                            </p:txEl>
                                          </p:spTgt>
                                        </p:tgtEl>
                                        <p:attrNameLst>
                                          <p:attrName>style.visibility</p:attrName>
                                        </p:attrNameLst>
                                      </p:cBhvr>
                                      <p:to>
                                        <p:strVal val="visible"/>
                                      </p:to>
                                    </p:set>
                                    <p:animEffect transition="in" filter="fade">
                                      <p:cBhvr>
                                        <p:cTn id="41" dur="1000"/>
                                        <p:tgtEl>
                                          <p:spTgt spid="7">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bldLvl="5"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Title 2"/>
          <p:cNvSpPr>
            <a:spLocks noGrp="1"/>
          </p:cNvSpPr>
          <p:nvPr>
            <p:ph type="title"/>
          </p:nvPr>
        </p:nvSpPr>
        <p:spPr>
          <a:xfrm>
            <a:off x="457200" y="914400"/>
            <a:ext cx="6508750" cy="1182488"/>
          </a:xfrm>
        </p:spPr>
        <p:txBody>
          <a:bodyPr anchor="t"/>
          <a:lstStyle/>
          <a:p>
            <a:pPr eaLnBrk="1" hangingPunct="1"/>
            <a:r>
              <a:rPr lang="en-US" b="1" dirty="0">
                <a:ea typeface="ＭＳ Ｐゴシック" pitchFamily="34" charset="-128"/>
              </a:rPr>
              <a:t>4.5 General Probability Rules</a:t>
            </a:r>
          </a:p>
        </p:txBody>
      </p:sp>
      <p:sp>
        <p:nvSpPr>
          <p:cNvPr id="65538" name="Text Placeholder 3"/>
          <p:cNvSpPr>
            <a:spLocks noGrp="1"/>
          </p:cNvSpPr>
          <p:nvPr>
            <p:ph idx="1"/>
          </p:nvPr>
        </p:nvSpPr>
        <p:spPr>
          <a:xfrm>
            <a:off x="457200" y="2209800"/>
            <a:ext cx="6508750" cy="4051663"/>
          </a:xfrm>
        </p:spPr>
        <p:txBody>
          <a:bodyPr/>
          <a:lstStyle/>
          <a:p>
            <a:pPr eaLnBrk="1" hangingPunct="1">
              <a:buSzPct val="110000"/>
              <a:buFont typeface="Wingdings" pitchFamily="2" charset="2"/>
              <a:buChar char="§"/>
            </a:pPr>
            <a:r>
              <a:rPr lang="en-US" sz="2400" dirty="0">
                <a:solidFill>
                  <a:schemeClr val="accent1"/>
                </a:solidFill>
                <a:ea typeface="ＭＳ Ｐゴシック" pitchFamily="34" charset="-128"/>
              </a:rPr>
              <a:t>Probability rules</a:t>
            </a:r>
          </a:p>
          <a:p>
            <a:pPr eaLnBrk="1" hangingPunct="1">
              <a:buSzPct val="110000"/>
              <a:buFont typeface="Wingdings" pitchFamily="2" charset="2"/>
              <a:buChar char="§"/>
            </a:pPr>
            <a:r>
              <a:rPr lang="en-US" sz="2400" dirty="0">
                <a:solidFill>
                  <a:schemeClr val="accent1"/>
                </a:solidFill>
                <a:ea typeface="ＭＳ Ｐゴシック" pitchFamily="34" charset="-128"/>
              </a:rPr>
              <a:t>General addition rules</a:t>
            </a:r>
          </a:p>
          <a:p>
            <a:pPr eaLnBrk="1" hangingPunct="1">
              <a:buSzPct val="110000"/>
              <a:buFont typeface="Wingdings" pitchFamily="2" charset="2"/>
              <a:buChar char="§"/>
            </a:pPr>
            <a:r>
              <a:rPr lang="en-US" sz="2400" dirty="0">
                <a:solidFill>
                  <a:schemeClr val="accent1"/>
                </a:solidFill>
                <a:ea typeface="ＭＳ Ｐゴシック" pitchFamily="34" charset="-128"/>
              </a:rPr>
              <a:t>Conditional probability</a:t>
            </a:r>
          </a:p>
          <a:p>
            <a:pPr eaLnBrk="1" hangingPunct="1">
              <a:buSzPct val="110000"/>
              <a:buFont typeface="Wingdings" pitchFamily="2" charset="2"/>
              <a:buChar char="§"/>
            </a:pPr>
            <a:r>
              <a:rPr lang="en-US" sz="2400" dirty="0">
                <a:solidFill>
                  <a:schemeClr val="accent1"/>
                </a:solidFill>
                <a:ea typeface="ＭＳ Ｐゴシック" pitchFamily="34" charset="-128"/>
              </a:rPr>
              <a:t>General multiplication rules</a:t>
            </a:r>
          </a:p>
          <a:p>
            <a:pPr eaLnBrk="1" hangingPunct="1">
              <a:buSzPct val="110000"/>
              <a:buFont typeface="Wingdings" pitchFamily="2" charset="2"/>
              <a:buChar char="§"/>
            </a:pPr>
            <a:r>
              <a:rPr lang="en-US" sz="2400" dirty="0">
                <a:solidFill>
                  <a:schemeClr val="accent1"/>
                </a:solidFill>
                <a:ea typeface="ＭＳ Ｐゴシック" pitchFamily="34" charset="-128"/>
              </a:rPr>
              <a:t>Tree diagrams</a:t>
            </a:r>
          </a:p>
          <a:p>
            <a:pPr eaLnBrk="1" hangingPunct="1">
              <a:buSzPct val="110000"/>
              <a:buFont typeface="Wingdings" pitchFamily="2" charset="2"/>
              <a:buChar char="§"/>
            </a:pPr>
            <a:r>
              <a:rPr lang="en-US" sz="2400" dirty="0" err="1">
                <a:solidFill>
                  <a:schemeClr val="accent1"/>
                </a:solidFill>
                <a:ea typeface="ＭＳ Ｐゴシック" pitchFamily="34" charset="-128"/>
              </a:rPr>
              <a:t>Bayes</a:t>
            </a:r>
            <a:r>
              <a:rPr lang="en-US" altLang="en-US" sz="2400" dirty="0" err="1">
                <a:solidFill>
                  <a:schemeClr val="accent1"/>
                </a:solidFill>
                <a:ea typeface="ＭＳ Ｐゴシック" pitchFamily="34" charset="-128"/>
              </a:rPr>
              <a:t>’</a:t>
            </a:r>
            <a:r>
              <a:rPr lang="en-US" sz="2400" dirty="0" err="1">
                <a:solidFill>
                  <a:schemeClr val="accent1"/>
                </a:solidFill>
                <a:ea typeface="ＭＳ Ｐゴシック" pitchFamily="34" charset="-128"/>
              </a:rPr>
              <a:t>s</a:t>
            </a:r>
            <a:r>
              <a:rPr lang="en-US" sz="2400" dirty="0">
                <a:solidFill>
                  <a:schemeClr val="accent1"/>
                </a:solidFill>
                <a:ea typeface="ＭＳ Ｐゴシック" pitchFamily="34" charset="-128"/>
              </a:rPr>
              <a:t> rule</a:t>
            </a:r>
          </a:p>
          <a:p>
            <a:pPr eaLnBrk="1" hangingPunct="1">
              <a:buSzPct val="110000"/>
              <a:buFont typeface="Wingdings" pitchFamily="2" charset="2"/>
              <a:buChar char="§"/>
            </a:pPr>
            <a:r>
              <a:rPr lang="en-US" sz="2400" dirty="0">
                <a:solidFill>
                  <a:schemeClr val="accent1"/>
                </a:solidFill>
                <a:ea typeface="ＭＳ Ｐゴシック" pitchFamily="34" charset="-128"/>
              </a:rPr>
              <a:t>Independence again</a:t>
            </a:r>
          </a:p>
        </p:txBody>
      </p:sp>
      <p:sp>
        <p:nvSpPr>
          <p:cNvPr id="65539" name="Slide Number Placeholder 11"/>
          <p:cNvSpPr>
            <a:spLocks noGrp="1"/>
          </p:cNvSpPr>
          <p:nvPr>
            <p:ph type="sldNum" sz="quarter" idx="10"/>
          </p:nvPr>
        </p:nvSpPr>
        <p:spPr bwMode="auto">
          <a:xfrm>
            <a:off x="8509000" y="6356350"/>
            <a:ext cx="508000" cy="37773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11556821-05D1-41DE-B91E-8230A59EA00B}" type="slidenum">
              <a:rPr lang="en-US" sz="1400">
                <a:solidFill>
                  <a:schemeClr val="accent1"/>
                </a:solidFill>
              </a:rPr>
              <a:pPr/>
              <a:t>35</a:t>
            </a:fld>
            <a:endParaRPr lang="en-US" sz="1400">
              <a:solidFill>
                <a:schemeClr val="accent1"/>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6563" name="Rectangle 2"/>
          <p:cNvSpPr>
            <a:spLocks noGrp="1" noChangeArrowheads="1"/>
          </p:cNvSpPr>
          <p:nvPr>
            <p:ph type="title"/>
          </p:nvPr>
        </p:nvSpPr>
        <p:spPr>
          <a:xfrm>
            <a:off x="299244" y="336868"/>
            <a:ext cx="7772400" cy="777240"/>
          </a:xfrm>
        </p:spPr>
        <p:txBody>
          <a:bodyPr/>
          <a:lstStyle/>
          <a:p>
            <a:pPr eaLnBrk="1" hangingPunct="1"/>
            <a:r>
              <a:rPr lang="en-US" dirty="0">
                <a:ea typeface="ＭＳ Ｐゴシック" pitchFamily="34" charset="-128"/>
                <a:cs typeface="Arial" pitchFamily="34" charset="0"/>
              </a:rPr>
              <a:t>Probability Rules</a:t>
            </a:r>
          </a:p>
        </p:txBody>
      </p:sp>
      <p:sp>
        <p:nvSpPr>
          <p:cNvPr id="66562"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nSpc>
                <a:spcPct val="80000"/>
              </a:lnSpc>
            </a:pPr>
            <a:fld id="{03C8028A-A859-4C7E-B827-2D312F028CDD}" type="slidenum">
              <a:rPr lang="en-US" sz="1200">
                <a:solidFill>
                  <a:schemeClr val="accent1"/>
                </a:solidFill>
              </a:rPr>
              <a:pPr>
                <a:lnSpc>
                  <a:spcPct val="80000"/>
                </a:lnSpc>
              </a:pPr>
              <a:t>36</a:t>
            </a:fld>
            <a:endParaRPr lang="en-US" sz="1200">
              <a:solidFill>
                <a:schemeClr val="accent1"/>
              </a:solidFill>
            </a:endParaRPr>
          </a:p>
        </p:txBody>
      </p:sp>
      <p:sp>
        <p:nvSpPr>
          <p:cNvPr id="66561" name="Rectangle 3"/>
          <p:cNvSpPr txBox="1">
            <a:spLocks noChangeArrowheads="1"/>
          </p:cNvSpPr>
          <p:nvPr/>
        </p:nvSpPr>
        <p:spPr bwMode="auto">
          <a:xfrm>
            <a:off x="299244" y="1199832"/>
            <a:ext cx="7849394" cy="98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buFont typeface="Wingdings" pitchFamily="2" charset="2"/>
              <a:buNone/>
            </a:pPr>
            <a:r>
              <a:rPr lang="en-US" sz="2000" dirty="0">
                <a:solidFill>
                  <a:srgbClr val="000000"/>
                </a:solidFill>
              </a:rPr>
              <a:t>Our study of probability has concentrated on random variables and their distributions. Now we return to the laws that govern any assignment of probabilities.</a:t>
            </a:r>
            <a:endParaRPr lang="en-US" sz="2000" dirty="0">
              <a:cs typeface="Arial" pitchFamily="34" charset="0"/>
            </a:endParaRPr>
          </a:p>
        </p:txBody>
      </p:sp>
      <p:sp>
        <p:nvSpPr>
          <p:cNvPr id="7" name="TextBox 6"/>
          <p:cNvSpPr txBox="1">
            <a:spLocks noChangeArrowheads="1"/>
          </p:cNvSpPr>
          <p:nvPr/>
        </p:nvSpPr>
        <p:spPr bwMode="auto">
          <a:xfrm>
            <a:off x="299244" y="2600759"/>
            <a:ext cx="8210550" cy="2246312"/>
          </a:xfrm>
          <a:prstGeom prst="rect">
            <a:avLst/>
          </a:prstGeom>
          <a:solidFill>
            <a:srgbClr val="FFD780"/>
          </a:solidFill>
          <a:ln w="10000">
            <a:solidFill>
              <a:srgbClr val="D2DA7A"/>
            </a:solidFill>
            <a:miter lim="800000"/>
            <a:headEnd/>
            <a:tailEnd/>
          </a:ln>
          <a:effectLst>
            <a:outerShdw blurRad="38100" dist="30000" dir="5400000" rotWithShape="0">
              <a:srgbClr val="808080">
                <a:alpha val="45000"/>
              </a:srgbClr>
            </a:outerShdw>
          </a:effectLst>
        </p:spPr>
        <p:txBody>
          <a:bodyPr>
            <a:spAutoFit/>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Aft>
                <a:spcPts val="1200"/>
              </a:spcAft>
            </a:pPr>
            <a:r>
              <a:rPr lang="en-US" sz="2000" b="1" dirty="0"/>
              <a:t>Rule 1.</a:t>
            </a:r>
            <a:r>
              <a:rPr lang="en-US" sz="2000" dirty="0"/>
              <a:t> The probability </a:t>
            </a:r>
            <a:r>
              <a:rPr lang="en-US" sz="2000" i="1" dirty="0"/>
              <a:t>P</a:t>
            </a:r>
            <a:r>
              <a:rPr lang="en-US" sz="2000" dirty="0"/>
              <a:t>(</a:t>
            </a:r>
            <a:r>
              <a:rPr lang="en-US" sz="2000" i="1" dirty="0"/>
              <a:t>A</a:t>
            </a:r>
            <a:r>
              <a:rPr lang="en-US" sz="2000" dirty="0"/>
              <a:t>) of any event </a:t>
            </a:r>
            <a:r>
              <a:rPr lang="en-US" sz="2000" i="1" dirty="0"/>
              <a:t>A</a:t>
            </a:r>
            <a:r>
              <a:rPr lang="en-US" sz="2000" dirty="0"/>
              <a:t> satisfies </a:t>
            </a:r>
            <a:r>
              <a:rPr lang="en-US" sz="2000" b="1" dirty="0"/>
              <a:t>0 ≤ </a:t>
            </a:r>
            <a:r>
              <a:rPr lang="en-US" sz="2000" b="1" i="1" dirty="0"/>
              <a:t>P</a:t>
            </a:r>
            <a:r>
              <a:rPr lang="en-US" sz="2000" b="1" dirty="0"/>
              <a:t>(</a:t>
            </a:r>
            <a:r>
              <a:rPr lang="en-US" sz="2000" b="1" i="1" dirty="0"/>
              <a:t>A</a:t>
            </a:r>
            <a:r>
              <a:rPr lang="en-US" sz="2000" b="1" dirty="0"/>
              <a:t>) ≤ 1.</a:t>
            </a:r>
          </a:p>
          <a:p>
            <a:pPr eaLnBrk="1" hangingPunct="1">
              <a:spcAft>
                <a:spcPts val="1200"/>
              </a:spcAft>
            </a:pPr>
            <a:r>
              <a:rPr lang="en-US" sz="2000" b="1" dirty="0"/>
              <a:t>Rule 2.</a:t>
            </a:r>
            <a:r>
              <a:rPr lang="en-US" sz="2000" dirty="0"/>
              <a:t> If </a:t>
            </a:r>
            <a:r>
              <a:rPr lang="en-US" sz="2000" i="1" dirty="0"/>
              <a:t>S</a:t>
            </a:r>
            <a:r>
              <a:rPr lang="en-US" sz="2000" dirty="0"/>
              <a:t> is the sample space in a probability model, then </a:t>
            </a:r>
            <a:r>
              <a:rPr lang="en-US" sz="2000" b="1" i="1" dirty="0"/>
              <a:t>P</a:t>
            </a:r>
            <a:r>
              <a:rPr lang="en-US" sz="2000" b="1" dirty="0"/>
              <a:t>(</a:t>
            </a:r>
            <a:r>
              <a:rPr lang="en-US" sz="2000" b="1" i="1" dirty="0"/>
              <a:t>S</a:t>
            </a:r>
            <a:r>
              <a:rPr lang="en-US" sz="2000" b="1" dirty="0"/>
              <a:t>) = 1.</a:t>
            </a:r>
          </a:p>
          <a:p>
            <a:pPr eaLnBrk="1" hangingPunct="1">
              <a:spcAft>
                <a:spcPts val="1200"/>
              </a:spcAft>
            </a:pPr>
            <a:r>
              <a:rPr lang="en-US" sz="2000" b="1" dirty="0"/>
              <a:t>Rule 3. </a:t>
            </a:r>
            <a:r>
              <a:rPr lang="en-US" sz="2000" dirty="0"/>
              <a:t>If </a:t>
            </a:r>
            <a:r>
              <a:rPr lang="en-US" sz="2000" i="1" dirty="0"/>
              <a:t>A </a:t>
            </a:r>
            <a:r>
              <a:rPr lang="en-US" sz="2000" dirty="0"/>
              <a:t>and </a:t>
            </a:r>
            <a:r>
              <a:rPr lang="en-US" sz="2000" i="1" dirty="0"/>
              <a:t>B </a:t>
            </a:r>
            <a:r>
              <a:rPr lang="en-US" sz="2000" dirty="0"/>
              <a:t>are </a:t>
            </a:r>
            <a:r>
              <a:rPr lang="en-US" sz="2000" b="1" dirty="0"/>
              <a:t>disjoint</a:t>
            </a:r>
            <a:r>
              <a:rPr lang="en-US" sz="2000" dirty="0"/>
              <a:t>, then </a:t>
            </a:r>
            <a:r>
              <a:rPr lang="en-US" sz="2000" b="1" i="1" dirty="0"/>
              <a:t>P</a:t>
            </a:r>
            <a:r>
              <a:rPr lang="en-US" sz="2000" b="1" dirty="0"/>
              <a:t>(</a:t>
            </a:r>
            <a:r>
              <a:rPr lang="en-US" sz="2000" b="1" i="1" dirty="0"/>
              <a:t>A </a:t>
            </a:r>
            <a:r>
              <a:rPr lang="en-US" sz="2000" b="1" dirty="0"/>
              <a:t>or </a:t>
            </a:r>
            <a:r>
              <a:rPr lang="en-US" sz="2000" b="1" i="1" dirty="0"/>
              <a:t>B</a:t>
            </a:r>
            <a:r>
              <a:rPr lang="en-US" sz="2000" b="1" dirty="0"/>
              <a:t>) = </a:t>
            </a:r>
            <a:r>
              <a:rPr lang="en-US" sz="2000" b="1" i="1" dirty="0"/>
              <a:t>P</a:t>
            </a:r>
            <a:r>
              <a:rPr lang="en-US" sz="2000" b="1" dirty="0"/>
              <a:t>(</a:t>
            </a:r>
            <a:r>
              <a:rPr lang="en-US" sz="2000" b="1" i="1" dirty="0"/>
              <a:t>A</a:t>
            </a:r>
            <a:r>
              <a:rPr lang="en-US" sz="2000" b="1" dirty="0"/>
              <a:t>) + </a:t>
            </a:r>
            <a:r>
              <a:rPr lang="en-US" sz="2000" b="1" i="1" dirty="0"/>
              <a:t>P</a:t>
            </a:r>
            <a:r>
              <a:rPr lang="en-US" sz="2000" b="1" dirty="0"/>
              <a:t>(</a:t>
            </a:r>
            <a:r>
              <a:rPr lang="en-US" sz="2000" b="1" i="1" dirty="0"/>
              <a:t>B</a:t>
            </a:r>
            <a:r>
              <a:rPr lang="en-US" sz="2000" b="1" dirty="0"/>
              <a:t>).</a:t>
            </a:r>
            <a:r>
              <a:rPr lang="en-US" sz="2000" dirty="0"/>
              <a:t> </a:t>
            </a:r>
            <a:endParaRPr lang="en-US" sz="2000" b="1" dirty="0"/>
          </a:p>
          <a:p>
            <a:pPr eaLnBrk="1" hangingPunct="1">
              <a:spcAft>
                <a:spcPts val="1200"/>
              </a:spcAft>
            </a:pPr>
            <a:r>
              <a:rPr lang="en-US" sz="2000" b="1" dirty="0"/>
              <a:t>Rule 4.</a:t>
            </a:r>
            <a:r>
              <a:rPr lang="en-US" sz="2000" b="1" i="1" dirty="0"/>
              <a:t> </a:t>
            </a:r>
            <a:r>
              <a:rPr lang="en-US" sz="2000" dirty="0"/>
              <a:t>For any event </a:t>
            </a:r>
            <a:r>
              <a:rPr lang="en-US" sz="2000" i="1" dirty="0"/>
              <a:t>A</a:t>
            </a:r>
            <a:r>
              <a:rPr lang="en-US" sz="2000" dirty="0"/>
              <a:t>, </a:t>
            </a:r>
            <a:r>
              <a:rPr lang="en-US" sz="2000" b="1" i="1" dirty="0"/>
              <a:t>P</a:t>
            </a:r>
            <a:r>
              <a:rPr lang="en-US" sz="2000" b="1" dirty="0"/>
              <a:t>(</a:t>
            </a:r>
            <a:r>
              <a:rPr lang="en-US" sz="2000" b="1" i="1" dirty="0"/>
              <a:t>A</a:t>
            </a:r>
            <a:r>
              <a:rPr lang="en-US" sz="2000" b="1" i="1" baseline="30000" dirty="0"/>
              <a:t>C</a:t>
            </a:r>
            <a:r>
              <a:rPr lang="en-US" sz="2000" b="1" dirty="0"/>
              <a:t>) = 1 – </a:t>
            </a:r>
            <a:r>
              <a:rPr lang="en-US" sz="2000" b="1" i="1" dirty="0"/>
              <a:t>P</a:t>
            </a:r>
            <a:r>
              <a:rPr lang="en-US" sz="2000" b="1" dirty="0"/>
              <a:t>(</a:t>
            </a:r>
            <a:r>
              <a:rPr lang="en-US" sz="2000" b="1" i="1" dirty="0"/>
              <a:t>A</a:t>
            </a:r>
            <a:r>
              <a:rPr lang="en-US" sz="2000" b="1" dirty="0"/>
              <a:t>).</a:t>
            </a:r>
          </a:p>
          <a:p>
            <a:pPr eaLnBrk="1" hangingPunct="1">
              <a:spcAft>
                <a:spcPts val="1200"/>
              </a:spcAft>
            </a:pPr>
            <a:r>
              <a:rPr lang="en-US" sz="2000" b="1" dirty="0"/>
              <a:t>Rule 5. </a:t>
            </a:r>
            <a:r>
              <a:rPr lang="en-US" sz="2000" dirty="0"/>
              <a:t>If </a:t>
            </a:r>
            <a:r>
              <a:rPr lang="en-US" sz="2000" i="1" dirty="0"/>
              <a:t>A </a:t>
            </a:r>
            <a:r>
              <a:rPr lang="en-US" sz="2000" dirty="0"/>
              <a:t>and </a:t>
            </a:r>
            <a:r>
              <a:rPr lang="en-US" sz="2000" i="1" dirty="0"/>
              <a:t>B</a:t>
            </a:r>
            <a:r>
              <a:rPr lang="en-US" sz="2000" dirty="0"/>
              <a:t> are </a:t>
            </a:r>
            <a:r>
              <a:rPr lang="en-US" sz="2000" b="1" dirty="0"/>
              <a:t>independent</a:t>
            </a:r>
            <a:r>
              <a:rPr lang="en-US" sz="2000" dirty="0"/>
              <a:t>, then </a:t>
            </a:r>
            <a:r>
              <a:rPr lang="en-US" sz="2000" b="1" i="1" dirty="0"/>
              <a:t>P</a:t>
            </a:r>
            <a:r>
              <a:rPr lang="en-US" sz="2000" b="1" dirty="0"/>
              <a:t>(</a:t>
            </a:r>
            <a:r>
              <a:rPr lang="en-US" sz="2000" b="1" i="1" dirty="0"/>
              <a:t>A</a:t>
            </a:r>
            <a:r>
              <a:rPr lang="en-US" sz="2000" b="1" dirty="0"/>
              <a:t> and </a:t>
            </a:r>
            <a:r>
              <a:rPr lang="en-US" sz="2000" b="1" i="1" dirty="0"/>
              <a:t>B</a:t>
            </a:r>
            <a:r>
              <a:rPr lang="en-US" sz="2000" b="1" dirty="0"/>
              <a:t>) = </a:t>
            </a:r>
            <a:r>
              <a:rPr lang="en-US" sz="2000" b="1" i="1" dirty="0"/>
              <a:t>P</a:t>
            </a:r>
            <a:r>
              <a:rPr lang="en-US" sz="2000" b="1" dirty="0"/>
              <a:t>(</a:t>
            </a:r>
            <a:r>
              <a:rPr lang="en-US" sz="2000" b="1" i="1" dirty="0"/>
              <a:t>A</a:t>
            </a:r>
            <a:r>
              <a:rPr lang="en-US" sz="2000" b="1" dirty="0"/>
              <a:t>)</a:t>
            </a:r>
            <a:r>
              <a:rPr lang="en-US" sz="2000" b="1" i="1" dirty="0"/>
              <a:t>P</a:t>
            </a:r>
            <a:r>
              <a:rPr lang="en-US" sz="2000" b="1" dirty="0"/>
              <a:t>(</a:t>
            </a:r>
            <a:r>
              <a:rPr lang="en-US" sz="2000" b="1" i="1" dirty="0"/>
              <a:t>B</a:t>
            </a:r>
            <a:r>
              <a:rPr lang="en-US" sz="2000" b="1" dirty="0"/>
              <a:t>).</a:t>
            </a:r>
            <a:endParaRPr lang="en-US" sz="2000" dirty="0"/>
          </a:p>
        </p:txBody>
      </p:sp>
    </p:spTree>
  </p:cSld>
  <p:clrMapOvr>
    <a:masterClrMapping/>
  </p:clrMapOvr>
  <p:transition spd="med">
    <p:fade/>
  </p:transition>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p:txBody>
          <a:bodyPr/>
          <a:lstStyle/>
          <a:p>
            <a:pPr eaLnBrk="1" hangingPunct="1"/>
            <a:r>
              <a:rPr lang="en-US" dirty="0">
                <a:ea typeface="ＭＳ Ｐゴシック" pitchFamily="34" charset="-128"/>
                <a:cs typeface="Arial" pitchFamily="34" charset="0"/>
              </a:rPr>
              <a:t>Venn Diagrams</a:t>
            </a:r>
            <a:r>
              <a:rPr lang="en-US" sz="2000" dirty="0">
                <a:ea typeface="ＭＳ Ｐゴシック" pitchFamily="34" charset="-128"/>
                <a:cs typeface="Arial" pitchFamily="34" charset="0"/>
              </a:rPr>
              <a:t> (2 of 2)</a:t>
            </a:r>
          </a:p>
        </p:txBody>
      </p:sp>
      <p:sp>
        <p:nvSpPr>
          <p:cNvPr id="67585"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nSpc>
                <a:spcPct val="80000"/>
              </a:lnSpc>
            </a:pPr>
            <a:fld id="{857F8E38-3B9A-4C12-B3D2-31C6988C9E62}" type="slidenum">
              <a:rPr lang="en-US" sz="1200">
                <a:solidFill>
                  <a:schemeClr val="accent1"/>
                </a:solidFill>
              </a:rPr>
              <a:pPr>
                <a:lnSpc>
                  <a:spcPct val="80000"/>
                </a:lnSpc>
              </a:pPr>
              <a:t>37</a:t>
            </a:fld>
            <a:endParaRPr lang="en-US" sz="1200">
              <a:solidFill>
                <a:schemeClr val="accent1"/>
              </a:solidFill>
            </a:endParaRPr>
          </a:p>
        </p:txBody>
      </p:sp>
      <p:sp>
        <p:nvSpPr>
          <p:cNvPr id="67587" name="Vertical Text Placeholder 2"/>
          <p:cNvSpPr txBox="1">
            <a:spLocks/>
          </p:cNvSpPr>
          <p:nvPr/>
        </p:nvSpPr>
        <p:spPr bwMode="auto">
          <a:xfrm>
            <a:off x="112712" y="1187450"/>
            <a:ext cx="8702675" cy="249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spcBef>
                <a:spcPts val="700"/>
              </a:spcBef>
              <a:buClr>
                <a:schemeClr val="accent2"/>
              </a:buClr>
              <a:buSzPct val="60000"/>
              <a:buFont typeface="Wingdings" pitchFamily="2" charset="2"/>
              <a:buNone/>
            </a:pPr>
            <a:r>
              <a:rPr lang="en-US" sz="2000" dirty="0"/>
              <a:t>Sometimes, it is helpful to draw a picture to display relations among several events. A picture that shows the sample space </a:t>
            </a:r>
            <a:r>
              <a:rPr lang="en-US" sz="2000" i="1" dirty="0"/>
              <a:t>S</a:t>
            </a:r>
            <a:r>
              <a:rPr lang="en-US" sz="2000" dirty="0"/>
              <a:t> as a rectangular area and events as areas within </a:t>
            </a:r>
            <a:r>
              <a:rPr lang="en-US" sz="2000" i="1" dirty="0"/>
              <a:t>S</a:t>
            </a:r>
            <a:r>
              <a:rPr lang="en-US" sz="2000" dirty="0"/>
              <a:t> is called a </a:t>
            </a:r>
            <a:r>
              <a:rPr lang="en-US" sz="2000" b="1" dirty="0"/>
              <a:t>Venn diagram</a:t>
            </a:r>
            <a:r>
              <a:rPr lang="en-US" sz="2000" dirty="0"/>
              <a:t>. </a:t>
            </a:r>
          </a:p>
        </p:txBody>
      </p:sp>
      <p:grpSp>
        <p:nvGrpSpPr>
          <p:cNvPr id="2" name="Group 8" descr="The venn diagram shows the sample space &quot;S&quot; as a rectangular area and events as areas within &quot;S&quot; with circular, oval or irregular shapes. It shows two disjoint events, A and B, given as separate shapes with no overlapping area."/>
          <p:cNvGrpSpPr>
            <a:grpSpLocks/>
          </p:cNvGrpSpPr>
          <p:nvPr/>
        </p:nvGrpSpPr>
        <p:grpSpPr bwMode="auto">
          <a:xfrm>
            <a:off x="258763" y="2965450"/>
            <a:ext cx="4040187" cy="3298825"/>
            <a:chOff x="191" y="1248"/>
            <a:chExt cx="2545" cy="2078"/>
          </a:xfrm>
        </p:grpSpPr>
        <p:pic>
          <p:nvPicPr>
            <p:cNvPr id="67592" name="Picture 4" descr="The venn diagram shows the sample space &quot;S&quot; as a rectangular area and events as areas within &quot;S&quot; with circular, oval or irregular shapes. It shows two disjoint events, A and B, given as separate shapes with no overlapping area."/>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91" y="1884"/>
              <a:ext cx="2545" cy="1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7593" name="Text Box 6"/>
            <p:cNvSpPr txBox="1">
              <a:spLocks noChangeArrowheads="1"/>
            </p:cNvSpPr>
            <p:nvPr/>
          </p:nvSpPr>
          <p:spPr bwMode="auto">
            <a:xfrm>
              <a:off x="528" y="1248"/>
              <a:ext cx="187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ct val="50000"/>
                </a:spcBef>
              </a:pPr>
              <a:r>
                <a:rPr lang="en-US" sz="2000" dirty="0"/>
                <a:t>Two disjoint events:</a:t>
              </a:r>
            </a:p>
          </p:txBody>
        </p:sp>
      </p:grpSp>
      <p:grpSp>
        <p:nvGrpSpPr>
          <p:cNvPr id="3" name="Group 9" descr="The venn diagram shows the sample space &quot;S&quot; as a rectangular area and events as areas within &quot;S&quot; with circular, oval or irregular shapes. It shows two events, A and B, that are not disjoint. The event &quot;A&quot; and event &quot;B&quot; have an overlapping event &quot;A and B,&quot; which consists of the outcomes they have in common."/>
          <p:cNvGrpSpPr>
            <a:grpSpLocks/>
          </p:cNvGrpSpPr>
          <p:nvPr/>
        </p:nvGrpSpPr>
        <p:grpSpPr bwMode="auto">
          <a:xfrm>
            <a:off x="4464050" y="2505075"/>
            <a:ext cx="4419600" cy="3605213"/>
            <a:chOff x="2832" y="950"/>
            <a:chExt cx="2784" cy="2271"/>
          </a:xfrm>
        </p:grpSpPr>
        <p:pic>
          <p:nvPicPr>
            <p:cNvPr id="67590" name="Picture 5" descr="The venn diagram shows the sample space &quot;S&quot; as a rectangular area and events as areas within &quot;S&quot; with circular, oval or irregular shapes. It shows two events, A and B, that are not disjoint. The event &quot;A&quot; and event &quot;B&quot; have an overlapping event &quot;A and B,&quot; which consists of the outcomes they have in common."/>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2832" y="1984"/>
              <a:ext cx="2784" cy="1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7591" name="Text Box 7"/>
            <p:cNvSpPr txBox="1">
              <a:spLocks noChangeArrowheads="1"/>
            </p:cNvSpPr>
            <p:nvPr/>
          </p:nvSpPr>
          <p:spPr bwMode="auto">
            <a:xfrm>
              <a:off x="2832" y="950"/>
              <a:ext cx="2688"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ct val="50000"/>
                </a:spcBef>
              </a:pPr>
              <a:r>
                <a:rPr lang="en-US" sz="2000"/>
                <a:t>Two events that are not disjoint, and the event </a:t>
              </a:r>
              <a:r>
                <a:rPr lang="en-US" altLang="en-US" sz="2000"/>
                <a:t>“</a:t>
              </a:r>
              <a:r>
                <a:rPr lang="en-US" altLang="ja-JP" sz="2000" i="1"/>
                <a:t>A</a:t>
              </a:r>
              <a:r>
                <a:rPr lang="en-US" altLang="ja-JP" sz="2000"/>
                <a:t> and </a:t>
              </a:r>
              <a:r>
                <a:rPr lang="en-US" altLang="ja-JP" sz="2000" i="1"/>
                <a:t>B</a:t>
              </a:r>
              <a:r>
                <a:rPr lang="en-US" altLang="en-US" sz="2000"/>
                <a:t>”</a:t>
              </a:r>
              <a:r>
                <a:rPr lang="en-US" altLang="ja-JP" sz="2000"/>
                <a:t> consisting of the outcomes they have in common:</a:t>
              </a:r>
              <a:endParaRPr lang="en-US" sz="2000"/>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p:txBody>
          <a:bodyPr/>
          <a:lstStyle/>
          <a:p>
            <a:pPr eaLnBrk="1" hangingPunct="1"/>
            <a:r>
              <a:rPr lang="en-US">
                <a:ea typeface="ＭＳ Ｐゴシック" pitchFamily="34" charset="-128"/>
                <a:cs typeface="Arial" pitchFamily="34" charset="0"/>
              </a:rPr>
              <a:t>The General Addition Rule</a:t>
            </a:r>
          </a:p>
        </p:txBody>
      </p:sp>
      <p:sp>
        <p:nvSpPr>
          <p:cNvPr id="68609"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nSpc>
                <a:spcPct val="80000"/>
              </a:lnSpc>
            </a:pPr>
            <a:fld id="{323DD97F-7B3E-4A2A-91AA-2D9A1D1AB587}" type="slidenum">
              <a:rPr lang="en-US" sz="1200">
                <a:solidFill>
                  <a:schemeClr val="accent1"/>
                </a:solidFill>
              </a:rPr>
              <a:pPr>
                <a:lnSpc>
                  <a:spcPct val="80000"/>
                </a:lnSpc>
              </a:pPr>
              <a:t>38</a:t>
            </a:fld>
            <a:endParaRPr lang="en-US" sz="1200">
              <a:solidFill>
                <a:schemeClr val="accent1"/>
              </a:solidFill>
            </a:endParaRPr>
          </a:p>
        </p:txBody>
      </p:sp>
      <p:sp>
        <p:nvSpPr>
          <p:cNvPr id="10" name="TextBox 9"/>
          <p:cNvSpPr txBox="1">
            <a:spLocks noChangeArrowheads="1"/>
          </p:cNvSpPr>
          <p:nvPr/>
        </p:nvSpPr>
        <p:spPr bwMode="auto">
          <a:xfrm>
            <a:off x="259556" y="1370012"/>
            <a:ext cx="6196662" cy="1631950"/>
          </a:xfrm>
          <a:prstGeom prst="rect">
            <a:avLst/>
          </a:prstGeom>
          <a:solidFill>
            <a:srgbClr val="FFD780"/>
          </a:solidFill>
          <a:ln w="10000">
            <a:solidFill>
              <a:srgbClr val="D2DA7A"/>
            </a:solidFill>
            <a:miter lim="800000"/>
            <a:headEnd/>
            <a:tailEnd/>
          </a:ln>
          <a:effectLst>
            <a:outerShdw blurRad="38100" dist="30000" dir="5400000" rotWithShape="0">
              <a:srgbClr val="808080">
                <a:alpha val="45000"/>
              </a:srgbClr>
            </a:outerShdw>
          </a:effec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a:buFont typeface="Monotype Sorts" charset="0"/>
              <a:buNone/>
              <a:defRPr/>
            </a:pPr>
            <a:r>
              <a:rPr lang="en-US" sz="2000" b="1" dirty="0"/>
              <a:t>Addition Rule for Disjoint Events</a:t>
            </a:r>
          </a:p>
          <a:p>
            <a:pPr>
              <a:buFont typeface="Monotype Sorts" charset="0"/>
              <a:buNone/>
              <a:defRPr/>
            </a:pPr>
            <a:r>
              <a:rPr lang="en-US" sz="2000" dirty="0"/>
              <a:t>If </a:t>
            </a:r>
            <a:r>
              <a:rPr lang="en-US" sz="2000" i="1" dirty="0"/>
              <a:t>A </a:t>
            </a:r>
            <a:r>
              <a:rPr lang="en-US" sz="2000" dirty="0"/>
              <a:t>and </a:t>
            </a:r>
            <a:r>
              <a:rPr lang="en-US" sz="2000" i="1" dirty="0"/>
              <a:t>B </a:t>
            </a:r>
            <a:r>
              <a:rPr lang="en-US" sz="2000" dirty="0"/>
              <a:t>are</a:t>
            </a:r>
            <a:r>
              <a:rPr lang="en-US" sz="2000" i="1" dirty="0"/>
              <a:t> </a:t>
            </a:r>
            <a:r>
              <a:rPr lang="en-US" sz="2000" b="1" dirty="0"/>
              <a:t>disjoint</a:t>
            </a:r>
            <a:r>
              <a:rPr lang="en-US" sz="2000" dirty="0"/>
              <a:t> in the sense that no two have any outcomes in common, then</a:t>
            </a:r>
          </a:p>
          <a:p>
            <a:pPr>
              <a:buFont typeface="Monotype Sorts" charset="0"/>
              <a:buNone/>
              <a:defRPr/>
            </a:pPr>
            <a:endParaRPr lang="en-US" sz="2000" dirty="0"/>
          </a:p>
          <a:p>
            <a:pPr algn="ctr">
              <a:buFont typeface="Monotype Sorts" charset="0"/>
              <a:buNone/>
              <a:defRPr/>
            </a:pPr>
            <a:r>
              <a:rPr lang="en-US" sz="2000" b="1" i="1" dirty="0"/>
              <a:t>P</a:t>
            </a:r>
            <a:r>
              <a:rPr lang="en-US" sz="2000" b="1" dirty="0"/>
              <a:t>(A or B) = </a:t>
            </a:r>
            <a:r>
              <a:rPr lang="en-US" sz="2000" b="1" i="1" dirty="0"/>
              <a:t>P</a:t>
            </a:r>
            <a:r>
              <a:rPr lang="en-US" sz="2000" b="1" dirty="0"/>
              <a:t>(</a:t>
            </a:r>
            <a:r>
              <a:rPr lang="en-US" sz="2000" b="1" i="1" dirty="0"/>
              <a:t>A</a:t>
            </a:r>
            <a:r>
              <a:rPr lang="en-US" sz="2000" b="1" dirty="0"/>
              <a:t>) </a:t>
            </a:r>
            <a:r>
              <a:rPr lang="en-US" sz="2000" b="1" dirty="0">
                <a:sym typeface="Symbol" charset="0"/>
              </a:rPr>
              <a:t>+ </a:t>
            </a:r>
            <a:r>
              <a:rPr lang="en-US" sz="2000" b="1" i="1" dirty="0"/>
              <a:t>P</a:t>
            </a:r>
            <a:r>
              <a:rPr lang="en-US" sz="2000" b="1" dirty="0"/>
              <a:t>(</a:t>
            </a:r>
            <a:r>
              <a:rPr lang="en-US" sz="2000" b="1" i="1" dirty="0"/>
              <a:t>B</a:t>
            </a:r>
            <a:r>
              <a:rPr lang="en-US" sz="2000" b="1" dirty="0"/>
              <a:t>)</a:t>
            </a:r>
          </a:p>
        </p:txBody>
      </p:sp>
      <p:grpSp>
        <p:nvGrpSpPr>
          <p:cNvPr id="68611" name="Group 8" descr="The venn diagram shows the sample space &quot;S&quot; as a rectangular area and events as areas within &quot;S&quot; with circular, oval or irregular shapes. It shows two disjoint events, A and B, given as separate shapes with no overlapping area."/>
          <p:cNvGrpSpPr>
            <a:grpSpLocks/>
          </p:cNvGrpSpPr>
          <p:nvPr/>
        </p:nvGrpSpPr>
        <p:grpSpPr bwMode="auto">
          <a:xfrm>
            <a:off x="6557643" y="1370012"/>
            <a:ext cx="2467654" cy="1747261"/>
            <a:chOff x="1582" y="1022"/>
            <a:chExt cx="2588" cy="1898"/>
          </a:xfrm>
        </p:grpSpPr>
        <p:pic>
          <p:nvPicPr>
            <p:cNvPr id="68615" name="Picture 5" descr="The venn diagram shows the sample space &quot;S&quot; as a rectangular area and events as areas within &quot;S&quot; with circular, oval or irregular shapes. It shows two disjoint events, A and B, given as separate shapes with no overlapping area.&#10;&#10;&#10;"/>
            <p:cNvPicPr>
              <a:picLocks noChangeAspect="1" noChangeArrowheads="1"/>
            </p:cNvPicPr>
            <p:nvPr/>
          </p:nvPicPr>
          <p:blipFill>
            <a:blip r:embed="rId3">
              <a:extLst>
                <a:ext uri="{28A0092B-C50C-407E-A947-70E740481C1C}">
                  <a14:useLocalDpi xmlns:a14="http://schemas.microsoft.com/office/drawing/2010/main" val="0"/>
                </a:ext>
              </a:extLst>
            </a:blip>
            <a:srcRect r="31169"/>
            <a:stretch>
              <a:fillRect/>
            </a:stretch>
          </p:blipFill>
          <p:spPr bwMode="auto">
            <a:xfrm>
              <a:off x="1582" y="1022"/>
              <a:ext cx="2588" cy="18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8616" name="Line 7"/>
            <p:cNvSpPr>
              <a:spLocks noChangeShapeType="1"/>
            </p:cNvSpPr>
            <p:nvPr/>
          </p:nvSpPr>
          <p:spPr bwMode="auto">
            <a:xfrm>
              <a:off x="4170" y="1056"/>
              <a:ext cx="0" cy="1837"/>
            </a:xfrm>
            <a:prstGeom prst="line">
              <a:avLst/>
            </a:prstGeom>
            <a:noFill/>
            <a:ln w="28575">
              <a:solidFill>
                <a:srgbClr val="4D4D4D"/>
              </a:solidFill>
              <a:round/>
              <a:headEnd/>
              <a:tailEnd/>
            </a:ln>
            <a:extLst>
              <a:ext uri="{909E8E84-426E-40DD-AFC4-6F175D3DCCD1}">
                <a14:hiddenFill xmlns:a14="http://schemas.microsoft.com/office/drawing/2010/main">
                  <a:noFill/>
                </a14:hiddenFill>
              </a:ext>
            </a:extLst>
          </p:spPr>
          <p:txBody>
            <a:bodyPr/>
            <a:lstStyle/>
            <a:p>
              <a:endParaRPr lang="en-US"/>
            </a:p>
          </p:txBody>
        </p:sp>
      </p:grpSp>
      <p:pic>
        <p:nvPicPr>
          <p:cNvPr id="68612" name="Picture 5" descr="The venn diagram shows the sample space &quot;S&quot; as a rectangular area and events as areas within &quot;S&quot; with circular, oval or irregular shapes. It shows two events, A and B, that are not disjoint. The event &quot;A&quot; and event &quot;B&quot; have an overlapping event &quot;A and B,&quot; which consists of the outcomes they have in common."/>
          <p:cNvPicPr>
            <a:picLocks noChangeAspect="1" noChangeArrowheads="1"/>
          </p:cNvPicPr>
          <p:nvPr/>
        </p:nvPicPr>
        <p:blipFill rotWithShape="1">
          <a:blip r:embed="rId4">
            <a:extLst>
              <a:ext uri="{28A0092B-C50C-407E-A947-70E740481C1C}">
                <a14:useLocalDpi xmlns:a14="http://schemas.microsoft.com/office/drawing/2010/main" val="0"/>
              </a:ext>
            </a:extLst>
          </a:blip>
          <a:srcRect l="-15" r="-15"/>
          <a:stretch/>
        </p:blipFill>
        <p:spPr bwMode="auto">
          <a:xfrm>
            <a:off x="354806" y="4098131"/>
            <a:ext cx="3403600" cy="2352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11"/>
          <p:cNvSpPr txBox="1">
            <a:spLocks noChangeArrowheads="1"/>
          </p:cNvSpPr>
          <p:nvPr/>
        </p:nvSpPr>
        <p:spPr bwMode="auto">
          <a:xfrm>
            <a:off x="3792538" y="4613275"/>
            <a:ext cx="5075237" cy="1322388"/>
          </a:xfrm>
          <a:prstGeom prst="rect">
            <a:avLst/>
          </a:prstGeom>
          <a:solidFill>
            <a:srgbClr val="FFD780"/>
          </a:solidFill>
          <a:ln w="10000">
            <a:solidFill>
              <a:srgbClr val="D2DA7A"/>
            </a:solidFill>
            <a:miter lim="800000"/>
            <a:headEnd/>
            <a:tailEnd/>
          </a:ln>
          <a:effectLst>
            <a:outerShdw blurRad="38100" dist="30000" dir="5400000" rotWithShape="0">
              <a:srgbClr val="808080">
                <a:alpha val="45000"/>
              </a:srgbClr>
            </a:outerShdw>
          </a:effectLst>
        </p:spPr>
        <p:txBody>
          <a:bodyPr>
            <a:spAutoFit/>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buFont typeface="Monotype Sorts" charset="2"/>
              <a:buNone/>
            </a:pPr>
            <a:r>
              <a:rPr lang="en-US" sz="2000" b="1" dirty="0"/>
              <a:t>Addition Rule for Unions of Two Events</a:t>
            </a:r>
          </a:p>
          <a:p>
            <a:pPr>
              <a:buFont typeface="Monotype Sorts" charset="2"/>
              <a:buNone/>
            </a:pPr>
            <a:r>
              <a:rPr lang="en-US" sz="2000" dirty="0"/>
              <a:t>For any two events </a:t>
            </a:r>
            <a:r>
              <a:rPr lang="en-US" sz="2000" i="1" dirty="0"/>
              <a:t>A</a:t>
            </a:r>
            <a:r>
              <a:rPr lang="en-US" sz="2000" dirty="0"/>
              <a:t> and </a:t>
            </a:r>
            <a:r>
              <a:rPr lang="en-US" sz="2000" i="1" dirty="0"/>
              <a:t>B</a:t>
            </a:r>
            <a:r>
              <a:rPr lang="en-US" sz="2000" dirty="0"/>
              <a:t>:</a:t>
            </a:r>
          </a:p>
          <a:p>
            <a:pPr>
              <a:buFont typeface="Monotype Sorts" charset="2"/>
              <a:buNone/>
            </a:pPr>
            <a:endParaRPr lang="en-US" sz="2000" dirty="0"/>
          </a:p>
          <a:p>
            <a:pPr algn="ctr">
              <a:buFont typeface="Monotype Sorts" charset="2"/>
              <a:buNone/>
            </a:pPr>
            <a:r>
              <a:rPr lang="en-US" sz="2000" b="1" i="1" dirty="0"/>
              <a:t>P</a:t>
            </a:r>
            <a:r>
              <a:rPr lang="en-US" sz="2000" b="1" dirty="0"/>
              <a:t>(</a:t>
            </a:r>
            <a:r>
              <a:rPr lang="en-US" sz="2000" b="1" i="1" dirty="0"/>
              <a:t>A</a:t>
            </a:r>
            <a:r>
              <a:rPr lang="en-US" sz="2000" b="1" dirty="0"/>
              <a:t> or </a:t>
            </a:r>
            <a:r>
              <a:rPr lang="en-US" sz="2000" b="1" i="1" dirty="0"/>
              <a:t>B</a:t>
            </a:r>
            <a:r>
              <a:rPr lang="en-US" sz="2000" b="1" dirty="0"/>
              <a:t>) = </a:t>
            </a:r>
            <a:r>
              <a:rPr lang="en-US" sz="2000" b="1" i="1" dirty="0"/>
              <a:t>P</a:t>
            </a:r>
            <a:r>
              <a:rPr lang="en-US" sz="2000" b="1" dirty="0"/>
              <a:t>(</a:t>
            </a:r>
            <a:r>
              <a:rPr lang="en-US" sz="2000" b="1" i="1" dirty="0"/>
              <a:t>A</a:t>
            </a:r>
            <a:r>
              <a:rPr lang="en-US" sz="2000" b="1" dirty="0"/>
              <a:t>) </a:t>
            </a:r>
            <a:r>
              <a:rPr lang="en-US" sz="2000" b="1" dirty="0">
                <a:sym typeface="Symbol" pitchFamily="18" charset="2"/>
              </a:rPr>
              <a:t>+ </a:t>
            </a:r>
            <a:r>
              <a:rPr lang="en-US" sz="2000" b="1" i="1" dirty="0"/>
              <a:t>P</a:t>
            </a:r>
            <a:r>
              <a:rPr lang="en-US" sz="2000" b="1" dirty="0"/>
              <a:t>(</a:t>
            </a:r>
            <a:r>
              <a:rPr lang="en-US" sz="2000" b="1" i="1" dirty="0"/>
              <a:t>B</a:t>
            </a:r>
            <a:r>
              <a:rPr lang="en-US" sz="2000" b="1" dirty="0"/>
              <a:t>) – </a:t>
            </a:r>
            <a:r>
              <a:rPr lang="en-US" sz="2000" b="1" i="1" dirty="0"/>
              <a:t>P</a:t>
            </a:r>
            <a:r>
              <a:rPr lang="en-US" sz="2000" b="1" dirty="0"/>
              <a:t>(</a:t>
            </a:r>
            <a:r>
              <a:rPr lang="en-US" sz="2000" b="1" i="1" dirty="0"/>
              <a:t>A</a:t>
            </a:r>
            <a:r>
              <a:rPr lang="en-US" sz="2000" b="1" dirty="0"/>
              <a:t> and </a:t>
            </a:r>
            <a:r>
              <a:rPr lang="en-US" sz="2000" b="1" i="1" dirty="0"/>
              <a:t>B</a:t>
            </a:r>
            <a:r>
              <a:rPr lang="en-US" sz="2000" b="1" dirty="0"/>
              <a:t>)</a:t>
            </a:r>
          </a:p>
        </p:txBody>
      </p:sp>
    </p:spTree>
  </p:cSld>
  <p:clrMapOvr>
    <a:masterClrMapping/>
  </p:clrMapOvr>
  <p:transition spd="med">
    <p:fade/>
  </p:transition>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0658" name="Rectangle 19"/>
          <p:cNvSpPr>
            <a:spLocks noGrp="1" noChangeArrowheads="1"/>
          </p:cNvSpPr>
          <p:nvPr>
            <p:ph type="title"/>
          </p:nvPr>
        </p:nvSpPr>
        <p:spPr/>
        <p:txBody>
          <a:bodyPr/>
          <a:lstStyle/>
          <a:p>
            <a:pPr eaLnBrk="1" hangingPunct="1"/>
            <a:r>
              <a:rPr lang="en-US">
                <a:ea typeface="ＭＳ Ｐゴシック" pitchFamily="34" charset="-128"/>
                <a:cs typeface="Arial" pitchFamily="34" charset="0"/>
              </a:rPr>
              <a:t>Conditional Probability</a:t>
            </a:r>
          </a:p>
        </p:txBody>
      </p:sp>
      <p:sp>
        <p:nvSpPr>
          <p:cNvPr id="70657"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nSpc>
                <a:spcPct val="80000"/>
              </a:lnSpc>
            </a:pPr>
            <a:fld id="{82C8F0C9-CF94-432A-A36C-125526A79B28}" type="slidenum">
              <a:rPr lang="en-US" sz="1200">
                <a:solidFill>
                  <a:schemeClr val="accent1"/>
                </a:solidFill>
              </a:rPr>
              <a:pPr>
                <a:lnSpc>
                  <a:spcPct val="80000"/>
                </a:lnSpc>
              </a:pPr>
              <a:t>39</a:t>
            </a:fld>
            <a:endParaRPr lang="en-US" sz="1200">
              <a:solidFill>
                <a:schemeClr val="accent1"/>
              </a:solidFill>
            </a:endParaRPr>
          </a:p>
        </p:txBody>
      </p:sp>
      <p:sp>
        <p:nvSpPr>
          <p:cNvPr id="70659" name="TextBox 1"/>
          <p:cNvSpPr txBox="1">
            <a:spLocks noChangeArrowheads="1"/>
          </p:cNvSpPr>
          <p:nvPr/>
        </p:nvSpPr>
        <p:spPr bwMode="auto">
          <a:xfrm>
            <a:off x="174625" y="1139825"/>
            <a:ext cx="8377238" cy="2246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just">
              <a:buFont typeface="Wingdings" pitchFamily="2" charset="2"/>
              <a:buNone/>
            </a:pPr>
            <a:r>
              <a:rPr lang="en-US" sz="2000" dirty="0"/>
              <a:t>The probability we assign to an event can change if we know that some other event has occurred. This idea is the key to many applications of probability.</a:t>
            </a:r>
          </a:p>
          <a:p>
            <a:pPr algn="just">
              <a:buFont typeface="Wingdings" pitchFamily="2" charset="2"/>
              <a:buNone/>
            </a:pPr>
            <a:endParaRPr lang="en-US" sz="2000" dirty="0"/>
          </a:p>
          <a:p>
            <a:pPr algn="just">
              <a:buFont typeface="Wingdings" pitchFamily="2" charset="2"/>
              <a:buNone/>
            </a:pPr>
            <a:r>
              <a:rPr lang="en-US" sz="2000" dirty="0"/>
              <a:t>When we are trying to find the probability that one event will happen under the </a:t>
            </a:r>
            <a:r>
              <a:rPr lang="en-US" sz="2000" i="1" dirty="0"/>
              <a:t>condition</a:t>
            </a:r>
            <a:r>
              <a:rPr lang="en-US" sz="2000" dirty="0"/>
              <a:t> that some other event is already known to have occurred, we are trying to determine a </a:t>
            </a:r>
            <a:r>
              <a:rPr lang="en-US" sz="2000" b="1" dirty="0"/>
              <a:t>conditional probability</a:t>
            </a:r>
            <a:r>
              <a:rPr lang="en-US" sz="2000" dirty="0"/>
              <a:t>.</a:t>
            </a:r>
          </a:p>
        </p:txBody>
      </p:sp>
      <p:grpSp>
        <p:nvGrpSpPr>
          <p:cNvPr id="2" name="Group 2" descr="items described separately"/>
          <p:cNvGrpSpPr>
            <a:grpSpLocks/>
          </p:cNvGrpSpPr>
          <p:nvPr/>
        </p:nvGrpSpPr>
        <p:grpSpPr bwMode="auto">
          <a:xfrm>
            <a:off x="247650" y="3595687"/>
            <a:ext cx="8231187" cy="2554544"/>
            <a:chOff x="785813" y="3568700"/>
            <a:chExt cx="7515225" cy="2554707"/>
          </a:xfrm>
        </p:grpSpPr>
        <p:sp>
          <p:nvSpPr>
            <p:cNvPr id="6" name="TextBox 5"/>
            <p:cNvSpPr txBox="1">
              <a:spLocks noChangeArrowheads="1"/>
            </p:cNvSpPr>
            <p:nvPr/>
          </p:nvSpPr>
          <p:spPr bwMode="auto">
            <a:xfrm>
              <a:off x="785813" y="3568700"/>
              <a:ext cx="7515225" cy="2554707"/>
            </a:xfrm>
            <a:prstGeom prst="rect">
              <a:avLst/>
            </a:prstGeom>
            <a:solidFill>
              <a:srgbClr val="FFD780"/>
            </a:solidFill>
            <a:ln w="10000">
              <a:solidFill>
                <a:srgbClr val="D2DA7A"/>
              </a:solidFill>
              <a:miter lim="800000"/>
              <a:headEnd/>
              <a:tailEnd/>
            </a:ln>
            <a:effectLst>
              <a:outerShdw blurRad="38100" dist="30000" dir="5400000" rotWithShape="0">
                <a:srgbClr val="808080">
                  <a:alpha val="45000"/>
                </a:srgbClr>
              </a:outerShdw>
            </a:effectLst>
          </p:spPr>
          <p:txBody>
            <a:bodyPr>
              <a:spAutoFit/>
            </a:bodyPr>
            <a:lstStyle>
              <a:lvl1pPr eaLnBrk="0" hangingPunct="0">
                <a:defRPr sz="2400">
                  <a:solidFill>
                    <a:schemeClr val="tx1"/>
                  </a:solidFill>
                  <a:latin typeface="Arial" charset="0"/>
                  <a:ea typeface="ＭＳ Ｐゴシック" pitchFamily="-65" charset="-128"/>
                </a:defRPr>
              </a:lvl1pPr>
              <a:lvl2pPr marL="37931725" indent="-37474525" eaLnBrk="0" hangingPunct="0">
                <a:defRPr sz="2400">
                  <a:solidFill>
                    <a:schemeClr val="tx1"/>
                  </a:solidFill>
                  <a:latin typeface="Arial" charset="0"/>
                  <a:ea typeface="ＭＳ Ｐゴシック" pitchFamily="-65" charset="-128"/>
                </a:defRPr>
              </a:lvl2pPr>
              <a:lvl3pPr eaLnBrk="0" hangingPunct="0">
                <a:defRPr sz="2400">
                  <a:solidFill>
                    <a:schemeClr val="tx1"/>
                  </a:solidFill>
                  <a:latin typeface="Arial" charset="0"/>
                  <a:ea typeface="ＭＳ Ｐゴシック" pitchFamily="-65" charset="-128"/>
                </a:defRPr>
              </a:lvl3pPr>
              <a:lvl4pPr eaLnBrk="0" hangingPunct="0">
                <a:defRPr sz="2400">
                  <a:solidFill>
                    <a:schemeClr val="tx1"/>
                  </a:solidFill>
                  <a:latin typeface="Arial" charset="0"/>
                  <a:ea typeface="ＭＳ Ｐゴシック" pitchFamily="-65" charset="-128"/>
                </a:defRPr>
              </a:lvl4pPr>
              <a:lvl5pPr eaLnBrk="0" hangingPunct="0">
                <a:defRPr sz="2400">
                  <a:solidFill>
                    <a:schemeClr val="tx1"/>
                  </a:solidFill>
                  <a:latin typeface="Arial" charset="0"/>
                  <a:ea typeface="ＭＳ Ｐゴシック" pitchFamily="-65" charset="-128"/>
                </a:defRPr>
              </a:lvl5pPr>
              <a:lvl6pPr marL="457200" eaLnBrk="0" fontAlgn="base" hangingPunct="0">
                <a:spcBef>
                  <a:spcPct val="0"/>
                </a:spcBef>
                <a:spcAft>
                  <a:spcPct val="0"/>
                </a:spcAft>
                <a:defRPr sz="2400">
                  <a:solidFill>
                    <a:schemeClr val="tx1"/>
                  </a:solidFill>
                  <a:latin typeface="Arial" charset="0"/>
                  <a:ea typeface="ＭＳ Ｐゴシック" pitchFamily="-65" charset="-128"/>
                </a:defRPr>
              </a:lvl6pPr>
              <a:lvl7pPr marL="914400" eaLnBrk="0" fontAlgn="base" hangingPunct="0">
                <a:spcBef>
                  <a:spcPct val="0"/>
                </a:spcBef>
                <a:spcAft>
                  <a:spcPct val="0"/>
                </a:spcAft>
                <a:defRPr sz="2400">
                  <a:solidFill>
                    <a:schemeClr val="tx1"/>
                  </a:solidFill>
                  <a:latin typeface="Arial" charset="0"/>
                  <a:ea typeface="ＭＳ Ｐゴシック" pitchFamily="-65" charset="-128"/>
                </a:defRPr>
              </a:lvl7pPr>
              <a:lvl8pPr marL="1371600" eaLnBrk="0" fontAlgn="base" hangingPunct="0">
                <a:spcBef>
                  <a:spcPct val="0"/>
                </a:spcBef>
                <a:spcAft>
                  <a:spcPct val="0"/>
                </a:spcAft>
                <a:defRPr sz="2400">
                  <a:solidFill>
                    <a:schemeClr val="tx1"/>
                  </a:solidFill>
                  <a:latin typeface="Arial" charset="0"/>
                  <a:ea typeface="ＭＳ Ｐゴシック" pitchFamily="-65" charset="-128"/>
                </a:defRPr>
              </a:lvl8pPr>
              <a:lvl9pPr marL="1828800" eaLnBrk="0" fontAlgn="base" hangingPunct="0">
                <a:spcBef>
                  <a:spcPct val="0"/>
                </a:spcBef>
                <a:spcAft>
                  <a:spcPct val="0"/>
                </a:spcAft>
                <a:defRPr sz="2400">
                  <a:solidFill>
                    <a:schemeClr val="tx1"/>
                  </a:solidFill>
                  <a:latin typeface="Arial" charset="0"/>
                  <a:ea typeface="ＭＳ Ｐゴシック" pitchFamily="-65" charset="-128"/>
                </a:defRPr>
              </a:lvl9pPr>
            </a:lstStyle>
            <a:p>
              <a:pPr algn="just">
                <a:buFont typeface="Wingdings" pitchFamily="2" charset="2"/>
                <a:buNone/>
              </a:pPr>
              <a:r>
                <a:rPr lang="en-US" altLang="en-US" sz="2000" dirty="0">
                  <a:solidFill>
                    <a:srgbClr val="000000"/>
                  </a:solidFill>
                </a:rPr>
                <a:t>The probability that one event happens given that another event is already known to have happened is called a </a:t>
              </a:r>
              <a:r>
                <a:rPr lang="en-US" altLang="en-US" sz="2000" b="1" dirty="0">
                  <a:solidFill>
                    <a:srgbClr val="C00000"/>
                  </a:solidFill>
                </a:rPr>
                <a:t>conditional probability</a:t>
              </a:r>
              <a:r>
                <a:rPr lang="en-US" sz="2000" dirty="0">
                  <a:solidFill>
                    <a:srgbClr val="000000"/>
                  </a:solidFill>
                </a:rPr>
                <a:t>.</a:t>
              </a:r>
            </a:p>
            <a:p>
              <a:pPr algn="just" eaLnBrk="1" hangingPunct="1">
                <a:defRPr/>
              </a:pPr>
              <a:endParaRPr lang="en-US" altLang="en-US" sz="2000" b="1" dirty="0">
                <a:solidFill>
                  <a:srgbClr val="000000"/>
                </a:solidFill>
              </a:endParaRPr>
            </a:p>
            <a:p>
              <a:pPr algn="just" eaLnBrk="1" hangingPunct="1">
                <a:defRPr/>
              </a:pPr>
              <a:r>
                <a:rPr lang="en-US" altLang="en-US" sz="2000" dirty="0">
                  <a:solidFill>
                    <a:srgbClr val="000000"/>
                  </a:solidFill>
                </a:rPr>
                <a:t>When </a:t>
              </a:r>
              <a:r>
                <a:rPr lang="en-US" altLang="en-US" sz="2000" i="1" dirty="0">
                  <a:solidFill>
                    <a:srgbClr val="000000"/>
                  </a:solidFill>
                </a:rPr>
                <a:t>P</a:t>
              </a:r>
              <a:r>
                <a:rPr lang="en-US" altLang="en-US" sz="2000" dirty="0">
                  <a:solidFill>
                    <a:srgbClr val="000000"/>
                  </a:solidFill>
                </a:rPr>
                <a:t>(</a:t>
              </a:r>
              <a:r>
                <a:rPr lang="en-US" altLang="en-US" sz="2000" i="1" dirty="0">
                  <a:solidFill>
                    <a:srgbClr val="000000"/>
                  </a:solidFill>
                </a:rPr>
                <a:t>A</a:t>
              </a:r>
              <a:r>
                <a:rPr lang="en-US" altLang="en-US" sz="2000" dirty="0">
                  <a:solidFill>
                    <a:srgbClr val="000000"/>
                  </a:solidFill>
                </a:rPr>
                <a:t>) &gt; 0, the probability that event </a:t>
              </a:r>
              <a:r>
                <a:rPr lang="en-US" altLang="en-US" sz="2000" i="1" dirty="0">
                  <a:solidFill>
                    <a:srgbClr val="000000"/>
                  </a:solidFill>
                </a:rPr>
                <a:t>B </a:t>
              </a:r>
              <a:r>
                <a:rPr lang="en-US" altLang="en-US" sz="2000" dirty="0">
                  <a:solidFill>
                    <a:srgbClr val="000000"/>
                  </a:solidFill>
                </a:rPr>
                <a:t>happens </a:t>
              </a:r>
              <a:r>
                <a:rPr lang="en-US" altLang="en-US" sz="2000" i="1" dirty="0">
                  <a:solidFill>
                    <a:srgbClr val="000000"/>
                  </a:solidFill>
                </a:rPr>
                <a:t>given </a:t>
              </a:r>
              <a:r>
                <a:rPr lang="en-US" altLang="en-US" sz="2000" dirty="0">
                  <a:solidFill>
                    <a:srgbClr val="000000"/>
                  </a:solidFill>
                </a:rPr>
                <a:t>that event </a:t>
              </a:r>
              <a:r>
                <a:rPr lang="en-US" altLang="en-US" sz="2000" i="1" dirty="0">
                  <a:solidFill>
                    <a:srgbClr val="000000"/>
                  </a:solidFill>
                </a:rPr>
                <a:t>A </a:t>
              </a:r>
              <a:r>
                <a:rPr lang="en-US" altLang="en-US" sz="2000" dirty="0">
                  <a:solidFill>
                    <a:srgbClr val="000000"/>
                  </a:solidFill>
                </a:rPr>
                <a:t>has happened is found by</a:t>
              </a:r>
            </a:p>
            <a:p>
              <a:pPr eaLnBrk="1" hangingPunct="1">
                <a:defRPr/>
              </a:pPr>
              <a:endParaRPr lang="en-US" altLang="en-US" sz="2000" dirty="0">
                <a:solidFill>
                  <a:srgbClr val="000000"/>
                </a:solidFill>
              </a:endParaRPr>
            </a:p>
            <a:p>
              <a:pPr eaLnBrk="1" hangingPunct="1">
                <a:defRPr/>
              </a:pPr>
              <a:endParaRPr lang="en-US" altLang="en-US" sz="2000" dirty="0">
                <a:solidFill>
                  <a:srgbClr val="000000"/>
                </a:solidFill>
              </a:endParaRPr>
            </a:p>
            <a:p>
              <a:pPr eaLnBrk="1" hangingPunct="1">
                <a:defRPr/>
              </a:pPr>
              <a:endParaRPr lang="en-US" altLang="en-US" sz="2000" dirty="0">
                <a:solidFill>
                  <a:srgbClr val="000000"/>
                </a:solidFill>
              </a:endParaRPr>
            </a:p>
          </p:txBody>
        </p:sp>
        <p:graphicFrame>
          <p:nvGraphicFramePr>
            <p:cNvPr id="70662" name="Object 1" descr="The image shows the conditional probability equation is mentioned as: &quot;P bracket open B vertical bar A bracket close&quot; equals to &quot;P bracket open A and B  bracket close&quot; divide by &quot;P bracket open A bracket close&quot;."/>
            <p:cNvGraphicFramePr>
              <a:graphicFrameLocks noChangeAspect="1"/>
            </p:cNvGraphicFramePr>
            <p:nvPr>
              <p:extLst>
                <p:ext uri="{D42A27DB-BD31-4B8C-83A1-F6EECF244321}">
                  <p14:modId xmlns:p14="http://schemas.microsoft.com/office/powerpoint/2010/main" val="4020118043"/>
                </p:ext>
              </p:extLst>
            </p:nvPr>
          </p:nvGraphicFramePr>
          <p:xfrm>
            <a:off x="3286057" y="5327763"/>
            <a:ext cx="2477053" cy="725533"/>
          </p:xfrm>
          <a:graphic>
            <a:graphicData uri="http://schemas.openxmlformats.org/presentationml/2006/ole">
              <mc:AlternateContent xmlns:mc="http://schemas.openxmlformats.org/markup-compatibility/2006">
                <mc:Choice xmlns:v="urn:schemas-microsoft-com:vml" Requires="v">
                  <p:oleObj spid="_x0000_s70797" name="Equation" r:id="rId3" imgW="1434960" imgH="419040" progId="Equation.DSMT4">
                    <p:embed/>
                  </p:oleObj>
                </mc:Choice>
                <mc:Fallback>
                  <p:oleObj name="Equation" r:id="rId3" imgW="1434960" imgH="419040" progId="Equation.DSMT4">
                    <p:embed/>
                    <p:pic>
                      <p:nvPicPr>
                        <p:cNvPr id="0" name="Object 1"/>
                        <p:cNvPicPr>
                          <a:picLocks noChangeAspect="1" noChangeArrowheads="1"/>
                        </p:cNvPicPr>
                        <p:nvPr/>
                      </p:nvPicPr>
                      <p:blipFill>
                        <a:blip r:embed="rId4"/>
                        <a:srcRect/>
                        <a:stretch>
                          <a:fillRect/>
                        </a:stretch>
                      </p:blipFill>
                      <p:spPr bwMode="auto">
                        <a:xfrm>
                          <a:off x="3286057" y="5327763"/>
                          <a:ext cx="2477053" cy="7255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pPr eaLnBrk="1" hangingPunct="1">
              <a:lnSpc>
                <a:spcPct val="90000"/>
              </a:lnSpc>
            </a:pPr>
            <a:r>
              <a:rPr lang="en-US" dirty="0">
                <a:ea typeface="ＭＳ Ｐゴシック" pitchFamily="34" charset="-128"/>
                <a:cs typeface="Arial" pitchFamily="34" charset="0"/>
              </a:rPr>
              <a:t>The General Multiplication Rule</a:t>
            </a:r>
            <a:endParaRPr lang="en-US" sz="2400" dirty="0">
              <a:solidFill>
                <a:srgbClr val="33CCFF"/>
              </a:solidFill>
              <a:ea typeface="ＭＳ Ｐゴシック" pitchFamily="34" charset="-128"/>
              <a:cs typeface="Arial" pitchFamily="34" charset="0"/>
            </a:endParaRPr>
          </a:p>
        </p:txBody>
      </p:sp>
      <p:sp>
        <p:nvSpPr>
          <p:cNvPr id="71681"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nSpc>
                <a:spcPct val="80000"/>
              </a:lnSpc>
            </a:pPr>
            <a:fld id="{C36CF12C-F1A4-40E2-8939-8F5901E6DE59}" type="slidenum">
              <a:rPr lang="en-US" sz="1200">
                <a:solidFill>
                  <a:schemeClr val="accent1"/>
                </a:solidFill>
              </a:rPr>
              <a:pPr>
                <a:lnSpc>
                  <a:spcPct val="80000"/>
                </a:lnSpc>
              </a:pPr>
              <a:t>40</a:t>
            </a:fld>
            <a:endParaRPr lang="en-US" sz="1200">
              <a:solidFill>
                <a:schemeClr val="accent1"/>
              </a:solidFill>
            </a:endParaRPr>
          </a:p>
        </p:txBody>
      </p:sp>
      <p:sp>
        <p:nvSpPr>
          <p:cNvPr id="71685" name="Rectangle 1"/>
          <p:cNvSpPr>
            <a:spLocks noChangeArrowheads="1"/>
          </p:cNvSpPr>
          <p:nvPr/>
        </p:nvSpPr>
        <p:spPr bwMode="auto">
          <a:xfrm>
            <a:off x="174626" y="1282773"/>
            <a:ext cx="7772400"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eaLnBrk="1" hangingPunct="1">
              <a:buFont typeface="Wingdings" pitchFamily="2" charset="2"/>
              <a:buNone/>
            </a:pPr>
            <a:r>
              <a:rPr lang="en-US" sz="2000" dirty="0">
                <a:solidFill>
                  <a:srgbClr val="000000"/>
                </a:solidFill>
              </a:rPr>
              <a:t>The definition of conditional probability reminds us that in principle, all probabilities, including conditional probabilities, can be found from the assignment of probabilities to events that describe a random phenomenon. </a:t>
            </a:r>
          </a:p>
          <a:p>
            <a:pPr algn="just" eaLnBrk="1" hangingPunct="1">
              <a:buFont typeface="Wingdings" pitchFamily="2" charset="2"/>
              <a:buNone/>
            </a:pPr>
            <a:endParaRPr lang="en-US" sz="2000" dirty="0">
              <a:solidFill>
                <a:srgbClr val="000000"/>
              </a:solidFill>
            </a:endParaRPr>
          </a:p>
          <a:p>
            <a:pPr algn="just" eaLnBrk="1" hangingPunct="1">
              <a:buFont typeface="Wingdings" pitchFamily="2" charset="2"/>
              <a:buNone/>
            </a:pPr>
            <a:r>
              <a:rPr lang="en-US" sz="2000" dirty="0">
                <a:solidFill>
                  <a:srgbClr val="000000"/>
                </a:solidFill>
              </a:rPr>
              <a:t>The definition of conditional probability then turns into a rule for finding the probability that both of two events occur.</a:t>
            </a:r>
          </a:p>
        </p:txBody>
      </p:sp>
      <p:sp>
        <p:nvSpPr>
          <p:cNvPr id="8" name="TextBox 6"/>
          <p:cNvSpPr txBox="1">
            <a:spLocks noChangeArrowheads="1"/>
          </p:cNvSpPr>
          <p:nvPr/>
        </p:nvSpPr>
        <p:spPr bwMode="auto">
          <a:xfrm>
            <a:off x="299244" y="4010891"/>
            <a:ext cx="7647781" cy="1784350"/>
          </a:xfrm>
          <a:prstGeom prst="rect">
            <a:avLst/>
          </a:prstGeom>
          <a:solidFill>
            <a:srgbClr val="FFD780"/>
          </a:solidFill>
          <a:ln w="10000">
            <a:solidFill>
              <a:srgbClr val="D2DA7A"/>
            </a:solidFill>
            <a:miter lim="800000"/>
            <a:headEnd/>
            <a:tailEnd/>
          </a:ln>
          <a:effectLst>
            <a:outerShdw blurRad="38100" dist="30000" dir="5400000" rotWithShape="0">
              <a:srgbClr val="808080">
                <a:alpha val="45000"/>
              </a:srgbClr>
            </a:outerShdw>
          </a:effectLst>
        </p:spPr>
        <p:txBody>
          <a:bodyPr wrap="square">
            <a:spAutoFit/>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just" eaLnBrk="1" hangingPunct="1">
              <a:spcAft>
                <a:spcPts val="1200"/>
              </a:spcAft>
            </a:pPr>
            <a:r>
              <a:rPr lang="en-US" sz="1800" dirty="0"/>
              <a:t>The probability that events </a:t>
            </a:r>
            <a:r>
              <a:rPr lang="en-US" sz="1800" i="1" dirty="0"/>
              <a:t>A</a:t>
            </a:r>
            <a:r>
              <a:rPr lang="en-US" sz="1800" dirty="0"/>
              <a:t> and </a:t>
            </a:r>
            <a:r>
              <a:rPr lang="en-US" sz="1800" i="1" dirty="0"/>
              <a:t>B</a:t>
            </a:r>
            <a:r>
              <a:rPr lang="en-US" sz="1800" dirty="0"/>
              <a:t> both occur can be found using the </a:t>
            </a:r>
            <a:r>
              <a:rPr lang="en-US" sz="1800" b="1" dirty="0"/>
              <a:t>general multiplication rule</a:t>
            </a:r>
            <a:r>
              <a:rPr lang="en-US" sz="1800" dirty="0"/>
              <a:t>:</a:t>
            </a:r>
          </a:p>
          <a:p>
            <a:pPr algn="ctr" eaLnBrk="1" hangingPunct="1">
              <a:spcAft>
                <a:spcPts val="1200"/>
              </a:spcAft>
            </a:pPr>
            <a:r>
              <a:rPr lang="en-US" sz="1800" i="1" dirty="0"/>
              <a:t>P</a:t>
            </a:r>
            <a:r>
              <a:rPr lang="en-US" sz="1800" dirty="0"/>
              <a:t>(</a:t>
            </a:r>
            <a:r>
              <a:rPr lang="en-US" sz="1800" i="1" dirty="0"/>
              <a:t>A </a:t>
            </a:r>
            <a:r>
              <a:rPr lang="en-US" sz="1800" dirty="0"/>
              <a:t>and </a:t>
            </a:r>
            <a:r>
              <a:rPr lang="en-US" sz="1800" i="1" dirty="0"/>
              <a:t>B</a:t>
            </a:r>
            <a:r>
              <a:rPr lang="en-US" sz="1800" dirty="0"/>
              <a:t>) = </a:t>
            </a:r>
            <a:r>
              <a:rPr lang="en-US" sz="1800" i="1" dirty="0"/>
              <a:t>P</a:t>
            </a:r>
            <a:r>
              <a:rPr lang="en-US" sz="1800" dirty="0"/>
              <a:t>(</a:t>
            </a:r>
            <a:r>
              <a:rPr lang="en-US" sz="1800" i="1" dirty="0"/>
              <a:t>A</a:t>
            </a:r>
            <a:r>
              <a:rPr lang="en-US" sz="1800" dirty="0"/>
              <a:t>) • </a:t>
            </a:r>
            <a:r>
              <a:rPr lang="en-US" sz="1800" i="1" dirty="0"/>
              <a:t>P</a:t>
            </a:r>
            <a:r>
              <a:rPr lang="en-US" sz="1800" dirty="0"/>
              <a:t>(</a:t>
            </a:r>
            <a:r>
              <a:rPr lang="en-US" sz="1800" i="1" dirty="0"/>
              <a:t>B </a:t>
            </a:r>
            <a:r>
              <a:rPr lang="en-US" sz="1800" dirty="0"/>
              <a:t>| </a:t>
            </a:r>
            <a:r>
              <a:rPr lang="en-US" sz="1800" i="1" dirty="0"/>
              <a:t>A</a:t>
            </a:r>
            <a:r>
              <a:rPr lang="en-US" sz="1800" dirty="0"/>
              <a:t>)</a:t>
            </a:r>
          </a:p>
          <a:p>
            <a:pPr algn="just" eaLnBrk="1" hangingPunct="1">
              <a:spcAft>
                <a:spcPts val="1200"/>
              </a:spcAft>
            </a:pPr>
            <a:r>
              <a:rPr lang="en-US" sz="1800" dirty="0"/>
              <a:t>where </a:t>
            </a:r>
            <a:r>
              <a:rPr lang="en-US" sz="1800" i="1" dirty="0"/>
              <a:t>P</a:t>
            </a:r>
            <a:r>
              <a:rPr lang="en-US" sz="1800" dirty="0"/>
              <a:t>(</a:t>
            </a:r>
            <a:r>
              <a:rPr lang="en-US" sz="1800" i="1" dirty="0"/>
              <a:t>B </a:t>
            </a:r>
            <a:r>
              <a:rPr lang="en-US" sz="1800" dirty="0"/>
              <a:t>| </a:t>
            </a:r>
            <a:r>
              <a:rPr lang="en-US" sz="1800" i="1" dirty="0"/>
              <a:t>A</a:t>
            </a:r>
            <a:r>
              <a:rPr lang="en-US" sz="1800" dirty="0"/>
              <a:t>) is the conditional probability that event </a:t>
            </a:r>
            <a:r>
              <a:rPr lang="en-US" sz="1800" i="1" dirty="0"/>
              <a:t>B </a:t>
            </a:r>
            <a:r>
              <a:rPr lang="en-US" sz="1800" dirty="0"/>
              <a:t>occurs given that event </a:t>
            </a:r>
            <a:r>
              <a:rPr lang="en-US" sz="1800" i="1" dirty="0"/>
              <a:t>A </a:t>
            </a:r>
            <a:r>
              <a:rPr lang="en-US" sz="1800" dirty="0"/>
              <a:t>has already occurred.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p:txBody>
          <a:bodyPr/>
          <a:lstStyle/>
          <a:p>
            <a:pPr eaLnBrk="1" hangingPunct="1">
              <a:lnSpc>
                <a:spcPct val="90000"/>
              </a:lnSpc>
            </a:pPr>
            <a:r>
              <a:rPr lang="en-US">
                <a:ea typeface="ＭＳ Ｐゴシック" pitchFamily="34" charset="-128"/>
                <a:cs typeface="Arial" pitchFamily="34" charset="0"/>
              </a:rPr>
              <a:t>Tree Diagrams</a:t>
            </a:r>
            <a:endParaRPr lang="en-US">
              <a:solidFill>
                <a:srgbClr val="33CCFF"/>
              </a:solidFill>
              <a:ea typeface="ＭＳ Ｐゴシック" pitchFamily="34" charset="-128"/>
              <a:cs typeface="Arial" pitchFamily="34" charset="0"/>
            </a:endParaRPr>
          </a:p>
        </p:txBody>
      </p:sp>
      <p:sp>
        <p:nvSpPr>
          <p:cNvPr id="72705"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nSpc>
                <a:spcPct val="80000"/>
              </a:lnSpc>
            </a:pPr>
            <a:fld id="{8FDA1152-98AD-4AB9-94CF-32D6631A9A05}" type="slidenum">
              <a:rPr lang="en-US" sz="1200">
                <a:solidFill>
                  <a:schemeClr val="accent1"/>
                </a:solidFill>
              </a:rPr>
              <a:pPr>
                <a:lnSpc>
                  <a:spcPct val="80000"/>
                </a:lnSpc>
              </a:pPr>
              <a:t>41</a:t>
            </a:fld>
            <a:endParaRPr lang="en-US" sz="1200">
              <a:solidFill>
                <a:schemeClr val="accent1"/>
              </a:solidFill>
            </a:endParaRPr>
          </a:p>
        </p:txBody>
      </p:sp>
      <p:sp>
        <p:nvSpPr>
          <p:cNvPr id="72707" name="TextBox 1"/>
          <p:cNvSpPr txBox="1">
            <a:spLocks noChangeArrowheads="1"/>
          </p:cNvSpPr>
          <p:nvPr/>
        </p:nvSpPr>
        <p:spPr bwMode="auto">
          <a:xfrm>
            <a:off x="174625" y="1120955"/>
            <a:ext cx="7654925" cy="1323439"/>
          </a:xfrm>
          <a:prstGeom prst="rect">
            <a:avLst/>
          </a:prstGeom>
          <a:solidFill>
            <a:srgbClr val="FFD780"/>
          </a:solidFill>
          <a:ln>
            <a:noFill/>
          </a:ln>
        </p:spPr>
        <p:txBody>
          <a:bodyPr wrap="square">
            <a:spAutoFit/>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just">
              <a:buFont typeface="Wingdings" pitchFamily="2" charset="2"/>
              <a:buNone/>
            </a:pPr>
            <a:r>
              <a:rPr lang="en-US" sz="2000" dirty="0"/>
              <a:t>Probability problems often require us to combine several of the basic rules into a more elaborate calculation. One way to model chance behavior that involves a sequence of outcomes is to construct a </a:t>
            </a:r>
            <a:r>
              <a:rPr lang="en-US" sz="2000" b="1" dirty="0"/>
              <a:t>tree diagram</a:t>
            </a:r>
            <a:r>
              <a:rPr lang="en-US" sz="2000" dirty="0"/>
              <a:t>.</a:t>
            </a:r>
            <a:endParaRPr lang="en-US" sz="3600" dirty="0"/>
          </a:p>
        </p:txBody>
      </p:sp>
      <p:sp>
        <p:nvSpPr>
          <p:cNvPr id="72709" name="TextBox 10"/>
          <p:cNvSpPr txBox="1">
            <a:spLocks noChangeArrowheads="1"/>
          </p:cNvSpPr>
          <p:nvPr/>
        </p:nvSpPr>
        <p:spPr bwMode="auto">
          <a:xfrm>
            <a:off x="174625" y="2782391"/>
            <a:ext cx="2720975" cy="163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sz="1800" b="1" u="sng" dirty="0">
                <a:solidFill>
                  <a:schemeClr val="accent1">
                    <a:lumMod val="75000"/>
                  </a:schemeClr>
                </a:solidFill>
              </a:rPr>
              <a:t>Example</a:t>
            </a:r>
            <a:r>
              <a:rPr lang="en-US" sz="1800" b="1" dirty="0">
                <a:solidFill>
                  <a:schemeClr val="accent1">
                    <a:lumMod val="75000"/>
                  </a:schemeClr>
                </a:solidFill>
              </a:rPr>
              <a:t>: </a:t>
            </a:r>
            <a:r>
              <a:rPr lang="en-US" sz="2000" dirty="0"/>
              <a:t>Consider flipping a coin twice.</a:t>
            </a:r>
          </a:p>
          <a:p>
            <a:pPr eaLnBrk="1" hangingPunct="1"/>
            <a:endParaRPr lang="en-US" sz="2000" dirty="0"/>
          </a:p>
          <a:p>
            <a:pPr eaLnBrk="1" hangingPunct="1"/>
            <a:r>
              <a:rPr lang="en-US" sz="2000" dirty="0"/>
              <a:t>What is the probability of getting two heads?</a:t>
            </a:r>
          </a:p>
        </p:txBody>
      </p:sp>
      <p:sp>
        <p:nvSpPr>
          <p:cNvPr id="19" name="TextBox 18"/>
          <p:cNvSpPr txBox="1">
            <a:spLocks noChangeArrowheads="1"/>
          </p:cNvSpPr>
          <p:nvPr/>
        </p:nvSpPr>
        <p:spPr bwMode="auto">
          <a:xfrm>
            <a:off x="174626" y="4594938"/>
            <a:ext cx="2845666"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sz="1600" b="1" u="sng" dirty="0"/>
              <a:t>Sample Space</a:t>
            </a:r>
          </a:p>
          <a:p>
            <a:pPr eaLnBrk="1" hangingPunct="1"/>
            <a:r>
              <a:rPr lang="en-US" sz="1600" b="1" dirty="0"/>
              <a:t>HH   HT   TH   TT</a:t>
            </a:r>
          </a:p>
          <a:p>
            <a:pPr eaLnBrk="1" hangingPunct="1"/>
            <a:endParaRPr lang="en-US" sz="1600" b="1" dirty="0"/>
          </a:p>
          <a:p>
            <a:pPr eaLnBrk="1" hangingPunct="1"/>
            <a:r>
              <a:rPr lang="en-US" sz="1600" b="1" dirty="0"/>
              <a:t>Therefore, </a:t>
            </a:r>
          </a:p>
          <a:p>
            <a:pPr eaLnBrk="1" hangingPunct="1"/>
            <a:r>
              <a:rPr lang="en-US" sz="1600" b="1" i="1" dirty="0"/>
              <a:t>    P</a:t>
            </a:r>
            <a:r>
              <a:rPr lang="en-US" sz="1600" b="1" dirty="0"/>
              <a:t>(two heads) = </a:t>
            </a:r>
            <a:r>
              <a:rPr lang="en-US" sz="1600" b="1" i="1" dirty="0"/>
              <a:t>P</a:t>
            </a:r>
            <a:r>
              <a:rPr lang="en-US" sz="1600" b="1" dirty="0"/>
              <a:t>(HH) </a:t>
            </a:r>
          </a:p>
          <a:p>
            <a:pPr eaLnBrk="1" hangingPunct="1"/>
            <a:r>
              <a:rPr lang="en-US" sz="1600" b="1" dirty="0"/>
              <a:t>                           = 1/4</a:t>
            </a:r>
          </a:p>
        </p:txBody>
      </p:sp>
      <p:pic>
        <p:nvPicPr>
          <p:cNvPr id="17" name="Picture 16" descr="The image shows a tree diagram which is simply a way of representing a sequence of events. Tree diagrams are particularly useful in probability since they record all possible outcomes. In the diagram, coin is flipped twice and probability of getting two head is calculated. The probability of toss outcome is written at the end of the branch. The diagram is illustrated as tossing a coin then it has two branches one is head and other is tail and probability of both is one by two in the first toss, and in second toss again two branches are extended for heads and tails and its probability again is one by two. Here outcome head is mentioned as H and outcome T is mentioned as T. From the first toss outcome H the branch is drawn and its outcome is T and has half probability and on other side branch is drawn for H which has same one by two probability. &#10;The expression P bracket open two heads bracket close, equals to &quot;1 divide by 2 multiplied by 1 divide by 2, equals to 1 divide by 4 is also mentioned."/>
          <p:cNvPicPr>
            <a:picLocks noChangeAspect="1"/>
          </p:cNvPicPr>
          <p:nvPr/>
        </p:nvPicPr>
        <p:blipFill rotWithShape="1">
          <a:blip r:embed="rId2">
            <a:extLst>
              <a:ext uri="{28A0092B-C50C-407E-A947-70E740481C1C}">
                <a14:useLocalDpi xmlns:a14="http://schemas.microsoft.com/office/drawing/2010/main" val="0"/>
              </a:ext>
            </a:extLst>
          </a:blip>
          <a:srcRect t="-10" b="-10"/>
          <a:stretch/>
        </p:blipFill>
        <p:spPr bwMode="auto">
          <a:xfrm>
            <a:off x="3197225" y="2625725"/>
            <a:ext cx="5473700" cy="4035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1000"/>
                                        <p:tgtEl>
                                          <p:spTgt spid="1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7" presetClass="entr" presetSubtype="1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 calcmode="lin" valueType="num">
                                      <p:cBhvr>
                                        <p:cTn id="12" dur="1000" fill="hold"/>
                                        <p:tgtEl>
                                          <p:spTgt spid="17"/>
                                        </p:tgtEl>
                                        <p:attrNameLst>
                                          <p:attrName>ppt_w</p:attrName>
                                        </p:attrNameLst>
                                      </p:cBhvr>
                                      <p:tavLst>
                                        <p:tav tm="0">
                                          <p:val>
                                            <p:fltVal val="0"/>
                                          </p:val>
                                        </p:tav>
                                        <p:tav tm="100000">
                                          <p:val>
                                            <p:strVal val="#ppt_w"/>
                                          </p:val>
                                        </p:tav>
                                      </p:tavLst>
                                    </p:anim>
                                    <p:anim calcmode="lin" valueType="num">
                                      <p:cBhvr>
                                        <p:cTn id="13" dur="1000" fill="hold"/>
                                        <p:tgtEl>
                                          <p:spTgt spid="1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p:txBody>
          <a:bodyPr/>
          <a:lstStyle/>
          <a:p>
            <a:pPr eaLnBrk="1" hangingPunct="1">
              <a:lnSpc>
                <a:spcPct val="90000"/>
              </a:lnSpc>
            </a:pPr>
            <a:r>
              <a:rPr lang="en-US" dirty="0">
                <a:ea typeface="ＭＳ Ｐゴシック" pitchFamily="34" charset="-128"/>
                <a:cs typeface="Arial" pitchFamily="34" charset="0"/>
              </a:rPr>
              <a:t>Tree Diagrams Example</a:t>
            </a:r>
            <a:endParaRPr lang="en-US" dirty="0">
              <a:solidFill>
                <a:srgbClr val="33CCFF"/>
              </a:solidFill>
              <a:ea typeface="ＭＳ Ｐゴシック" pitchFamily="34" charset="-128"/>
              <a:cs typeface="Arial" pitchFamily="34" charset="0"/>
            </a:endParaRPr>
          </a:p>
        </p:txBody>
      </p:sp>
      <p:sp>
        <p:nvSpPr>
          <p:cNvPr id="73729"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nSpc>
                <a:spcPct val="80000"/>
              </a:lnSpc>
            </a:pPr>
            <a:fld id="{EDE92A64-767E-4E86-B1AF-8BBE47EA92E7}" type="slidenum">
              <a:rPr lang="en-US" sz="1200">
                <a:solidFill>
                  <a:schemeClr val="accent1"/>
                </a:solidFill>
              </a:rPr>
              <a:pPr>
                <a:lnSpc>
                  <a:spcPct val="80000"/>
                </a:lnSpc>
              </a:pPr>
              <a:t>42</a:t>
            </a:fld>
            <a:endParaRPr lang="en-US" sz="1200">
              <a:solidFill>
                <a:schemeClr val="accent1"/>
              </a:solidFill>
            </a:endParaRPr>
          </a:p>
        </p:txBody>
      </p:sp>
      <p:sp>
        <p:nvSpPr>
          <p:cNvPr id="73731" name="TextBox 1"/>
          <p:cNvSpPr txBox="1">
            <a:spLocks noChangeArrowheads="1"/>
          </p:cNvSpPr>
          <p:nvPr/>
        </p:nvSpPr>
        <p:spPr bwMode="auto">
          <a:xfrm>
            <a:off x="174625" y="1125733"/>
            <a:ext cx="7665243" cy="163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just">
              <a:buFont typeface="Wingdings" pitchFamily="2" charset="2"/>
              <a:buNone/>
            </a:pPr>
            <a:r>
              <a:rPr lang="en-US" sz="2000" b="1" u="sng" dirty="0">
                <a:solidFill>
                  <a:schemeClr val="accent1">
                    <a:lumMod val="75000"/>
                  </a:schemeClr>
                </a:solidFill>
              </a:rPr>
              <a:t>Example</a:t>
            </a:r>
            <a:r>
              <a:rPr lang="en-US" sz="2000" b="1" dirty="0">
                <a:solidFill>
                  <a:schemeClr val="accent1">
                    <a:lumMod val="75000"/>
                  </a:schemeClr>
                </a:solidFill>
              </a:rPr>
              <a:t>: </a:t>
            </a:r>
            <a:r>
              <a:rPr lang="en-US" sz="2000" dirty="0">
                <a:solidFill>
                  <a:srgbClr val="000000"/>
                </a:solidFill>
              </a:rPr>
              <a:t>The Pew Internet and American Life Project finds that 93% of teenagers (ages 12 to 17) use the Internet and that 55% of online teens have posted a profile on a social-networking site.</a:t>
            </a:r>
          </a:p>
          <a:p>
            <a:endParaRPr lang="en-US" sz="2000" b="1" dirty="0">
              <a:solidFill>
                <a:srgbClr val="000000"/>
              </a:solidFill>
            </a:endParaRPr>
          </a:p>
          <a:p>
            <a:r>
              <a:rPr lang="en-US" sz="2000" b="1" dirty="0">
                <a:solidFill>
                  <a:srgbClr val="000000"/>
                </a:solidFill>
              </a:rPr>
              <a:t>What percent of teens are online </a:t>
            </a:r>
            <a:r>
              <a:rPr lang="en-US" sz="2000" b="1" i="1" dirty="0">
                <a:solidFill>
                  <a:srgbClr val="000000"/>
                </a:solidFill>
              </a:rPr>
              <a:t>and</a:t>
            </a:r>
            <a:r>
              <a:rPr lang="en-US" sz="2000" b="1" dirty="0">
                <a:solidFill>
                  <a:srgbClr val="000000"/>
                </a:solidFill>
              </a:rPr>
              <a:t> have posted a profile?</a:t>
            </a:r>
            <a:endParaRPr lang="en-US" sz="1800" dirty="0">
              <a:solidFill>
                <a:srgbClr val="000000"/>
              </a:solidFill>
            </a:endParaRPr>
          </a:p>
        </p:txBody>
      </p:sp>
      <p:grpSp>
        <p:nvGrpSpPr>
          <p:cNvPr id="2" name="Group 11" descr="items described separately"/>
          <p:cNvGrpSpPr>
            <a:grpSpLocks/>
          </p:cNvGrpSpPr>
          <p:nvPr/>
        </p:nvGrpSpPr>
        <p:grpSpPr bwMode="auto">
          <a:xfrm>
            <a:off x="309075" y="2756949"/>
            <a:ext cx="3563632" cy="3981196"/>
            <a:chOff x="182880" y="2470349"/>
            <a:chExt cx="3562997" cy="3981252"/>
          </a:xfrm>
        </p:grpSpPr>
        <p:pic>
          <p:nvPicPr>
            <p:cNvPr id="73737" name="Picture 7" descr="The image shows the tree diagram of teenagers who use internet, and post a profile on social sites. Here random selection of a teenager is done which depicts two branches, one in black line and other in red. Red line depicts the online percent with the outcome Y, means yes, has a probability of 0.93, and on the other side black line depicts outcome N, means No, with the probability 0.07. Now further probability that how many from the online has posted the profile on the social networking site is calculated. Again it has two branches one with outcome Y with the probability 0.55 and other with the outcome N with the probability 0.45. Same is done with Offline teenagers who posted profile online. It again has two branches with the outcome Y 'yes' with probability 0 and N 'no' with the probability 1."/>
            <p:cNvPicPr>
              <a:picLocks noChangeAspect="1"/>
            </p:cNvPicPr>
            <p:nvPr/>
          </p:nvPicPr>
          <p:blipFill rotWithShape="1">
            <a:blip r:embed="rId3">
              <a:extLst>
                <a:ext uri="{28A0092B-C50C-407E-A947-70E740481C1C}">
                  <a14:useLocalDpi xmlns:a14="http://schemas.microsoft.com/office/drawing/2010/main" val="0"/>
                </a:ext>
              </a:extLst>
            </a:blip>
            <a:srcRect t="-3" b="-3"/>
            <a:stretch/>
          </p:blipFill>
          <p:spPr bwMode="auto">
            <a:xfrm>
              <a:off x="182880" y="2540001"/>
              <a:ext cx="3562997" cy="391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Curved Right Arrow 9"/>
            <p:cNvSpPr/>
            <p:nvPr/>
          </p:nvSpPr>
          <p:spPr>
            <a:xfrm>
              <a:off x="475632" y="2470349"/>
              <a:ext cx="640080" cy="1862669"/>
            </a:xfrm>
            <a:prstGeom prst="curvedRightArrow">
              <a:avLst/>
            </a:prstGeom>
          </p:spPr>
          <p:style>
            <a:lnRef idx="0">
              <a:schemeClr val="accent5"/>
            </a:lnRef>
            <a:fillRef idx="3">
              <a:schemeClr val="accent5"/>
            </a:fillRef>
            <a:effectRef idx="3">
              <a:schemeClr val="accent5"/>
            </a:effectRef>
            <a:fontRef idx="minor">
              <a:schemeClr val="lt1"/>
            </a:fontRef>
          </p:style>
          <p:txBody>
            <a:bodyPr anchor="ctr"/>
            <a:lstStyle/>
            <a:p>
              <a:pPr algn="ctr" eaLnBrk="1" hangingPunct="1">
                <a:defRPr/>
              </a:pPr>
              <a:endParaRPr lang="en-US">
                <a:solidFill>
                  <a:schemeClr val="tx1"/>
                </a:solidFill>
              </a:endParaRPr>
            </a:p>
          </p:txBody>
        </p:sp>
      </p:grpSp>
      <p:sp>
        <p:nvSpPr>
          <p:cNvPr id="14" name="TextBox 13"/>
          <p:cNvSpPr txBox="1">
            <a:spLocks noChangeArrowheads="1"/>
          </p:cNvSpPr>
          <p:nvPr/>
        </p:nvSpPr>
        <p:spPr bwMode="auto">
          <a:xfrm>
            <a:off x="4057649" y="5136451"/>
            <a:ext cx="4559877"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sz="1800" b="1" dirty="0"/>
              <a:t>Therefore, 51.15% of teens are online </a:t>
            </a:r>
            <a:r>
              <a:rPr lang="en-US" sz="1800" b="1" i="1" dirty="0"/>
              <a:t>and</a:t>
            </a:r>
            <a:r>
              <a:rPr lang="en-US" sz="1800" b="1" dirty="0"/>
              <a:t> have posted a profile.</a:t>
            </a:r>
          </a:p>
        </p:txBody>
      </p:sp>
      <p:graphicFrame>
        <p:nvGraphicFramePr>
          <p:cNvPr id="3" name="Object 2"/>
          <p:cNvGraphicFramePr>
            <a:graphicFrameLocks noChangeAspect="1"/>
          </p:cNvGraphicFramePr>
          <p:nvPr>
            <p:extLst>
              <p:ext uri="{D42A27DB-BD31-4B8C-83A1-F6EECF244321}">
                <p14:modId xmlns:p14="http://schemas.microsoft.com/office/powerpoint/2010/main" val="370330603"/>
              </p:ext>
            </p:extLst>
          </p:nvPr>
        </p:nvGraphicFramePr>
        <p:xfrm>
          <a:off x="3922065" y="3195587"/>
          <a:ext cx="5164185" cy="1703464"/>
        </p:xfrm>
        <a:graphic>
          <a:graphicData uri="http://schemas.openxmlformats.org/presentationml/2006/ole">
            <mc:AlternateContent xmlns:mc="http://schemas.openxmlformats.org/markup-compatibility/2006">
              <mc:Choice xmlns:v="urn:schemas-microsoft-com:vml" Requires="v">
                <p:oleObj spid="_x0000_s74136" name="Equation" r:id="rId4" imgW="3657600" imgH="1206360" progId="Equation.DSMT4">
                  <p:embed/>
                </p:oleObj>
              </mc:Choice>
              <mc:Fallback>
                <p:oleObj name="Equation" r:id="rId4" imgW="3657600" imgH="1206360" progId="Equation.DSMT4">
                  <p:embed/>
                  <p:pic>
                    <p:nvPicPr>
                      <p:cNvPr id="0" name=""/>
                      <p:cNvPicPr/>
                      <p:nvPr/>
                    </p:nvPicPr>
                    <p:blipFill>
                      <a:blip r:embed="rId5"/>
                      <a:stretch>
                        <a:fillRect/>
                      </a:stretch>
                    </p:blipFill>
                    <p:spPr>
                      <a:xfrm>
                        <a:off x="3922065" y="3195587"/>
                        <a:ext cx="5164185" cy="1703464"/>
                      </a:xfrm>
                      <a:prstGeom prst="rect">
                        <a:avLst/>
                      </a:prstGeom>
                    </p:spPr>
                  </p:pic>
                </p:oleObj>
              </mc:Fallback>
            </mc:AlternateContent>
          </a:graphicData>
        </a:graphic>
      </p:graphicFrame>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accel="50000" decel="5000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000" fill="hold"/>
                                        <p:tgtEl>
                                          <p:spTgt spid="2"/>
                                        </p:tgtEl>
                                        <p:attrNameLst>
                                          <p:attrName>ppt_x</p:attrName>
                                        </p:attrNameLst>
                                      </p:cBhvr>
                                      <p:tavLst>
                                        <p:tav tm="0">
                                          <p:val>
                                            <p:strVal val="#ppt_x"/>
                                          </p:val>
                                        </p:tav>
                                        <p:tav tm="100000">
                                          <p:val>
                                            <p:strVal val="#ppt_x"/>
                                          </p:val>
                                        </p:tav>
                                      </p:tavLst>
                                    </p:anim>
                                    <p:anim calcmode="lin" valueType="num">
                                      <p:cBhvr additive="base">
                                        <p:cTn id="8" dur="10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1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2"/>
          <p:cNvSpPr>
            <a:spLocks noGrp="1" noChangeArrowheads="1"/>
          </p:cNvSpPr>
          <p:nvPr>
            <p:ph type="title"/>
          </p:nvPr>
        </p:nvSpPr>
        <p:spPr/>
        <p:txBody>
          <a:bodyPr/>
          <a:lstStyle/>
          <a:p>
            <a:pPr eaLnBrk="1" hangingPunct="1"/>
            <a:r>
              <a:rPr lang="en-US" dirty="0" err="1">
                <a:ea typeface="ＭＳ Ｐゴシック" pitchFamily="34" charset="-128"/>
              </a:rPr>
              <a:t>Bayes</a:t>
            </a:r>
            <a:r>
              <a:rPr lang="en-US" altLang="en-US" dirty="0" err="1">
                <a:ea typeface="ＭＳ Ｐゴシック" pitchFamily="34" charset="-128"/>
              </a:rPr>
              <a:t>’</a:t>
            </a:r>
            <a:r>
              <a:rPr lang="en-US" dirty="0" err="1">
                <a:ea typeface="ＭＳ Ｐゴシック" pitchFamily="34" charset="-128"/>
              </a:rPr>
              <a:t>s</a:t>
            </a:r>
            <a:r>
              <a:rPr lang="en-US" dirty="0">
                <a:ea typeface="ＭＳ Ｐゴシック" pitchFamily="34" charset="-128"/>
              </a:rPr>
              <a:t> Rule</a:t>
            </a:r>
          </a:p>
        </p:txBody>
      </p:sp>
      <p:sp>
        <p:nvSpPr>
          <p:cNvPr id="74756"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nSpc>
                <a:spcPct val="80000"/>
              </a:lnSpc>
            </a:pPr>
            <a:fld id="{259CAD02-B199-4BBB-A569-929969EDEF17}" type="slidenum">
              <a:rPr lang="en-US" sz="1200">
                <a:solidFill>
                  <a:schemeClr val="accent1"/>
                </a:solidFill>
              </a:rPr>
              <a:pPr>
                <a:lnSpc>
                  <a:spcPct val="80000"/>
                </a:lnSpc>
              </a:pPr>
              <a:t>43</a:t>
            </a:fld>
            <a:endParaRPr lang="en-US" sz="1200">
              <a:solidFill>
                <a:schemeClr val="accent1"/>
              </a:solidFill>
            </a:endParaRPr>
          </a:p>
        </p:txBody>
      </p:sp>
      <p:sp>
        <p:nvSpPr>
          <p:cNvPr id="1348611" name="Rectangle 3"/>
          <p:cNvSpPr>
            <a:spLocks noGrp="1" noChangeArrowheads="1"/>
          </p:cNvSpPr>
          <p:nvPr>
            <p:ph type="body" sz="half" idx="4294967295"/>
          </p:nvPr>
        </p:nvSpPr>
        <p:spPr>
          <a:xfrm>
            <a:off x="174626" y="1143590"/>
            <a:ext cx="7772400" cy="3043399"/>
          </a:xfrm>
          <a:solidFill>
            <a:srgbClr val="FFD780"/>
          </a:solidFill>
        </p:spPr>
        <p:txBody>
          <a:bodyPr/>
          <a:lstStyle/>
          <a:p>
            <a:pPr marL="0" indent="0" eaLnBrk="1" hangingPunct="1">
              <a:buFont typeface="Wingdings" pitchFamily="2" charset="2"/>
              <a:buNone/>
            </a:pPr>
            <a:r>
              <a:rPr lang="en-US" dirty="0">
                <a:solidFill>
                  <a:schemeClr val="tx1"/>
                </a:solidFill>
                <a:ea typeface="ＭＳ Ｐゴシック" pitchFamily="34" charset="-128"/>
              </a:rPr>
              <a:t>An important application of conditional probabilities is </a:t>
            </a:r>
            <a:r>
              <a:rPr lang="en-US" dirty="0" err="1">
                <a:solidFill>
                  <a:schemeClr val="tx1"/>
                </a:solidFill>
                <a:ea typeface="ＭＳ Ｐゴシック" pitchFamily="34" charset="-128"/>
              </a:rPr>
              <a:t>Bayes</a:t>
            </a:r>
            <a:r>
              <a:rPr lang="en-US" altLang="en-US" dirty="0" err="1">
                <a:solidFill>
                  <a:schemeClr val="tx1"/>
                </a:solidFill>
                <a:ea typeface="ＭＳ Ｐゴシック" pitchFamily="34" charset="-128"/>
              </a:rPr>
              <a:t>’</a:t>
            </a:r>
            <a:r>
              <a:rPr lang="en-US" dirty="0" err="1">
                <a:solidFill>
                  <a:schemeClr val="tx1"/>
                </a:solidFill>
                <a:ea typeface="ＭＳ Ｐゴシック" pitchFamily="34" charset="-128"/>
              </a:rPr>
              <a:t>s</a:t>
            </a:r>
            <a:r>
              <a:rPr lang="en-US" dirty="0">
                <a:solidFill>
                  <a:schemeClr val="tx1"/>
                </a:solidFill>
                <a:ea typeface="ＭＳ Ｐゴシック" pitchFamily="34" charset="-128"/>
              </a:rPr>
              <a:t> rule. </a:t>
            </a:r>
          </a:p>
          <a:p>
            <a:pPr marL="0" indent="0" eaLnBrk="1" hangingPunct="1">
              <a:buFont typeface="Wingdings" pitchFamily="2" charset="2"/>
              <a:buNone/>
            </a:pPr>
            <a:r>
              <a:rPr lang="en-US" dirty="0">
                <a:solidFill>
                  <a:schemeClr val="tx1"/>
                </a:solidFill>
                <a:ea typeface="ＭＳ Ｐゴシック" pitchFamily="34" charset="-128"/>
              </a:rPr>
              <a:t>Suppose that a sample space is decomposed into </a:t>
            </a:r>
            <a:r>
              <a:rPr lang="en-US" i="1" dirty="0">
                <a:solidFill>
                  <a:schemeClr val="tx1"/>
                </a:solidFill>
                <a:ea typeface="ＭＳ Ｐゴシック" pitchFamily="34" charset="-128"/>
              </a:rPr>
              <a:t>k</a:t>
            </a:r>
            <a:r>
              <a:rPr lang="en-US" dirty="0">
                <a:solidFill>
                  <a:schemeClr val="tx1"/>
                </a:solidFill>
                <a:ea typeface="ＭＳ Ｐゴシック" pitchFamily="34" charset="-128"/>
              </a:rPr>
              <a:t> disjoint events </a:t>
            </a:r>
            <a:r>
              <a:rPr lang="en-US" i="1" dirty="0">
                <a:solidFill>
                  <a:schemeClr val="tx1"/>
                </a:solidFill>
                <a:ea typeface="ＭＳ Ｐゴシック" pitchFamily="34" charset="-128"/>
              </a:rPr>
              <a:t>A</a:t>
            </a:r>
            <a:r>
              <a:rPr lang="en-US" baseline="-25000" dirty="0">
                <a:solidFill>
                  <a:schemeClr val="tx1"/>
                </a:solidFill>
                <a:ea typeface="ＭＳ Ｐゴシック" pitchFamily="34" charset="-128"/>
              </a:rPr>
              <a:t>1</a:t>
            </a:r>
            <a:r>
              <a:rPr lang="en-US" dirty="0">
                <a:solidFill>
                  <a:schemeClr val="tx1"/>
                </a:solidFill>
                <a:ea typeface="ＭＳ Ｐゴシック" pitchFamily="34" charset="-128"/>
              </a:rPr>
              <a:t>, </a:t>
            </a:r>
            <a:r>
              <a:rPr lang="en-US" i="1" dirty="0">
                <a:solidFill>
                  <a:schemeClr val="tx1"/>
                </a:solidFill>
                <a:ea typeface="ＭＳ Ｐゴシック" pitchFamily="34" charset="-128"/>
              </a:rPr>
              <a:t>A</a:t>
            </a:r>
            <a:r>
              <a:rPr lang="en-US" baseline="-25000" dirty="0">
                <a:solidFill>
                  <a:schemeClr val="tx1"/>
                </a:solidFill>
                <a:ea typeface="ＭＳ Ｐゴシック" pitchFamily="34" charset="-128"/>
              </a:rPr>
              <a:t>2</a:t>
            </a:r>
            <a:r>
              <a:rPr lang="en-US" dirty="0">
                <a:solidFill>
                  <a:schemeClr val="tx1"/>
                </a:solidFill>
                <a:ea typeface="ＭＳ Ｐゴシック" pitchFamily="34" charset="-128"/>
              </a:rPr>
              <a:t>, …, </a:t>
            </a:r>
            <a:r>
              <a:rPr lang="en-US" i="1" dirty="0">
                <a:solidFill>
                  <a:schemeClr val="tx1"/>
                </a:solidFill>
                <a:ea typeface="ＭＳ Ｐゴシック" pitchFamily="34" charset="-128"/>
              </a:rPr>
              <a:t>A</a:t>
            </a:r>
            <a:r>
              <a:rPr lang="en-US" baseline="-25000" dirty="0">
                <a:solidFill>
                  <a:schemeClr val="tx1"/>
                </a:solidFill>
                <a:ea typeface="ＭＳ Ｐゴシック" pitchFamily="34" charset="-128"/>
              </a:rPr>
              <a:t>k</a:t>
            </a:r>
            <a:r>
              <a:rPr lang="en-US" dirty="0">
                <a:solidFill>
                  <a:schemeClr val="tx1"/>
                </a:solidFill>
                <a:ea typeface="ＭＳ Ｐゴシック" pitchFamily="34" charset="-128"/>
              </a:rPr>
              <a:t> </a:t>
            </a:r>
            <a:r>
              <a:rPr lang="en-US" dirty="0">
                <a:solidFill>
                  <a:schemeClr val="tx1"/>
                </a:solidFill>
                <a:ea typeface="ＭＳ Ｐゴシック" pitchFamily="34" charset="-128"/>
                <a:cs typeface="Arial" pitchFamily="34" charset="0"/>
              </a:rPr>
              <a:t>— </a:t>
            </a:r>
            <a:r>
              <a:rPr lang="en-US" dirty="0">
                <a:solidFill>
                  <a:schemeClr val="tx1"/>
                </a:solidFill>
                <a:ea typeface="ＭＳ Ｐゴシック" pitchFamily="34" charset="-128"/>
              </a:rPr>
              <a:t>none of which has a 0 probability — such that </a:t>
            </a:r>
            <a:r>
              <a:rPr lang="en-US" i="1" dirty="0">
                <a:solidFill>
                  <a:schemeClr val="tx1"/>
                </a:solidFill>
                <a:ea typeface="ＭＳ Ｐゴシック" pitchFamily="34" charset="-128"/>
              </a:rPr>
              <a:t>P</a:t>
            </a:r>
            <a:r>
              <a:rPr lang="en-US" dirty="0">
                <a:solidFill>
                  <a:schemeClr val="tx1"/>
                </a:solidFill>
                <a:ea typeface="ＭＳ Ｐゴシック" pitchFamily="34" charset="-128"/>
              </a:rPr>
              <a:t>(</a:t>
            </a:r>
            <a:r>
              <a:rPr lang="en-US" i="1" dirty="0">
                <a:solidFill>
                  <a:schemeClr val="tx1"/>
                </a:solidFill>
                <a:ea typeface="ＭＳ Ｐゴシック" pitchFamily="34" charset="-128"/>
              </a:rPr>
              <a:t>A</a:t>
            </a:r>
            <a:r>
              <a:rPr lang="en-US" baseline="-25000" dirty="0">
                <a:solidFill>
                  <a:schemeClr val="tx1"/>
                </a:solidFill>
                <a:ea typeface="ＭＳ Ｐゴシック" pitchFamily="34" charset="-128"/>
              </a:rPr>
              <a:t>1</a:t>
            </a:r>
            <a:r>
              <a:rPr lang="en-US" dirty="0">
                <a:solidFill>
                  <a:schemeClr val="tx1"/>
                </a:solidFill>
                <a:ea typeface="ＭＳ Ｐゴシック" pitchFamily="34" charset="-128"/>
              </a:rPr>
              <a:t>) + </a:t>
            </a:r>
            <a:r>
              <a:rPr lang="en-US" i="1" dirty="0">
                <a:solidFill>
                  <a:schemeClr val="tx1"/>
                </a:solidFill>
                <a:ea typeface="ＭＳ Ｐゴシック" pitchFamily="34" charset="-128"/>
              </a:rPr>
              <a:t>P</a:t>
            </a:r>
            <a:r>
              <a:rPr lang="en-US" dirty="0">
                <a:solidFill>
                  <a:schemeClr val="tx1"/>
                </a:solidFill>
                <a:ea typeface="ＭＳ Ｐゴシック" pitchFamily="34" charset="-128"/>
              </a:rPr>
              <a:t>(</a:t>
            </a:r>
            <a:r>
              <a:rPr lang="en-US" i="1" dirty="0">
                <a:solidFill>
                  <a:schemeClr val="tx1"/>
                </a:solidFill>
                <a:ea typeface="ＭＳ Ｐゴシック" pitchFamily="34" charset="-128"/>
              </a:rPr>
              <a:t>A</a:t>
            </a:r>
            <a:r>
              <a:rPr lang="en-US" baseline="-25000" dirty="0">
                <a:solidFill>
                  <a:schemeClr val="tx1"/>
                </a:solidFill>
                <a:ea typeface="ＭＳ Ｐゴシック" pitchFamily="34" charset="-128"/>
              </a:rPr>
              <a:t>2</a:t>
            </a:r>
            <a:r>
              <a:rPr lang="en-US" dirty="0">
                <a:solidFill>
                  <a:schemeClr val="tx1"/>
                </a:solidFill>
                <a:ea typeface="ＭＳ Ｐゴシック" pitchFamily="34" charset="-128"/>
              </a:rPr>
              <a:t>) + … + </a:t>
            </a:r>
            <a:r>
              <a:rPr lang="en-US" i="1" dirty="0">
                <a:solidFill>
                  <a:schemeClr val="tx1"/>
                </a:solidFill>
                <a:ea typeface="ＭＳ Ｐゴシック" pitchFamily="34" charset="-128"/>
              </a:rPr>
              <a:t>P</a:t>
            </a:r>
            <a:r>
              <a:rPr lang="en-US" dirty="0">
                <a:solidFill>
                  <a:schemeClr val="tx1"/>
                </a:solidFill>
                <a:ea typeface="ＭＳ Ｐゴシック" pitchFamily="34" charset="-128"/>
              </a:rPr>
              <a:t>(</a:t>
            </a:r>
            <a:r>
              <a:rPr lang="en-US" i="1" dirty="0">
                <a:solidFill>
                  <a:schemeClr val="tx1"/>
                </a:solidFill>
                <a:ea typeface="ＭＳ Ｐゴシック" pitchFamily="34" charset="-128"/>
              </a:rPr>
              <a:t>A</a:t>
            </a:r>
            <a:r>
              <a:rPr lang="en-US" baseline="-25000" dirty="0">
                <a:solidFill>
                  <a:schemeClr val="tx1"/>
                </a:solidFill>
                <a:ea typeface="ＭＳ Ｐゴシック" pitchFamily="34" charset="-128"/>
              </a:rPr>
              <a:t>k</a:t>
            </a:r>
            <a:r>
              <a:rPr lang="en-US" dirty="0">
                <a:solidFill>
                  <a:schemeClr val="tx1"/>
                </a:solidFill>
                <a:ea typeface="ＭＳ Ｐゴシック" pitchFamily="34" charset="-128"/>
              </a:rPr>
              <a:t>) = 1.</a:t>
            </a:r>
          </a:p>
          <a:p>
            <a:pPr marL="0" indent="0" eaLnBrk="1" hangingPunct="1">
              <a:lnSpc>
                <a:spcPct val="120000"/>
              </a:lnSpc>
              <a:buNone/>
            </a:pPr>
            <a:r>
              <a:rPr lang="en-US" dirty="0">
                <a:solidFill>
                  <a:schemeClr val="tx1"/>
                </a:solidFill>
                <a:ea typeface="ＭＳ Ｐゴシック" pitchFamily="34" charset="-128"/>
              </a:rPr>
              <a:t>Let </a:t>
            </a:r>
            <a:r>
              <a:rPr lang="en-US" i="1" dirty="0">
                <a:solidFill>
                  <a:schemeClr val="tx1"/>
                </a:solidFill>
                <a:ea typeface="ＭＳ Ｐゴシック" pitchFamily="34" charset="-128"/>
              </a:rPr>
              <a:t>C</a:t>
            </a:r>
            <a:r>
              <a:rPr lang="en-US" dirty="0">
                <a:solidFill>
                  <a:schemeClr val="tx1"/>
                </a:solidFill>
                <a:ea typeface="ＭＳ Ｐゴシック" pitchFamily="34" charset="-128"/>
              </a:rPr>
              <a:t> be any other event such that </a:t>
            </a:r>
            <a:r>
              <a:rPr lang="en-US" i="1" dirty="0">
                <a:solidFill>
                  <a:schemeClr val="tx1"/>
                </a:solidFill>
                <a:ea typeface="ＭＳ Ｐゴシック" pitchFamily="34" charset="-128"/>
              </a:rPr>
              <a:t>P</a:t>
            </a:r>
            <a:r>
              <a:rPr lang="en-US" dirty="0">
                <a:solidFill>
                  <a:schemeClr val="tx1"/>
                </a:solidFill>
                <a:ea typeface="ＭＳ Ｐゴシック" pitchFamily="34" charset="-128"/>
              </a:rPr>
              <a:t>(</a:t>
            </a:r>
            <a:r>
              <a:rPr lang="en-US" i="1" dirty="0">
                <a:solidFill>
                  <a:schemeClr val="tx1"/>
                </a:solidFill>
                <a:ea typeface="ＭＳ Ｐゴシック" pitchFamily="34" charset="-128"/>
              </a:rPr>
              <a:t>C</a:t>
            </a:r>
            <a:r>
              <a:rPr lang="en-US" dirty="0">
                <a:solidFill>
                  <a:schemeClr val="tx1"/>
                </a:solidFill>
                <a:ea typeface="ＭＳ Ｐゴシック" pitchFamily="34" charset="-128"/>
              </a:rPr>
              <a:t>) is not 0. </a:t>
            </a:r>
            <a:r>
              <a:rPr lang="en-US" dirty="0" smtClean="0">
                <a:solidFill>
                  <a:schemeClr val="tx1"/>
                </a:solidFill>
                <a:ea typeface="ＭＳ Ｐゴシック" pitchFamily="34" charset="-128"/>
              </a:rPr>
              <a:t>Then</a:t>
            </a:r>
            <a:endParaRPr lang="en-US" dirty="0">
              <a:solidFill>
                <a:schemeClr val="tx1"/>
              </a:solidFill>
              <a:ea typeface="ＭＳ Ｐゴシック" pitchFamily="34" charset="-128"/>
            </a:endParaRPr>
          </a:p>
        </p:txBody>
      </p:sp>
      <p:graphicFrame>
        <p:nvGraphicFramePr>
          <p:cNvPr id="2" name="Object 1"/>
          <p:cNvGraphicFramePr>
            <a:graphicFrameLocks noChangeAspect="1"/>
          </p:cNvGraphicFramePr>
          <p:nvPr>
            <p:extLst>
              <p:ext uri="{D42A27DB-BD31-4B8C-83A1-F6EECF244321}">
                <p14:modId xmlns:p14="http://schemas.microsoft.com/office/powerpoint/2010/main" val="1609692830"/>
              </p:ext>
            </p:extLst>
          </p:nvPr>
        </p:nvGraphicFramePr>
        <p:xfrm>
          <a:off x="975188" y="3339716"/>
          <a:ext cx="6171273" cy="683644"/>
        </p:xfrm>
        <a:graphic>
          <a:graphicData uri="http://schemas.openxmlformats.org/presentationml/2006/ole">
            <mc:AlternateContent xmlns:mc="http://schemas.openxmlformats.org/markup-compatibility/2006">
              <mc:Choice xmlns:v="urn:schemas-microsoft-com:vml" Requires="v">
                <p:oleObj spid="_x0000_s112645" name="Equation" r:id="rId4" imgW="4241520" imgH="469800" progId="Equation.DSMT4">
                  <p:embed/>
                </p:oleObj>
              </mc:Choice>
              <mc:Fallback>
                <p:oleObj name="Equation" r:id="rId4" imgW="4241520" imgH="469800" progId="Equation.DSMT4">
                  <p:embed/>
                  <p:pic>
                    <p:nvPicPr>
                      <p:cNvPr id="0" name=""/>
                      <p:cNvPicPr/>
                      <p:nvPr/>
                    </p:nvPicPr>
                    <p:blipFill>
                      <a:blip r:embed="rId5"/>
                      <a:stretch>
                        <a:fillRect/>
                      </a:stretch>
                    </p:blipFill>
                    <p:spPr>
                      <a:xfrm>
                        <a:off x="975188" y="3339716"/>
                        <a:ext cx="6171273" cy="683644"/>
                      </a:xfrm>
                      <a:prstGeom prst="rect">
                        <a:avLst/>
                      </a:prstGeom>
                    </p:spPr>
                  </p:pic>
                </p:oleObj>
              </mc:Fallback>
            </mc:AlternateContent>
          </a:graphicData>
        </a:graphic>
      </p:graphicFrame>
      <p:sp>
        <p:nvSpPr>
          <p:cNvPr id="6" name="Rectangle 3"/>
          <p:cNvSpPr txBox="1">
            <a:spLocks noChangeArrowheads="1"/>
          </p:cNvSpPr>
          <p:nvPr/>
        </p:nvSpPr>
        <p:spPr bwMode="auto">
          <a:xfrm>
            <a:off x="174624" y="4186989"/>
            <a:ext cx="7772400" cy="944819"/>
          </a:xfrm>
          <a:prstGeom prst="rect">
            <a:avLst/>
          </a:prstGeom>
          <a:solidFill>
            <a:srgbClr val="FFD78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0" fontAlgn="base" hangingPunct="0">
              <a:spcBef>
                <a:spcPts val="1800"/>
              </a:spcBef>
              <a:spcAft>
                <a:spcPct val="0"/>
              </a:spcAft>
              <a:buClr>
                <a:schemeClr val="accent1"/>
              </a:buClr>
              <a:buSzPct val="100000"/>
              <a:buFont typeface="Wingdings 2" pitchFamily="18" charset="2"/>
              <a:buChar char="¡"/>
              <a:defRPr sz="2000" kern="1200">
                <a:solidFill>
                  <a:schemeClr val="tx2"/>
                </a:solidFill>
                <a:latin typeface="+mn-lt"/>
                <a:ea typeface="ＭＳ Ｐゴシック" pitchFamily="-1" charset="-128"/>
                <a:cs typeface="ＭＳ Ｐゴシック" pitchFamily="-1" charset="-128"/>
              </a:defRPr>
            </a:lvl1pPr>
            <a:lvl2pPr marL="457200" indent="-228600" algn="l" rtl="0" eaLnBrk="0" fontAlgn="base" hangingPunct="0">
              <a:spcBef>
                <a:spcPts val="600"/>
              </a:spcBef>
              <a:spcAft>
                <a:spcPct val="0"/>
              </a:spcAft>
              <a:buClr>
                <a:srgbClr val="031B3C"/>
              </a:buClr>
              <a:buSzPct val="100000"/>
              <a:buFont typeface="Wingdings 2" pitchFamily="18" charset="2"/>
              <a:buChar char="¡"/>
              <a:defRPr kern="1200">
                <a:solidFill>
                  <a:schemeClr val="tx2"/>
                </a:solidFill>
                <a:latin typeface="+mn-lt"/>
                <a:ea typeface="ＭＳ Ｐゴシック" pitchFamily="-1" charset="-128"/>
                <a:cs typeface="+mn-cs"/>
              </a:defRPr>
            </a:lvl2pPr>
            <a:lvl3pPr marL="685800" indent="-228600" algn="l" rtl="0" eaLnBrk="0" fontAlgn="base" hangingPunct="0">
              <a:spcBef>
                <a:spcPts val="600"/>
              </a:spcBef>
              <a:spcAft>
                <a:spcPct val="0"/>
              </a:spcAft>
              <a:buClr>
                <a:schemeClr val="accent1"/>
              </a:buClr>
              <a:buSzPct val="100000"/>
              <a:buFont typeface="Wingdings 2" pitchFamily="18" charset="2"/>
              <a:buChar char="¡"/>
              <a:defRPr kern="1200">
                <a:solidFill>
                  <a:schemeClr val="tx2"/>
                </a:solidFill>
                <a:latin typeface="+mn-lt"/>
                <a:ea typeface="ＭＳ Ｐゴシック" pitchFamily="-1" charset="-128"/>
                <a:cs typeface="+mn-cs"/>
              </a:defRPr>
            </a:lvl3pPr>
            <a:lvl4pPr marL="914400" indent="-228600" algn="l" rtl="0" eaLnBrk="0" fontAlgn="base" hangingPunct="0">
              <a:spcBef>
                <a:spcPts val="600"/>
              </a:spcBef>
              <a:spcAft>
                <a:spcPct val="0"/>
              </a:spcAft>
              <a:buClr>
                <a:srgbClr val="031B3C"/>
              </a:buClr>
              <a:buSzPct val="100000"/>
              <a:buFont typeface="Wingdings 2" pitchFamily="18" charset="2"/>
              <a:buChar char="¡"/>
              <a:defRPr kern="1200">
                <a:solidFill>
                  <a:schemeClr val="tx2"/>
                </a:solidFill>
                <a:latin typeface="+mn-lt"/>
                <a:ea typeface="ＭＳ Ｐゴシック" pitchFamily="-1" charset="-128"/>
                <a:cs typeface="+mn-cs"/>
              </a:defRPr>
            </a:lvl4pPr>
            <a:lvl5pPr marL="1143000" indent="-228600" algn="l" rtl="0" eaLnBrk="0" fontAlgn="base" hangingPunct="0">
              <a:spcBef>
                <a:spcPts val="600"/>
              </a:spcBef>
              <a:spcAft>
                <a:spcPct val="0"/>
              </a:spcAft>
              <a:buClr>
                <a:schemeClr val="accent1"/>
              </a:buClr>
              <a:buSzPct val="100000"/>
              <a:buFont typeface="Wingdings 2" pitchFamily="18" charset="2"/>
              <a:buChar char="¡"/>
              <a:defRPr kern="1200">
                <a:solidFill>
                  <a:schemeClr val="tx2"/>
                </a:solidFill>
                <a:latin typeface="+mn-lt"/>
                <a:ea typeface="ＭＳ Ｐゴシック" pitchFamily="-1"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914400" eaLnBrk="1" hangingPunct="1">
              <a:lnSpc>
                <a:spcPct val="120000"/>
              </a:lnSpc>
              <a:buFont typeface="Wingdings 2" pitchFamily="18" charset="2"/>
              <a:buNone/>
            </a:pPr>
            <a:r>
              <a:rPr lang="en-US" dirty="0" smtClean="0">
                <a:solidFill>
                  <a:schemeClr val="tx1"/>
                </a:solidFill>
                <a:ea typeface="ＭＳ Ｐゴシック" pitchFamily="34" charset="-128"/>
              </a:rPr>
              <a:t>However</a:t>
            </a:r>
            <a:r>
              <a:rPr lang="en-US" dirty="0">
                <a:solidFill>
                  <a:schemeClr val="tx1"/>
                </a:solidFill>
                <a:ea typeface="ＭＳ Ｐゴシック" pitchFamily="34" charset="-128"/>
              </a:rPr>
              <a:t>, it is often intuitively much easier to work out answers with a probability tree than with this lengthy formula.</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Bayes’s</a:t>
            </a:r>
            <a:r>
              <a:rPr lang="en-US" dirty="0"/>
              <a:t> Rule Example</a:t>
            </a:r>
          </a:p>
        </p:txBody>
      </p:sp>
      <p:sp>
        <p:nvSpPr>
          <p:cNvPr id="44" name="Slide Number Placeholder 5"/>
          <p:cNvSpPr txBox="1">
            <a:spLocks/>
          </p:cNvSpPr>
          <p:nvPr/>
        </p:nvSpPr>
        <p:spPr bwMode="auto">
          <a:xfrm>
            <a:off x="8258356" y="359427"/>
            <a:ext cx="5080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defTabSz="457200" rtl="0" eaLnBrk="1" fontAlgn="base" hangingPunct="1">
              <a:spcBef>
                <a:spcPct val="0"/>
              </a:spcBef>
              <a:spcAft>
                <a:spcPct val="0"/>
              </a:spcAft>
              <a:defRPr sz="2400" b="1" kern="1200">
                <a:solidFill>
                  <a:schemeClr val="tx1"/>
                </a:solidFill>
                <a:latin typeface="Arial" pitchFamily="34" charset="0"/>
                <a:ea typeface="ＭＳ Ｐゴシック" pitchFamily="34" charset="-128"/>
                <a:cs typeface="+mn-cs"/>
              </a:defRPr>
            </a:lvl1pPr>
            <a:lvl2pPr marL="742950" indent="-285750" algn="l" defTabSz="457200" rtl="0" eaLnBrk="0" fontAlgn="base" hangingPunct="0">
              <a:spcBef>
                <a:spcPct val="0"/>
              </a:spcBef>
              <a:spcAft>
                <a:spcPct val="0"/>
              </a:spcAft>
              <a:defRPr sz="2400" kern="1200">
                <a:solidFill>
                  <a:schemeClr val="tx1"/>
                </a:solidFill>
                <a:latin typeface="Arial" pitchFamily="34" charset="0"/>
                <a:ea typeface="ＭＳ Ｐゴシック" pitchFamily="34" charset="-128"/>
                <a:cs typeface="+mn-cs"/>
              </a:defRPr>
            </a:lvl2pPr>
            <a:lvl3pPr marL="1143000" indent="-228600" algn="l" defTabSz="457200" rtl="0" eaLnBrk="0" fontAlgn="base" hangingPunct="0">
              <a:spcBef>
                <a:spcPct val="0"/>
              </a:spcBef>
              <a:spcAft>
                <a:spcPct val="0"/>
              </a:spcAft>
              <a:defRPr sz="2400" kern="1200">
                <a:solidFill>
                  <a:schemeClr val="tx1"/>
                </a:solidFill>
                <a:latin typeface="Arial" pitchFamily="34" charset="0"/>
                <a:ea typeface="ＭＳ Ｐゴシック" pitchFamily="34" charset="-128"/>
                <a:cs typeface="+mn-cs"/>
              </a:defRPr>
            </a:lvl3pPr>
            <a:lvl4pPr marL="1600200" indent="-228600" algn="l" defTabSz="457200" rtl="0" eaLnBrk="0" fontAlgn="base" hangingPunct="0">
              <a:spcBef>
                <a:spcPct val="0"/>
              </a:spcBef>
              <a:spcAft>
                <a:spcPct val="0"/>
              </a:spcAft>
              <a:defRPr sz="2400" kern="1200">
                <a:solidFill>
                  <a:schemeClr val="tx1"/>
                </a:solidFill>
                <a:latin typeface="Arial" pitchFamily="34" charset="0"/>
                <a:ea typeface="ＭＳ Ｐゴシック" pitchFamily="34" charset="-128"/>
                <a:cs typeface="+mn-cs"/>
              </a:defRPr>
            </a:lvl4pPr>
            <a:lvl5pPr marL="2057400" indent="-228600" algn="l" defTabSz="457200" rtl="0" eaLnBrk="0" fontAlgn="base" hangingPunct="0">
              <a:spcBef>
                <a:spcPct val="0"/>
              </a:spcBef>
              <a:spcAft>
                <a:spcPct val="0"/>
              </a:spcAft>
              <a:defRPr sz="2400" kern="1200">
                <a:solidFill>
                  <a:schemeClr val="tx1"/>
                </a:solidFill>
                <a:latin typeface="Arial" pitchFamily="34" charset="0"/>
                <a:ea typeface="ＭＳ Ｐゴシック" pitchFamily="34" charset="-128"/>
                <a:cs typeface="+mn-cs"/>
              </a:defRPr>
            </a:lvl5pPr>
            <a:lvl6pPr marL="2514600" indent="-228600" algn="l" defTabSz="457200" rtl="0" eaLnBrk="0" fontAlgn="base" latinLnBrk="0" hangingPunct="0">
              <a:spcBef>
                <a:spcPct val="0"/>
              </a:spcBef>
              <a:spcAft>
                <a:spcPct val="0"/>
              </a:spcAft>
              <a:defRPr sz="2400" kern="1200">
                <a:solidFill>
                  <a:schemeClr val="tx1"/>
                </a:solidFill>
                <a:latin typeface="Arial" pitchFamily="34" charset="0"/>
                <a:ea typeface="ＭＳ Ｐゴシック" pitchFamily="34" charset="-128"/>
                <a:cs typeface="+mn-cs"/>
              </a:defRPr>
            </a:lvl6pPr>
            <a:lvl7pPr marL="2971800" indent="-228600" algn="l" defTabSz="457200" rtl="0" eaLnBrk="0" fontAlgn="base" latinLnBrk="0" hangingPunct="0">
              <a:spcBef>
                <a:spcPct val="0"/>
              </a:spcBef>
              <a:spcAft>
                <a:spcPct val="0"/>
              </a:spcAft>
              <a:defRPr sz="2400" kern="1200">
                <a:solidFill>
                  <a:schemeClr val="tx1"/>
                </a:solidFill>
                <a:latin typeface="Arial" pitchFamily="34" charset="0"/>
                <a:ea typeface="ＭＳ Ｐゴシック" pitchFamily="34" charset="-128"/>
                <a:cs typeface="+mn-cs"/>
              </a:defRPr>
            </a:lvl7pPr>
            <a:lvl8pPr marL="3429000" indent="-228600" algn="l" defTabSz="457200" rtl="0" eaLnBrk="0" fontAlgn="base" latinLnBrk="0" hangingPunct="0">
              <a:spcBef>
                <a:spcPct val="0"/>
              </a:spcBef>
              <a:spcAft>
                <a:spcPct val="0"/>
              </a:spcAft>
              <a:defRPr sz="2400" kern="1200">
                <a:solidFill>
                  <a:schemeClr val="tx1"/>
                </a:solidFill>
                <a:latin typeface="Arial" pitchFamily="34" charset="0"/>
                <a:ea typeface="ＭＳ Ｐゴシック" pitchFamily="34" charset="-128"/>
                <a:cs typeface="+mn-cs"/>
              </a:defRPr>
            </a:lvl8pPr>
            <a:lvl9pPr marL="3886200" indent="-228600" algn="l" defTabSz="457200" rtl="0" eaLnBrk="0" fontAlgn="base" latinLnBrk="0" hangingPunct="0">
              <a:spcBef>
                <a:spcPct val="0"/>
              </a:spcBef>
              <a:spcAft>
                <a:spcPct val="0"/>
              </a:spcAft>
              <a:defRPr sz="2400" kern="1200">
                <a:solidFill>
                  <a:schemeClr val="tx1"/>
                </a:solidFill>
                <a:latin typeface="Arial" pitchFamily="34" charset="0"/>
                <a:ea typeface="ＭＳ Ｐゴシック" pitchFamily="34" charset="-128"/>
                <a:cs typeface="+mn-cs"/>
              </a:defRPr>
            </a:lvl9pPr>
          </a:lstStyle>
          <a:p>
            <a:pPr>
              <a:lnSpc>
                <a:spcPct val="80000"/>
              </a:lnSpc>
            </a:pPr>
            <a:fld id="{75486FAB-D21B-4F5C-931C-E26561B71539}" type="slidenum">
              <a:rPr lang="en-US" sz="1200" smtClean="0">
                <a:solidFill>
                  <a:schemeClr val="accent1"/>
                </a:solidFill>
              </a:rPr>
              <a:pPr>
                <a:lnSpc>
                  <a:spcPct val="80000"/>
                </a:lnSpc>
              </a:pPr>
              <a:t>44</a:t>
            </a:fld>
            <a:endParaRPr lang="en-US" sz="1200" dirty="0">
              <a:solidFill>
                <a:schemeClr val="accent1"/>
              </a:solidFill>
            </a:endParaRPr>
          </a:p>
        </p:txBody>
      </p:sp>
      <p:sp>
        <p:nvSpPr>
          <p:cNvPr id="5" name="Text Box 2"/>
          <p:cNvSpPr txBox="1">
            <a:spLocks noChangeArrowheads="1"/>
          </p:cNvSpPr>
          <p:nvPr/>
        </p:nvSpPr>
        <p:spPr bwMode="auto">
          <a:xfrm>
            <a:off x="174626" y="995187"/>
            <a:ext cx="8207374" cy="646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2" tIns="45716" rIns="91432" bIns="45716">
            <a:spAutoFit/>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just" eaLnBrk="1" hangingPunct="1"/>
            <a:r>
              <a:rPr lang="en-US" sz="1800" b="1" u="sng" dirty="0">
                <a:solidFill>
                  <a:schemeClr val="accent1">
                    <a:lumMod val="75000"/>
                  </a:schemeClr>
                </a:solidFill>
              </a:rPr>
              <a:t>Example</a:t>
            </a:r>
            <a:r>
              <a:rPr lang="en-US" sz="1800" b="1" dirty="0">
                <a:solidFill>
                  <a:schemeClr val="accent1">
                    <a:lumMod val="75000"/>
                  </a:schemeClr>
                </a:solidFill>
              </a:rPr>
              <a:t>: </a:t>
            </a:r>
            <a:r>
              <a:rPr lang="en-US" sz="1800" dirty="0"/>
              <a:t>If a woman in her 20s gets screened for breast cancer and receives a positive test result, what is the probability that she does have breast cancer?</a:t>
            </a:r>
          </a:p>
        </p:txBody>
      </p:sp>
      <p:sp>
        <p:nvSpPr>
          <p:cNvPr id="7" name="Rectangle 4" descr="already described"/>
          <p:cNvSpPr>
            <a:spLocks noChangeArrowheads="1"/>
          </p:cNvSpPr>
          <p:nvPr/>
        </p:nvSpPr>
        <p:spPr bwMode="auto">
          <a:xfrm>
            <a:off x="1409387" y="2015190"/>
            <a:ext cx="2438400" cy="2667000"/>
          </a:xfrm>
          <a:prstGeom prst="rect">
            <a:avLst/>
          </a:prstGeom>
          <a:solidFill>
            <a:srgbClr val="CCECFF"/>
          </a:solidFill>
          <a:ln w="9525">
            <a:solidFill>
              <a:schemeClr val="tx1"/>
            </a:solidFill>
            <a:miter lim="800000"/>
            <a:headEnd/>
            <a:tailEnd/>
          </a:ln>
        </p:spPr>
        <p:txBody>
          <a:bodyPr wrap="none" anchor="ctr"/>
          <a:lstStyle/>
          <a:p>
            <a:pPr eaLnBrk="1" hangingPunct="1"/>
            <a:endParaRPr lang="en-US"/>
          </a:p>
        </p:txBody>
      </p:sp>
      <p:sp>
        <p:nvSpPr>
          <p:cNvPr id="6" name="Rectangle 3" descr="already described"/>
          <p:cNvSpPr>
            <a:spLocks noChangeArrowheads="1"/>
          </p:cNvSpPr>
          <p:nvPr/>
        </p:nvSpPr>
        <p:spPr bwMode="auto">
          <a:xfrm>
            <a:off x="4127187" y="1719915"/>
            <a:ext cx="3657600" cy="3200400"/>
          </a:xfrm>
          <a:prstGeom prst="rect">
            <a:avLst/>
          </a:prstGeom>
          <a:solidFill>
            <a:schemeClr val="folHlink"/>
          </a:solidFill>
          <a:ln w="9525">
            <a:solidFill>
              <a:schemeClr val="tx1"/>
            </a:solidFill>
            <a:miter lim="800000"/>
            <a:headEnd/>
            <a:tailEnd/>
          </a:ln>
        </p:spPr>
        <p:txBody>
          <a:bodyPr wrap="none" anchor="ctr"/>
          <a:lstStyle/>
          <a:p>
            <a:pPr eaLnBrk="1" hangingPunct="1"/>
            <a:endParaRPr lang="en-US"/>
          </a:p>
        </p:txBody>
      </p:sp>
      <p:grpSp>
        <p:nvGrpSpPr>
          <p:cNvPr id="43" name="Group 42" descr="The image shows a chart which discusses the probability of a women diagnosed with a breast in her 20s. It shows two boxes, small green coloured box depicts incidence of breast cancer among women ages 20-30. When mammography is done upon disease incidence, there is a probability of 0.0004 diagnosed with cancer and 0.9996 without cancer. In the other yellow coloured big box mammography performance is estimated, which depicts the diagnosis sensitivity of cancer. It shows 0.8 value as positive for cancer and 0.2 value as false negative. It also diagnosis specificity of no cancer, which depicts 0.1 value as false positive and 0.9 value as negative."/>
          <p:cNvGrpSpPr/>
          <p:nvPr/>
        </p:nvGrpSpPr>
        <p:grpSpPr>
          <a:xfrm>
            <a:off x="1409387" y="1719915"/>
            <a:ext cx="6375400" cy="3200400"/>
            <a:chOff x="1409387" y="1719915"/>
            <a:chExt cx="6375400" cy="3200400"/>
          </a:xfrm>
        </p:grpSpPr>
        <p:grpSp>
          <p:nvGrpSpPr>
            <p:cNvPr id="8" name="Group 40"/>
            <p:cNvGrpSpPr>
              <a:grpSpLocks/>
            </p:cNvGrpSpPr>
            <p:nvPr/>
          </p:nvGrpSpPr>
          <p:grpSpPr bwMode="auto">
            <a:xfrm>
              <a:off x="1409387" y="1719915"/>
              <a:ext cx="6375400" cy="3200400"/>
              <a:chOff x="2751138" y="630238"/>
              <a:chExt cx="6164262" cy="3138487"/>
            </a:xfrm>
          </p:grpSpPr>
          <p:grpSp>
            <p:nvGrpSpPr>
              <p:cNvPr id="9" name="Group 5"/>
              <p:cNvGrpSpPr>
                <a:grpSpLocks/>
              </p:cNvGrpSpPr>
              <p:nvPr/>
            </p:nvGrpSpPr>
            <p:grpSpPr bwMode="auto">
              <a:xfrm>
                <a:off x="2895600" y="630238"/>
                <a:ext cx="6019800" cy="2938462"/>
                <a:chOff x="1824" y="309"/>
                <a:chExt cx="3792" cy="1851"/>
              </a:xfrm>
            </p:grpSpPr>
            <p:grpSp>
              <p:nvGrpSpPr>
                <p:cNvPr id="18" name="Group 6"/>
                <p:cNvGrpSpPr>
                  <a:grpSpLocks/>
                </p:cNvGrpSpPr>
                <p:nvPr/>
              </p:nvGrpSpPr>
              <p:grpSpPr bwMode="auto">
                <a:xfrm>
                  <a:off x="2455" y="870"/>
                  <a:ext cx="878" cy="712"/>
                  <a:chOff x="960" y="2496"/>
                  <a:chExt cx="1056" cy="576"/>
                </a:xfrm>
              </p:grpSpPr>
              <p:sp>
                <p:nvSpPr>
                  <p:cNvPr id="40" name="Line 7"/>
                  <p:cNvSpPr>
                    <a:spLocks noChangeShapeType="1"/>
                  </p:cNvSpPr>
                  <p:nvPr/>
                </p:nvSpPr>
                <p:spPr bwMode="auto">
                  <a:xfrm flipV="1">
                    <a:off x="960" y="2496"/>
                    <a:ext cx="1056"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 name="Line 8"/>
                  <p:cNvSpPr>
                    <a:spLocks noChangeShapeType="1"/>
                  </p:cNvSpPr>
                  <p:nvPr/>
                </p:nvSpPr>
                <p:spPr bwMode="auto">
                  <a:xfrm>
                    <a:off x="960" y="2784"/>
                    <a:ext cx="1056"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9" name="Group 9"/>
                <p:cNvGrpSpPr>
                  <a:grpSpLocks/>
                </p:cNvGrpSpPr>
                <p:nvPr/>
              </p:nvGrpSpPr>
              <p:grpSpPr bwMode="auto">
                <a:xfrm>
                  <a:off x="3333" y="633"/>
                  <a:ext cx="878" cy="474"/>
                  <a:chOff x="960" y="2496"/>
                  <a:chExt cx="1056" cy="576"/>
                </a:xfrm>
              </p:grpSpPr>
              <p:sp>
                <p:nvSpPr>
                  <p:cNvPr id="38" name="Line 10"/>
                  <p:cNvSpPr>
                    <a:spLocks noChangeShapeType="1"/>
                  </p:cNvSpPr>
                  <p:nvPr/>
                </p:nvSpPr>
                <p:spPr bwMode="auto">
                  <a:xfrm flipV="1">
                    <a:off x="960" y="2496"/>
                    <a:ext cx="1056"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 name="Line 11"/>
                  <p:cNvSpPr>
                    <a:spLocks noChangeShapeType="1"/>
                  </p:cNvSpPr>
                  <p:nvPr/>
                </p:nvSpPr>
                <p:spPr bwMode="auto">
                  <a:xfrm>
                    <a:off x="960" y="2784"/>
                    <a:ext cx="1056"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20" name="Group 12"/>
                <p:cNvGrpSpPr>
                  <a:grpSpLocks/>
                </p:cNvGrpSpPr>
                <p:nvPr/>
              </p:nvGrpSpPr>
              <p:grpSpPr bwMode="auto">
                <a:xfrm>
                  <a:off x="3333" y="1345"/>
                  <a:ext cx="878" cy="474"/>
                  <a:chOff x="960" y="2496"/>
                  <a:chExt cx="1056" cy="576"/>
                </a:xfrm>
              </p:grpSpPr>
              <p:sp>
                <p:nvSpPr>
                  <p:cNvPr id="36" name="Line 13"/>
                  <p:cNvSpPr>
                    <a:spLocks noChangeShapeType="1"/>
                  </p:cNvSpPr>
                  <p:nvPr/>
                </p:nvSpPr>
                <p:spPr bwMode="auto">
                  <a:xfrm flipV="1">
                    <a:off x="960" y="2496"/>
                    <a:ext cx="1056"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 name="Line 14"/>
                  <p:cNvSpPr>
                    <a:spLocks noChangeShapeType="1"/>
                  </p:cNvSpPr>
                  <p:nvPr/>
                </p:nvSpPr>
                <p:spPr bwMode="auto">
                  <a:xfrm>
                    <a:off x="960" y="2784"/>
                    <a:ext cx="1056"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1" name="Text Box 15"/>
                <p:cNvSpPr txBox="1">
                  <a:spLocks noChangeArrowheads="1"/>
                </p:cNvSpPr>
                <p:nvPr/>
              </p:nvSpPr>
              <p:spPr bwMode="auto">
                <a:xfrm>
                  <a:off x="3086" y="808"/>
                  <a:ext cx="442" cy="179"/>
                </a:xfrm>
                <a:prstGeom prst="rect">
                  <a:avLst/>
                </a:prstGeom>
                <a:solidFill>
                  <a:schemeClr val="bg1"/>
                </a:solidFill>
                <a:ln w="9525">
                  <a:solidFill>
                    <a:schemeClr val="folHlink"/>
                  </a:solidFill>
                  <a:miter lim="800000"/>
                  <a:headEnd/>
                  <a:tailEnd/>
                </a:ln>
              </p:spPr>
              <p:txBody>
                <a:bodyPr lIns="91432" tIns="45716" rIns="91432" bIns="45716">
                  <a:spAutoFit/>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sz="1200"/>
                    <a:t>Cancer</a:t>
                  </a:r>
                </a:p>
              </p:txBody>
            </p:sp>
            <p:sp>
              <p:nvSpPr>
                <p:cNvPr id="22" name="Text Box 16"/>
                <p:cNvSpPr txBox="1">
                  <a:spLocks noChangeArrowheads="1"/>
                </p:cNvSpPr>
                <p:nvPr/>
              </p:nvSpPr>
              <p:spPr bwMode="auto">
                <a:xfrm>
                  <a:off x="3059" y="1517"/>
                  <a:ext cx="558" cy="179"/>
                </a:xfrm>
                <a:prstGeom prst="rect">
                  <a:avLst/>
                </a:prstGeom>
                <a:solidFill>
                  <a:schemeClr val="bg1"/>
                </a:solidFill>
                <a:ln w="9525">
                  <a:solidFill>
                    <a:schemeClr val="folHlink"/>
                  </a:solidFill>
                  <a:miter lim="800000"/>
                  <a:headEnd/>
                  <a:tailEnd/>
                </a:ln>
              </p:spPr>
              <p:txBody>
                <a:bodyPr wrap="none" lIns="91432" tIns="45716" rIns="91432" bIns="45716">
                  <a:spAutoFit/>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sz="1200"/>
                    <a:t>No cancer</a:t>
                  </a:r>
                </a:p>
              </p:txBody>
            </p:sp>
            <p:sp>
              <p:nvSpPr>
                <p:cNvPr id="23" name="Text Box 17"/>
                <p:cNvSpPr txBox="1">
                  <a:spLocks noChangeArrowheads="1"/>
                </p:cNvSpPr>
                <p:nvPr/>
              </p:nvSpPr>
              <p:spPr bwMode="auto">
                <a:xfrm>
                  <a:off x="1824" y="1165"/>
                  <a:ext cx="779" cy="179"/>
                </a:xfrm>
                <a:prstGeom prst="rect">
                  <a:avLst/>
                </a:prstGeom>
                <a:solidFill>
                  <a:schemeClr val="bg1"/>
                </a:solidFill>
                <a:ln w="9525">
                  <a:solidFill>
                    <a:schemeClr val="folHlink"/>
                  </a:solidFill>
                  <a:miter lim="800000"/>
                  <a:headEnd/>
                  <a:tailEnd/>
                </a:ln>
              </p:spPr>
              <p:txBody>
                <a:bodyPr lIns="91432" tIns="45716" rIns="91432" bIns="45716">
                  <a:spAutoFit/>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sz="1200"/>
                    <a:t>Mammography</a:t>
                  </a:r>
                </a:p>
              </p:txBody>
            </p:sp>
            <p:sp>
              <p:nvSpPr>
                <p:cNvPr id="24" name="Text Box 18"/>
                <p:cNvSpPr txBox="1">
                  <a:spLocks noChangeArrowheads="1"/>
                </p:cNvSpPr>
                <p:nvPr/>
              </p:nvSpPr>
              <p:spPr bwMode="auto">
                <a:xfrm>
                  <a:off x="4155" y="634"/>
                  <a:ext cx="457" cy="179"/>
                </a:xfrm>
                <a:prstGeom prst="rect">
                  <a:avLst/>
                </a:prstGeom>
                <a:solidFill>
                  <a:schemeClr val="bg1"/>
                </a:solidFill>
                <a:ln w="9525">
                  <a:solidFill>
                    <a:schemeClr val="folHlink"/>
                  </a:solidFill>
                  <a:miter lim="800000"/>
                  <a:headEnd/>
                  <a:tailEnd/>
                </a:ln>
              </p:spPr>
              <p:txBody>
                <a:bodyPr wrap="none" lIns="91432" tIns="45716" rIns="91432" bIns="45716">
                  <a:spAutoFit/>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sz="1200"/>
                    <a:t>Positive</a:t>
                  </a:r>
                </a:p>
              </p:txBody>
            </p:sp>
            <p:sp>
              <p:nvSpPr>
                <p:cNvPr id="25" name="Text Box 19"/>
                <p:cNvSpPr txBox="1">
                  <a:spLocks noChangeArrowheads="1"/>
                </p:cNvSpPr>
                <p:nvPr/>
              </p:nvSpPr>
              <p:spPr bwMode="auto">
                <a:xfrm>
                  <a:off x="4155" y="986"/>
                  <a:ext cx="499" cy="179"/>
                </a:xfrm>
                <a:prstGeom prst="rect">
                  <a:avLst/>
                </a:prstGeom>
                <a:solidFill>
                  <a:schemeClr val="bg1"/>
                </a:solidFill>
                <a:ln w="9525">
                  <a:solidFill>
                    <a:schemeClr val="folHlink"/>
                  </a:solidFill>
                  <a:miter lim="800000"/>
                  <a:headEnd/>
                  <a:tailEnd/>
                </a:ln>
              </p:spPr>
              <p:txBody>
                <a:bodyPr wrap="none" lIns="91432" tIns="45716" rIns="91432" bIns="45716">
                  <a:spAutoFit/>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sz="1200"/>
                    <a:t>Negative</a:t>
                  </a:r>
                </a:p>
              </p:txBody>
            </p:sp>
            <p:sp>
              <p:nvSpPr>
                <p:cNvPr id="26" name="Text Box 20"/>
                <p:cNvSpPr txBox="1">
                  <a:spLocks noChangeArrowheads="1"/>
                </p:cNvSpPr>
                <p:nvPr/>
              </p:nvSpPr>
              <p:spPr bwMode="auto">
                <a:xfrm>
                  <a:off x="4155" y="1327"/>
                  <a:ext cx="457" cy="179"/>
                </a:xfrm>
                <a:prstGeom prst="rect">
                  <a:avLst/>
                </a:prstGeom>
                <a:solidFill>
                  <a:schemeClr val="bg1"/>
                </a:solidFill>
                <a:ln w="9525">
                  <a:solidFill>
                    <a:schemeClr val="folHlink"/>
                  </a:solidFill>
                  <a:miter lim="800000"/>
                  <a:headEnd/>
                  <a:tailEnd/>
                </a:ln>
              </p:spPr>
              <p:txBody>
                <a:bodyPr wrap="none" lIns="91432" tIns="45716" rIns="91432" bIns="45716">
                  <a:spAutoFit/>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sz="1200"/>
                    <a:t>Positive</a:t>
                  </a:r>
                </a:p>
              </p:txBody>
            </p:sp>
            <p:sp>
              <p:nvSpPr>
                <p:cNvPr id="27" name="Text Box 21"/>
                <p:cNvSpPr txBox="1">
                  <a:spLocks noChangeArrowheads="1"/>
                </p:cNvSpPr>
                <p:nvPr/>
              </p:nvSpPr>
              <p:spPr bwMode="auto">
                <a:xfrm>
                  <a:off x="4156" y="1699"/>
                  <a:ext cx="499" cy="179"/>
                </a:xfrm>
                <a:prstGeom prst="rect">
                  <a:avLst/>
                </a:prstGeom>
                <a:solidFill>
                  <a:schemeClr val="bg1"/>
                </a:solidFill>
                <a:ln w="9525">
                  <a:solidFill>
                    <a:schemeClr val="folHlink"/>
                  </a:solidFill>
                  <a:miter lim="800000"/>
                  <a:headEnd/>
                  <a:tailEnd/>
                </a:ln>
              </p:spPr>
              <p:txBody>
                <a:bodyPr wrap="none" lIns="91432" tIns="45716" rIns="91432" bIns="45716">
                  <a:spAutoFit/>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sz="1200"/>
                    <a:t>Negative</a:t>
                  </a:r>
                </a:p>
              </p:txBody>
            </p:sp>
            <p:sp>
              <p:nvSpPr>
                <p:cNvPr id="28" name="Text Box 22"/>
                <p:cNvSpPr txBox="1">
                  <a:spLocks noChangeArrowheads="1"/>
                </p:cNvSpPr>
                <p:nvPr/>
              </p:nvSpPr>
              <p:spPr bwMode="auto">
                <a:xfrm>
                  <a:off x="2096" y="491"/>
                  <a:ext cx="725"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2" tIns="45716" rIns="91432" bIns="45716">
                  <a:spAutoFit/>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sz="1400" dirty="0"/>
                    <a:t>Disease incidence</a:t>
                  </a:r>
                </a:p>
              </p:txBody>
            </p:sp>
            <p:sp>
              <p:nvSpPr>
                <p:cNvPr id="29" name="Text Box 23"/>
                <p:cNvSpPr txBox="1">
                  <a:spLocks noChangeArrowheads="1"/>
                </p:cNvSpPr>
                <p:nvPr/>
              </p:nvSpPr>
              <p:spPr bwMode="auto">
                <a:xfrm>
                  <a:off x="3364" y="309"/>
                  <a:ext cx="727"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2" tIns="45716" rIns="91432" bIns="45716">
                  <a:spAutoFit/>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sz="1400"/>
                    <a:t>Diagnosis sensitivity</a:t>
                  </a:r>
                </a:p>
              </p:txBody>
            </p:sp>
            <p:sp>
              <p:nvSpPr>
                <p:cNvPr id="30" name="Text Box 24"/>
                <p:cNvSpPr txBox="1">
                  <a:spLocks noChangeArrowheads="1"/>
                </p:cNvSpPr>
                <p:nvPr/>
              </p:nvSpPr>
              <p:spPr bwMode="auto">
                <a:xfrm>
                  <a:off x="3444" y="1834"/>
                  <a:ext cx="729"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2" tIns="45716" rIns="91432" bIns="45716">
                  <a:spAutoFit/>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sz="1400"/>
                    <a:t>Diagnosis specificity</a:t>
                  </a:r>
                </a:p>
              </p:txBody>
            </p:sp>
            <p:sp>
              <p:nvSpPr>
                <p:cNvPr id="31" name="Line 25"/>
                <p:cNvSpPr>
                  <a:spLocks noChangeShapeType="1"/>
                </p:cNvSpPr>
                <p:nvPr/>
              </p:nvSpPr>
              <p:spPr bwMode="auto">
                <a:xfrm>
                  <a:off x="2655" y="806"/>
                  <a:ext cx="199" cy="277"/>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2" name="Line 26"/>
                <p:cNvSpPr>
                  <a:spLocks noChangeShapeType="1"/>
                </p:cNvSpPr>
                <p:nvPr/>
              </p:nvSpPr>
              <p:spPr bwMode="auto">
                <a:xfrm>
                  <a:off x="3732" y="609"/>
                  <a:ext cx="80" cy="131"/>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3" name="Line 27"/>
                <p:cNvSpPr>
                  <a:spLocks noChangeShapeType="1"/>
                </p:cNvSpPr>
                <p:nvPr/>
              </p:nvSpPr>
              <p:spPr bwMode="auto">
                <a:xfrm flipV="1">
                  <a:off x="3812" y="1729"/>
                  <a:ext cx="80" cy="131"/>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4" name="Text Box 28"/>
                <p:cNvSpPr txBox="1">
                  <a:spLocks noChangeArrowheads="1"/>
                </p:cNvSpPr>
                <p:nvPr/>
              </p:nvSpPr>
              <p:spPr bwMode="auto">
                <a:xfrm>
                  <a:off x="4691" y="965"/>
                  <a:ext cx="925"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2" tIns="45716" rIns="91432" bIns="45716">
                  <a:spAutoFit/>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sz="1200" i="1"/>
                    <a:t>False negative</a:t>
                  </a:r>
                </a:p>
              </p:txBody>
            </p:sp>
            <p:sp>
              <p:nvSpPr>
                <p:cNvPr id="35" name="Text Box 29"/>
                <p:cNvSpPr txBox="1">
                  <a:spLocks noChangeArrowheads="1"/>
                </p:cNvSpPr>
                <p:nvPr/>
              </p:nvSpPr>
              <p:spPr bwMode="auto">
                <a:xfrm>
                  <a:off x="4691" y="1297"/>
                  <a:ext cx="925"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2" tIns="45716" rIns="91432" bIns="45716">
                  <a:spAutoFit/>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sz="1200" i="1"/>
                    <a:t>False positive</a:t>
                  </a:r>
                </a:p>
              </p:txBody>
            </p:sp>
          </p:grpSp>
          <p:sp>
            <p:nvSpPr>
              <p:cNvPr id="10" name="Text Box 31"/>
              <p:cNvSpPr txBox="1">
                <a:spLocks noChangeArrowheads="1"/>
              </p:cNvSpPr>
              <p:nvPr/>
            </p:nvSpPr>
            <p:spPr bwMode="auto">
              <a:xfrm>
                <a:off x="3757613" y="1600200"/>
                <a:ext cx="7254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2" tIns="45716" rIns="91432" bIns="45716">
                <a:spAutoFit/>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sz="1400" b="1"/>
                  <a:t>0.0004</a:t>
                </a:r>
              </a:p>
            </p:txBody>
          </p:sp>
          <p:sp>
            <p:nvSpPr>
              <p:cNvPr id="11" name="Text Box 32"/>
              <p:cNvSpPr txBox="1">
                <a:spLocks noChangeArrowheads="1"/>
              </p:cNvSpPr>
              <p:nvPr/>
            </p:nvSpPr>
            <p:spPr bwMode="auto">
              <a:xfrm>
                <a:off x="3886200" y="2273300"/>
                <a:ext cx="7254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2" tIns="45716" rIns="91432" bIns="45716">
                <a:spAutoFit/>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sz="1400" b="1"/>
                  <a:t>0.9996</a:t>
                </a:r>
              </a:p>
            </p:txBody>
          </p:sp>
          <p:sp>
            <p:nvSpPr>
              <p:cNvPr id="12" name="Text Box 33"/>
              <p:cNvSpPr txBox="1">
                <a:spLocks noChangeArrowheads="1"/>
              </p:cNvSpPr>
              <p:nvPr/>
            </p:nvSpPr>
            <p:spPr bwMode="auto">
              <a:xfrm>
                <a:off x="6199188" y="901700"/>
                <a:ext cx="43021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2" tIns="45716" rIns="91432" bIns="45716">
                <a:spAutoFit/>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sz="1400" b="1"/>
                  <a:t>0.8</a:t>
                </a:r>
              </a:p>
            </p:txBody>
          </p:sp>
          <p:sp>
            <p:nvSpPr>
              <p:cNvPr id="13" name="Text Box 34"/>
              <p:cNvSpPr txBox="1">
                <a:spLocks noChangeArrowheads="1"/>
              </p:cNvSpPr>
              <p:nvPr/>
            </p:nvSpPr>
            <p:spPr bwMode="auto">
              <a:xfrm>
                <a:off x="6122988" y="1765300"/>
                <a:ext cx="43021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2" tIns="45716" rIns="91432" bIns="45716">
                <a:spAutoFit/>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sz="1400" b="1"/>
                  <a:t>0.2</a:t>
                </a:r>
              </a:p>
            </p:txBody>
          </p:sp>
          <p:sp>
            <p:nvSpPr>
              <p:cNvPr id="14" name="Text Box 35"/>
              <p:cNvSpPr txBox="1">
                <a:spLocks noChangeArrowheads="1"/>
              </p:cNvSpPr>
              <p:nvPr/>
            </p:nvSpPr>
            <p:spPr bwMode="auto">
              <a:xfrm>
                <a:off x="6121400" y="2095500"/>
                <a:ext cx="43021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2" tIns="45716" rIns="91432" bIns="45716">
                <a:spAutoFit/>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sz="1400" b="1"/>
                  <a:t>0.1</a:t>
                </a:r>
              </a:p>
            </p:txBody>
          </p:sp>
          <p:sp>
            <p:nvSpPr>
              <p:cNvPr id="15" name="Text Box 36"/>
              <p:cNvSpPr txBox="1">
                <a:spLocks noChangeArrowheads="1"/>
              </p:cNvSpPr>
              <p:nvPr/>
            </p:nvSpPr>
            <p:spPr bwMode="auto">
              <a:xfrm>
                <a:off x="6199188" y="2933700"/>
                <a:ext cx="43021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2" tIns="45716" rIns="91432" bIns="45716">
                <a:spAutoFit/>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sz="1400" b="1"/>
                  <a:t>0.9</a:t>
                </a:r>
              </a:p>
            </p:txBody>
          </p:sp>
          <p:sp>
            <p:nvSpPr>
              <p:cNvPr id="16" name="Text Box 37"/>
              <p:cNvSpPr txBox="1">
                <a:spLocks noChangeArrowheads="1"/>
              </p:cNvSpPr>
              <p:nvPr/>
            </p:nvSpPr>
            <p:spPr bwMode="auto">
              <a:xfrm>
                <a:off x="2751138" y="2679700"/>
                <a:ext cx="2225675"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2" tIns="45716" rIns="91432" bIns="45716">
                <a:spAutoFit/>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sz="1600" b="1" i="1"/>
                  <a:t>Incidence of breast cancer among women ages 20</a:t>
                </a:r>
                <a:r>
                  <a:rPr lang="en-US" sz="1600" b="1" i="1">
                    <a:cs typeface="Arial" pitchFamily="34" charset="0"/>
                  </a:rPr>
                  <a:t>–30</a:t>
                </a:r>
              </a:p>
            </p:txBody>
          </p:sp>
          <p:sp>
            <p:nvSpPr>
              <p:cNvPr id="17" name="Text Box 38"/>
              <p:cNvSpPr txBox="1">
                <a:spLocks noChangeArrowheads="1"/>
              </p:cNvSpPr>
              <p:nvPr/>
            </p:nvSpPr>
            <p:spPr bwMode="auto">
              <a:xfrm>
                <a:off x="7162800" y="3187700"/>
                <a:ext cx="17526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2" tIns="45716" rIns="91432" bIns="45716">
                <a:spAutoFit/>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sz="1600" b="1" i="1" dirty="0"/>
                  <a:t>Mammography performance</a:t>
                </a:r>
              </a:p>
            </p:txBody>
          </p:sp>
        </p:grpSp>
        <p:graphicFrame>
          <p:nvGraphicFramePr>
            <p:cNvPr id="53" name="Object 3" descr="A sub 2"/>
            <p:cNvGraphicFramePr>
              <a:graphicFrameLocks noChangeAspect="1"/>
            </p:cNvGraphicFramePr>
            <p:nvPr>
              <p:extLst>
                <p:ext uri="{D42A27DB-BD31-4B8C-83A1-F6EECF244321}">
                  <p14:modId xmlns:p14="http://schemas.microsoft.com/office/powerpoint/2010/main" val="567184423"/>
                </p:ext>
              </p:extLst>
            </p:nvPr>
          </p:nvGraphicFramePr>
          <p:xfrm>
            <a:off x="5179699" y="3394727"/>
            <a:ext cx="203200" cy="241300"/>
          </p:xfrm>
          <a:graphic>
            <a:graphicData uri="http://schemas.openxmlformats.org/presentationml/2006/ole">
              <mc:AlternateContent xmlns:mc="http://schemas.openxmlformats.org/markup-compatibility/2006">
                <mc:Choice xmlns:v="urn:schemas-microsoft-com:vml" Requires="v">
                  <p:oleObj spid="_x0000_s107155" name="Equation" r:id="rId3" imgW="203112" imgH="241195" progId="Equation.DSMT4">
                    <p:embed/>
                  </p:oleObj>
                </mc:Choice>
                <mc:Fallback>
                  <p:oleObj name="Equation" r:id="rId3" imgW="203112" imgH="241195"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79699" y="3394727"/>
                          <a:ext cx="203200" cy="24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0" name="Object 5" descr="A sub 1"/>
            <p:cNvGraphicFramePr>
              <a:graphicFrameLocks noChangeAspect="1"/>
            </p:cNvGraphicFramePr>
            <p:nvPr>
              <p:extLst>
                <p:ext uri="{D42A27DB-BD31-4B8C-83A1-F6EECF244321}">
                  <p14:modId xmlns:p14="http://schemas.microsoft.com/office/powerpoint/2010/main" val="4180007116"/>
                </p:ext>
              </p:extLst>
            </p:nvPr>
          </p:nvGraphicFramePr>
          <p:xfrm>
            <a:off x="4953391" y="3766202"/>
            <a:ext cx="190500" cy="241300"/>
          </p:xfrm>
          <a:graphic>
            <a:graphicData uri="http://schemas.openxmlformats.org/presentationml/2006/ole">
              <mc:AlternateContent xmlns:mc="http://schemas.openxmlformats.org/markup-compatibility/2006">
                <mc:Choice xmlns:v="urn:schemas-microsoft-com:vml" Requires="v">
                  <p:oleObj spid="_x0000_s107156" name="Equation" r:id="rId5" imgW="190417" imgH="241195" progId="Equation.DSMT4">
                    <p:embed/>
                  </p:oleObj>
                </mc:Choice>
                <mc:Fallback>
                  <p:oleObj name="Equation" r:id="rId5" imgW="190417" imgH="241195"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53391" y="3766202"/>
                          <a:ext cx="190500" cy="24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mc:AlternateContent xmlns:mc="http://schemas.openxmlformats.org/markup-compatibility/2006" xmlns:a14="http://schemas.microsoft.com/office/drawing/2010/main">
        <mc:Choice Requires="a14">
          <p:sp>
            <p:nvSpPr>
              <p:cNvPr id="42" name="Text Box 39"/>
              <p:cNvSpPr txBox="1">
                <a:spLocks noChangeArrowheads="1"/>
              </p:cNvSpPr>
              <p:nvPr/>
            </p:nvSpPr>
            <p:spPr bwMode="auto">
              <a:xfrm>
                <a:off x="174624" y="4937889"/>
                <a:ext cx="8591731" cy="369324"/>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lIns="91432" tIns="45716" rIns="91432" bIns="45716">
                <a:spAutoFit/>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14:m>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𝐴</m:t>
                        </m:r>
                      </m:e>
                      <m:sub>
                        <m:r>
                          <a:rPr lang="en-US" sz="1800" b="0" i="1" smtClean="0">
                            <a:latin typeface="Cambria Math" panose="02040503050406030204" pitchFamily="18" charset="0"/>
                          </a:rPr>
                          <m:t>1</m:t>
                        </m:r>
                      </m:sub>
                    </m:sSub>
                  </m:oMath>
                </a14:m>
                <a:r>
                  <a:rPr lang="en-US" sz="1800" dirty="0"/>
                  <a:t> is cancer, </a:t>
                </a:r>
                <a14:m>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𝐴</m:t>
                        </m:r>
                      </m:e>
                      <m:sub>
                        <m:r>
                          <a:rPr lang="en-US" sz="1800" b="0" i="1" smtClean="0">
                            <a:latin typeface="Cambria Math" panose="02040503050406030204" pitchFamily="18" charset="0"/>
                          </a:rPr>
                          <m:t>2</m:t>
                        </m:r>
                      </m:sub>
                    </m:sSub>
                  </m:oMath>
                </a14:m>
                <a:r>
                  <a:rPr lang="en-US" sz="1800" dirty="0"/>
                  <a:t> is no cancer, and </a:t>
                </a:r>
                <a:r>
                  <a:rPr lang="en-US" sz="1800" i="1" dirty="0"/>
                  <a:t>C</a:t>
                </a:r>
                <a:r>
                  <a:rPr lang="en-US" sz="1800" dirty="0"/>
                  <a:t> is a positive test.  </a:t>
                </a:r>
                <a:endParaRPr lang="en-US" sz="1800" i="1" dirty="0"/>
              </a:p>
            </p:txBody>
          </p:sp>
        </mc:Choice>
        <mc:Fallback xmlns="">
          <p:sp>
            <p:nvSpPr>
              <p:cNvPr id="42" name="Text Box 39"/>
              <p:cNvSpPr txBox="1">
                <a:spLocks noRot="1" noChangeAspect="1" noMove="1" noResize="1" noEditPoints="1" noAdjustHandles="1" noChangeArrowheads="1" noChangeShapeType="1" noTextEdit="1"/>
              </p:cNvSpPr>
              <p:nvPr/>
            </p:nvSpPr>
            <p:spPr bwMode="auto">
              <a:xfrm>
                <a:off x="174624" y="4937889"/>
                <a:ext cx="8591731" cy="369324"/>
              </a:xfrm>
              <a:prstGeom prst="rect">
                <a:avLst/>
              </a:prstGeom>
              <a:blipFill rotWithShape="0">
                <a:blip r:embed="rId7"/>
                <a:stretch>
                  <a:fillRect t="-8197" b="-2459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graphicFrame>
        <p:nvGraphicFramePr>
          <p:cNvPr id="3" name="Object 2"/>
          <p:cNvGraphicFramePr>
            <a:graphicFrameLocks noChangeAspect="1"/>
          </p:cNvGraphicFramePr>
          <p:nvPr>
            <p:extLst>
              <p:ext uri="{D42A27DB-BD31-4B8C-83A1-F6EECF244321}">
                <p14:modId xmlns:p14="http://schemas.microsoft.com/office/powerpoint/2010/main" val="1773305681"/>
              </p:ext>
            </p:extLst>
          </p:nvPr>
        </p:nvGraphicFramePr>
        <p:xfrm>
          <a:off x="1124736" y="5337970"/>
          <a:ext cx="6691506" cy="1385707"/>
        </p:xfrm>
        <a:graphic>
          <a:graphicData uri="http://schemas.openxmlformats.org/presentationml/2006/ole">
            <mc:AlternateContent xmlns:mc="http://schemas.openxmlformats.org/markup-compatibility/2006">
              <mc:Choice xmlns:v="urn:schemas-microsoft-com:vml" Requires="v">
                <p:oleObj spid="_x0000_s107157" name="Equation" r:id="rId8" imgW="4660560" imgH="965160" progId="Equation.DSMT4">
                  <p:embed/>
                </p:oleObj>
              </mc:Choice>
              <mc:Fallback>
                <p:oleObj name="Equation" r:id="rId8" imgW="4660560" imgH="965160" progId="Equation.DSMT4">
                  <p:embed/>
                  <p:pic>
                    <p:nvPicPr>
                      <p:cNvPr id="0" name=""/>
                      <p:cNvPicPr/>
                      <p:nvPr/>
                    </p:nvPicPr>
                    <p:blipFill>
                      <a:blip r:embed="rId9"/>
                      <a:stretch>
                        <a:fillRect/>
                      </a:stretch>
                    </p:blipFill>
                    <p:spPr>
                      <a:xfrm>
                        <a:off x="1124736" y="5337970"/>
                        <a:ext cx="6691506" cy="1385707"/>
                      </a:xfrm>
                      <a:prstGeom prst="rect">
                        <a:avLst/>
                      </a:prstGeom>
                    </p:spPr>
                  </p:pic>
                </p:oleObj>
              </mc:Fallback>
            </mc:AlternateContent>
          </a:graphicData>
        </a:graphic>
      </p:graphicFrame>
    </p:spTree>
    <p:extLst>
      <p:ext uri="{BB962C8B-B14F-4D97-AF65-F5344CB8AC3E}">
        <p14:creationId xmlns:p14="http://schemas.microsoft.com/office/powerpoint/2010/main" val="1267195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2"/>
                                        </p:tgtEl>
                                        <p:attrNameLst>
                                          <p:attrName>style.visibility</p:attrName>
                                        </p:attrNameLst>
                                      </p:cBhvr>
                                      <p:to>
                                        <p:strVal val="visible"/>
                                      </p:to>
                                    </p:set>
                                  </p:childTnLst>
                                </p:cTn>
                              </p:par>
                              <p:par>
                                <p:cTn id="7" presetID="10" presetClass="entr" presetSubtype="0" fill="hold" grpId="1" nodeType="withEffect">
                                  <p:stCondLst>
                                    <p:cond delay="0"/>
                                  </p:stCondLst>
                                  <p:childTnLst>
                                    <p:set>
                                      <p:cBhvr>
                                        <p:cTn id="8" dur="1" fill="hold">
                                          <p:stCondLst>
                                            <p:cond delay="0"/>
                                          </p:stCondLst>
                                        </p:cTn>
                                        <p:tgtEl>
                                          <p:spTgt spid="42"/>
                                        </p:tgtEl>
                                        <p:attrNameLst>
                                          <p:attrName>style.visibility</p:attrName>
                                        </p:attrNameLst>
                                      </p:cBhvr>
                                      <p:to>
                                        <p:strVal val="visible"/>
                                      </p:to>
                                    </p:set>
                                    <p:animEffect transition="in" filter="fade">
                                      <p:cBhvr>
                                        <p:cTn id="9"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P spid="42" grpId="1"/>
    </p:bldLst>
  </p:timing>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p:txBody>
          <a:bodyPr/>
          <a:lstStyle/>
          <a:p>
            <a:pPr eaLnBrk="1" hangingPunct="1"/>
            <a:r>
              <a:rPr lang="en-US" dirty="0">
                <a:ea typeface="ＭＳ Ｐゴシック" pitchFamily="34" charset="-128"/>
                <a:cs typeface="Arial" pitchFamily="34" charset="0"/>
              </a:rPr>
              <a:t>Independence Again</a:t>
            </a:r>
          </a:p>
        </p:txBody>
      </p:sp>
      <p:sp>
        <p:nvSpPr>
          <p:cNvPr id="78849"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nSpc>
                <a:spcPct val="80000"/>
              </a:lnSpc>
            </a:pPr>
            <a:fld id="{3B78BAFC-ED06-42E7-A265-7563085D4DB0}" type="slidenum">
              <a:rPr lang="en-US" sz="1200">
                <a:solidFill>
                  <a:schemeClr val="accent1"/>
                </a:solidFill>
              </a:rPr>
              <a:pPr>
                <a:lnSpc>
                  <a:spcPct val="80000"/>
                </a:lnSpc>
              </a:pPr>
              <a:t>45</a:t>
            </a:fld>
            <a:endParaRPr lang="en-US" sz="1200">
              <a:solidFill>
                <a:schemeClr val="accent1"/>
              </a:solidFill>
            </a:endParaRPr>
          </a:p>
        </p:txBody>
      </p:sp>
      <p:sp>
        <p:nvSpPr>
          <p:cNvPr id="78851" name="Vertical Text Placeholder 2"/>
          <p:cNvSpPr txBox="1">
            <a:spLocks/>
          </p:cNvSpPr>
          <p:nvPr/>
        </p:nvSpPr>
        <p:spPr bwMode="auto">
          <a:xfrm>
            <a:off x="174626" y="1147764"/>
            <a:ext cx="7772400" cy="989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just">
              <a:buFont typeface="Monotype Sorts" charset="2"/>
              <a:buNone/>
            </a:pPr>
            <a:r>
              <a:rPr lang="en-US" sz="2000" dirty="0"/>
              <a:t>If two events </a:t>
            </a:r>
            <a:r>
              <a:rPr lang="en-US" sz="2000" i="1" dirty="0"/>
              <a:t>A</a:t>
            </a:r>
            <a:r>
              <a:rPr lang="en-US" sz="2000" dirty="0"/>
              <a:t> and </a:t>
            </a:r>
            <a:r>
              <a:rPr lang="en-US" sz="2000" i="1" dirty="0"/>
              <a:t>B</a:t>
            </a:r>
            <a:r>
              <a:rPr lang="en-US" sz="2000" dirty="0"/>
              <a:t> do not influence each other, and if knowledge about one does not change the probability of the other, the events are said to be </a:t>
            </a:r>
            <a:r>
              <a:rPr lang="en-US" sz="2000" b="1" dirty="0"/>
              <a:t>independent</a:t>
            </a:r>
            <a:r>
              <a:rPr lang="en-US" sz="2000" dirty="0"/>
              <a:t> of each other.</a:t>
            </a:r>
          </a:p>
        </p:txBody>
      </p:sp>
      <p:sp>
        <p:nvSpPr>
          <p:cNvPr id="26" name="TextBox 25"/>
          <p:cNvSpPr txBox="1">
            <a:spLocks noChangeArrowheads="1"/>
          </p:cNvSpPr>
          <p:nvPr/>
        </p:nvSpPr>
        <p:spPr bwMode="auto">
          <a:xfrm>
            <a:off x="310498" y="2459831"/>
            <a:ext cx="7636528" cy="1938337"/>
          </a:xfrm>
          <a:prstGeom prst="rect">
            <a:avLst/>
          </a:prstGeom>
          <a:solidFill>
            <a:srgbClr val="FFD780"/>
          </a:solidFill>
          <a:ln w="10000">
            <a:solidFill>
              <a:srgbClr val="D2DA7A"/>
            </a:solidFill>
            <a:miter lim="800000"/>
            <a:headEnd/>
            <a:tailEnd/>
          </a:ln>
          <a:effectLst>
            <a:outerShdw blurRad="38100" dist="30000" dir="5400000" rotWithShape="0">
              <a:srgbClr val="808080">
                <a:alpha val="45000"/>
              </a:srgbClr>
            </a:outerShdw>
          </a:effectLst>
        </p:spPr>
        <p:txBody>
          <a:bodyPr wrap="square">
            <a:spAutoFit/>
          </a:bodyPr>
          <a:lstStyle>
            <a:lvl1pPr eaLnBrk="0" hangingPunct="0">
              <a:defRPr sz="2400">
                <a:solidFill>
                  <a:schemeClr val="tx1"/>
                </a:solidFill>
                <a:latin typeface="Arial" charset="0"/>
                <a:ea typeface="ＭＳ Ｐゴシック" pitchFamily="-65" charset="-128"/>
              </a:defRPr>
            </a:lvl1pPr>
            <a:lvl2pPr marL="37931725" indent="-37474525" eaLnBrk="0" hangingPunct="0">
              <a:defRPr sz="2400">
                <a:solidFill>
                  <a:schemeClr val="tx1"/>
                </a:solidFill>
                <a:latin typeface="Arial" charset="0"/>
                <a:ea typeface="ＭＳ Ｐゴシック" pitchFamily="-65" charset="-128"/>
              </a:defRPr>
            </a:lvl2pPr>
            <a:lvl3pPr eaLnBrk="0" hangingPunct="0">
              <a:defRPr sz="2400">
                <a:solidFill>
                  <a:schemeClr val="tx1"/>
                </a:solidFill>
                <a:latin typeface="Arial" charset="0"/>
                <a:ea typeface="ＭＳ Ｐゴシック" pitchFamily="-65" charset="-128"/>
              </a:defRPr>
            </a:lvl3pPr>
            <a:lvl4pPr eaLnBrk="0" hangingPunct="0">
              <a:defRPr sz="2400">
                <a:solidFill>
                  <a:schemeClr val="tx1"/>
                </a:solidFill>
                <a:latin typeface="Arial" charset="0"/>
                <a:ea typeface="ＭＳ Ｐゴシック" pitchFamily="-65" charset="-128"/>
              </a:defRPr>
            </a:lvl4pPr>
            <a:lvl5pPr eaLnBrk="0" hangingPunct="0">
              <a:defRPr sz="2400">
                <a:solidFill>
                  <a:schemeClr val="tx1"/>
                </a:solidFill>
                <a:latin typeface="Arial" charset="0"/>
                <a:ea typeface="ＭＳ Ｐゴシック" pitchFamily="-65" charset="-128"/>
              </a:defRPr>
            </a:lvl5pPr>
            <a:lvl6pPr marL="457200" eaLnBrk="0" fontAlgn="base" hangingPunct="0">
              <a:spcBef>
                <a:spcPct val="0"/>
              </a:spcBef>
              <a:spcAft>
                <a:spcPct val="0"/>
              </a:spcAft>
              <a:defRPr sz="2400">
                <a:solidFill>
                  <a:schemeClr val="tx1"/>
                </a:solidFill>
                <a:latin typeface="Arial" charset="0"/>
                <a:ea typeface="ＭＳ Ｐゴシック" pitchFamily="-65" charset="-128"/>
              </a:defRPr>
            </a:lvl6pPr>
            <a:lvl7pPr marL="914400" eaLnBrk="0" fontAlgn="base" hangingPunct="0">
              <a:spcBef>
                <a:spcPct val="0"/>
              </a:spcBef>
              <a:spcAft>
                <a:spcPct val="0"/>
              </a:spcAft>
              <a:defRPr sz="2400">
                <a:solidFill>
                  <a:schemeClr val="tx1"/>
                </a:solidFill>
                <a:latin typeface="Arial" charset="0"/>
                <a:ea typeface="ＭＳ Ｐゴシック" pitchFamily="-65" charset="-128"/>
              </a:defRPr>
            </a:lvl7pPr>
            <a:lvl8pPr marL="1371600" eaLnBrk="0" fontAlgn="base" hangingPunct="0">
              <a:spcBef>
                <a:spcPct val="0"/>
              </a:spcBef>
              <a:spcAft>
                <a:spcPct val="0"/>
              </a:spcAft>
              <a:defRPr sz="2400">
                <a:solidFill>
                  <a:schemeClr val="tx1"/>
                </a:solidFill>
                <a:latin typeface="Arial" charset="0"/>
                <a:ea typeface="ＭＳ Ｐゴシック" pitchFamily="-65" charset="-128"/>
              </a:defRPr>
            </a:lvl8pPr>
            <a:lvl9pPr marL="1828800" eaLnBrk="0" fontAlgn="base" hangingPunct="0">
              <a:spcBef>
                <a:spcPct val="0"/>
              </a:spcBef>
              <a:spcAft>
                <a:spcPct val="0"/>
              </a:spcAft>
              <a:defRPr sz="2400">
                <a:solidFill>
                  <a:schemeClr val="tx1"/>
                </a:solidFill>
                <a:latin typeface="Arial" charset="0"/>
                <a:ea typeface="ＭＳ Ｐゴシック" pitchFamily="-65" charset="-128"/>
              </a:defRPr>
            </a:lvl9pPr>
          </a:lstStyle>
          <a:p>
            <a:pPr>
              <a:buFont typeface="Monotype Sorts" pitchFamily="-65" charset="2"/>
              <a:buNone/>
              <a:defRPr/>
            </a:pPr>
            <a:r>
              <a:rPr lang="en-US" sz="2000" b="1" dirty="0"/>
              <a:t>Multiplication Rule for Independent Events</a:t>
            </a:r>
          </a:p>
          <a:p>
            <a:pPr>
              <a:buFont typeface="Monotype Sorts" pitchFamily="-65" charset="2"/>
              <a:buNone/>
              <a:defRPr/>
            </a:pPr>
            <a:endParaRPr lang="en-US" sz="2000" b="1" dirty="0"/>
          </a:p>
          <a:p>
            <a:pPr algn="just">
              <a:buFont typeface="Monotype Sorts" pitchFamily="-65" charset="2"/>
              <a:buNone/>
              <a:defRPr/>
            </a:pPr>
            <a:r>
              <a:rPr lang="en-US" sz="2000" dirty="0"/>
              <a:t>Two events </a:t>
            </a:r>
            <a:r>
              <a:rPr lang="en-US" sz="2000" i="1" dirty="0"/>
              <a:t>A</a:t>
            </a:r>
            <a:r>
              <a:rPr lang="en-US" sz="2000" dirty="0"/>
              <a:t> and </a:t>
            </a:r>
            <a:r>
              <a:rPr lang="en-US" sz="2000" i="1" dirty="0"/>
              <a:t>B</a:t>
            </a:r>
            <a:r>
              <a:rPr lang="en-US" sz="2000" dirty="0"/>
              <a:t> are </a:t>
            </a:r>
            <a:r>
              <a:rPr lang="en-US" sz="2000" b="1" dirty="0"/>
              <a:t>independent</a:t>
            </a:r>
            <a:r>
              <a:rPr lang="en-US" sz="2000" dirty="0"/>
              <a:t> if knowing that one occurs does not change the probability that the other occurs. If </a:t>
            </a:r>
            <a:r>
              <a:rPr lang="en-US" sz="2000" i="1" dirty="0"/>
              <a:t>A</a:t>
            </a:r>
            <a:r>
              <a:rPr lang="en-US" sz="2000" dirty="0"/>
              <a:t> and </a:t>
            </a:r>
            <a:r>
              <a:rPr lang="en-US" sz="2000" i="1" dirty="0"/>
              <a:t>B</a:t>
            </a:r>
            <a:r>
              <a:rPr lang="en-US" sz="2000" dirty="0"/>
              <a:t> are independent, then</a:t>
            </a:r>
          </a:p>
          <a:p>
            <a:pPr algn="ctr">
              <a:buFont typeface="Monotype Sorts" pitchFamily="-65" charset="2"/>
              <a:buNone/>
              <a:defRPr/>
            </a:pPr>
            <a:r>
              <a:rPr lang="en-US" sz="2000" b="1" i="1" dirty="0"/>
              <a:t>P</a:t>
            </a:r>
            <a:r>
              <a:rPr lang="en-US" sz="2000" b="1" dirty="0"/>
              <a:t>(</a:t>
            </a:r>
            <a:r>
              <a:rPr lang="en-US" sz="2000" b="1" i="1" dirty="0"/>
              <a:t>A</a:t>
            </a:r>
            <a:r>
              <a:rPr lang="en-US" sz="2000" b="1" dirty="0"/>
              <a:t> and </a:t>
            </a:r>
            <a:r>
              <a:rPr lang="en-US" sz="2000" b="1" i="1" dirty="0"/>
              <a:t>B</a:t>
            </a:r>
            <a:r>
              <a:rPr lang="en-US" sz="2000" b="1" dirty="0"/>
              <a:t>) = </a:t>
            </a:r>
            <a:r>
              <a:rPr lang="en-US" sz="2000" b="1" i="1" dirty="0"/>
              <a:t>P</a:t>
            </a:r>
            <a:r>
              <a:rPr lang="en-US" sz="2000" b="1" dirty="0"/>
              <a:t>(</a:t>
            </a:r>
            <a:r>
              <a:rPr lang="en-US" sz="2000" b="1" i="1" dirty="0"/>
              <a:t>A</a:t>
            </a:r>
            <a:r>
              <a:rPr lang="en-US" sz="2000" b="1" dirty="0"/>
              <a:t>) </a:t>
            </a:r>
            <a:r>
              <a:rPr lang="en-US" sz="2000" b="1" dirty="0" err="1">
                <a:sym typeface="Symbol" pitchFamily="-65" charset="2"/>
              </a:rPr>
              <a:t></a:t>
            </a:r>
            <a:r>
              <a:rPr lang="en-US" sz="2000" b="1" dirty="0">
                <a:sym typeface="Symbol" pitchFamily="-65" charset="2"/>
              </a:rPr>
              <a:t> </a:t>
            </a:r>
            <a:r>
              <a:rPr lang="en-US" sz="2000" b="1" i="1" dirty="0"/>
              <a:t>P</a:t>
            </a:r>
            <a:r>
              <a:rPr lang="en-US" sz="2000" b="1" dirty="0"/>
              <a:t>(</a:t>
            </a:r>
            <a:r>
              <a:rPr lang="en-US" sz="2000" b="1" i="1" dirty="0"/>
              <a:t>B</a:t>
            </a:r>
            <a:r>
              <a:rPr lang="en-US" sz="2000" b="1" dirty="0"/>
              <a:t>)</a:t>
            </a:r>
          </a:p>
        </p:txBody>
      </p:sp>
      <p:sp>
        <p:nvSpPr>
          <p:cNvPr id="6" name="TextBox 5"/>
          <p:cNvSpPr txBox="1">
            <a:spLocks noChangeArrowheads="1"/>
          </p:cNvSpPr>
          <p:nvPr/>
        </p:nvSpPr>
        <p:spPr bwMode="auto">
          <a:xfrm>
            <a:off x="297657" y="4800600"/>
            <a:ext cx="7649369" cy="1015663"/>
          </a:xfrm>
          <a:prstGeom prst="rect">
            <a:avLst/>
          </a:prstGeom>
          <a:solidFill>
            <a:srgbClr val="FFD780"/>
          </a:solidFill>
          <a:ln w="10000">
            <a:solidFill>
              <a:srgbClr val="B88472"/>
            </a:solidFill>
            <a:miter lim="800000"/>
            <a:headEnd/>
            <a:tailEnd/>
          </a:ln>
          <a:effectLst>
            <a:outerShdw blurRad="38100" dist="30000" dir="5400000" rotWithShape="0">
              <a:srgbClr val="808080">
                <a:alpha val="45000"/>
              </a:srgbClr>
            </a:outerShdw>
          </a:effectLst>
        </p:spPr>
        <p:txBody>
          <a:bodyPr wrap="square">
            <a:spAutoFit/>
          </a:bodyPr>
          <a:lstStyle/>
          <a:p>
            <a:pPr algn="just" eaLnBrk="1" hangingPunct="1">
              <a:defRPr/>
            </a:pPr>
            <a:r>
              <a:rPr lang="en-US" sz="2000" b="1" dirty="0">
                <a:latin typeface="Arial"/>
                <a:ea typeface="+mn-ea"/>
                <a:cs typeface="Arial"/>
              </a:rPr>
              <a:t>Note:</a:t>
            </a:r>
            <a:r>
              <a:rPr lang="en-US" sz="2000" dirty="0">
                <a:latin typeface="Arial"/>
                <a:ea typeface="+mn-ea"/>
                <a:cs typeface="Arial"/>
              </a:rPr>
              <a:t> Two events </a:t>
            </a:r>
            <a:r>
              <a:rPr lang="en-US" sz="2000" i="1" dirty="0">
                <a:latin typeface="Arial"/>
                <a:ea typeface="+mn-ea"/>
                <a:cs typeface="Arial"/>
              </a:rPr>
              <a:t>A</a:t>
            </a:r>
            <a:r>
              <a:rPr lang="en-US" sz="2000" dirty="0">
                <a:latin typeface="Arial"/>
                <a:ea typeface="+mn-ea"/>
                <a:cs typeface="Arial"/>
              </a:rPr>
              <a:t> and </a:t>
            </a:r>
            <a:r>
              <a:rPr lang="en-US" sz="2000" i="1" dirty="0">
                <a:latin typeface="Arial"/>
                <a:ea typeface="+mn-ea"/>
                <a:cs typeface="Arial"/>
              </a:rPr>
              <a:t>B</a:t>
            </a:r>
            <a:r>
              <a:rPr lang="en-US" sz="2000" dirty="0">
                <a:latin typeface="Arial"/>
                <a:ea typeface="+mn-ea"/>
                <a:cs typeface="Arial"/>
              </a:rPr>
              <a:t> that both have positive probability are also </a:t>
            </a:r>
            <a:r>
              <a:rPr lang="en-US" sz="2000" b="1" dirty="0">
                <a:latin typeface="Arial"/>
                <a:ea typeface="+mn-ea"/>
                <a:cs typeface="Arial"/>
              </a:rPr>
              <a:t>independent </a:t>
            </a:r>
            <a:r>
              <a:rPr lang="en-US" sz="2000" dirty="0">
                <a:latin typeface="Arial"/>
                <a:ea typeface="+mn-ea"/>
                <a:cs typeface="Arial"/>
              </a:rPr>
              <a:t>if</a:t>
            </a:r>
          </a:p>
          <a:p>
            <a:pPr algn="ctr" eaLnBrk="1" hangingPunct="1">
              <a:defRPr/>
            </a:pPr>
            <a:r>
              <a:rPr lang="en-US" sz="2000" b="1" i="1" dirty="0">
                <a:latin typeface="Arial"/>
                <a:ea typeface="+mn-ea"/>
                <a:cs typeface="Arial"/>
              </a:rPr>
              <a:t>P</a:t>
            </a:r>
            <a:r>
              <a:rPr lang="en-US" sz="2000" b="1" dirty="0">
                <a:latin typeface="Arial"/>
                <a:ea typeface="+mn-ea"/>
                <a:cs typeface="Arial"/>
              </a:rPr>
              <a:t>(</a:t>
            </a:r>
            <a:r>
              <a:rPr lang="en-US" sz="2000" b="1" i="1" dirty="0">
                <a:latin typeface="Arial"/>
                <a:ea typeface="+mn-ea"/>
                <a:cs typeface="Arial"/>
              </a:rPr>
              <a:t>B</a:t>
            </a:r>
            <a:r>
              <a:rPr lang="en-US" sz="2000" b="1" dirty="0">
                <a:latin typeface="Arial"/>
                <a:ea typeface="+mn-ea"/>
                <a:cs typeface="Arial"/>
              </a:rPr>
              <a:t>|</a:t>
            </a:r>
            <a:r>
              <a:rPr lang="en-US" sz="2000" b="1" i="1" dirty="0">
                <a:latin typeface="Arial"/>
                <a:ea typeface="+mn-ea"/>
                <a:cs typeface="Arial"/>
              </a:rPr>
              <a:t>A</a:t>
            </a:r>
            <a:r>
              <a:rPr lang="en-US" sz="2000" b="1" dirty="0">
                <a:latin typeface="Arial"/>
                <a:ea typeface="+mn-ea"/>
                <a:cs typeface="Arial"/>
              </a:rPr>
              <a:t>) = </a:t>
            </a:r>
            <a:r>
              <a:rPr lang="en-US" sz="2000" b="1" i="1" dirty="0">
                <a:latin typeface="Arial"/>
                <a:ea typeface="+mn-ea"/>
                <a:cs typeface="Arial"/>
              </a:rPr>
              <a:t>P</a:t>
            </a:r>
            <a:r>
              <a:rPr lang="en-US" sz="2000" b="1" dirty="0">
                <a:latin typeface="Arial"/>
                <a:ea typeface="+mn-ea"/>
                <a:cs typeface="Arial"/>
              </a:rPr>
              <a:t>(</a:t>
            </a:r>
            <a:r>
              <a:rPr lang="en-US" sz="2000" b="1" i="1" dirty="0">
                <a:latin typeface="Arial"/>
                <a:ea typeface="+mn-ea"/>
                <a:cs typeface="Arial"/>
              </a:rPr>
              <a:t>B</a:t>
            </a:r>
            <a:r>
              <a:rPr lang="en-US" sz="2000" b="1" dirty="0">
                <a:latin typeface="Arial"/>
                <a:ea typeface="+mn-ea"/>
                <a:cs typeface="Arial"/>
              </a:rPr>
              <a: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6">
                                            <p:bg/>
                                          </p:spTgt>
                                        </p:tgtEl>
                                        <p:attrNameLst>
                                          <p:attrName>style.visibility</p:attrName>
                                        </p:attrNameLst>
                                      </p:cBhvr>
                                      <p:to>
                                        <p:strVal val="visible"/>
                                      </p:to>
                                    </p:set>
                                    <p:animEffect transition="in" filter="dissolve">
                                      <p:cBhvr>
                                        <p:cTn id="7" dur="500"/>
                                        <p:tgtEl>
                                          <p:spTgt spid="26">
                                            <p:bg/>
                                          </p:spTgt>
                                        </p:tgtEl>
                                      </p:cBhvr>
                                    </p:animEffect>
                                  </p:childTnLst>
                                </p:cTn>
                              </p:par>
                            </p:childTnLst>
                          </p:cTn>
                        </p:par>
                        <p:par>
                          <p:cTn id="8" fill="hold" nodeType="afterGroup">
                            <p:stCondLst>
                              <p:cond delay="500"/>
                            </p:stCondLst>
                            <p:childTnLst>
                              <p:par>
                                <p:cTn id="9" presetID="10" presetClass="entr" presetSubtype="0" fill="hold" nodeType="afterEffect">
                                  <p:stCondLst>
                                    <p:cond delay="0"/>
                                  </p:stCondLst>
                                  <p:childTnLst>
                                    <p:set>
                                      <p:cBhvr>
                                        <p:cTn id="10" dur="1" fill="hold">
                                          <p:stCondLst>
                                            <p:cond delay="0"/>
                                          </p:stCondLst>
                                        </p:cTn>
                                        <p:tgtEl>
                                          <p:spTgt spid="26">
                                            <p:txEl>
                                              <p:pRg st="0" end="0"/>
                                            </p:txEl>
                                          </p:spTgt>
                                        </p:tgtEl>
                                        <p:attrNameLst>
                                          <p:attrName>style.visibility</p:attrName>
                                        </p:attrNameLst>
                                      </p:cBhvr>
                                      <p:to>
                                        <p:strVal val="visible"/>
                                      </p:to>
                                    </p:set>
                                    <p:animEffect transition="in" filter="fade">
                                      <p:cBhvr>
                                        <p:cTn id="11" dur="500"/>
                                        <p:tgtEl>
                                          <p:spTgt spid="26">
                                            <p:txEl>
                                              <p:pRg st="0" end="0"/>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0" presetClass="entr" presetSubtype="0" fill="hold" nodeType="clickEffect">
                                  <p:stCondLst>
                                    <p:cond delay="0"/>
                                  </p:stCondLst>
                                  <p:childTnLst>
                                    <p:set>
                                      <p:cBhvr>
                                        <p:cTn id="15" dur="1" fill="hold">
                                          <p:stCondLst>
                                            <p:cond delay="0"/>
                                          </p:stCondLst>
                                        </p:cTn>
                                        <p:tgtEl>
                                          <p:spTgt spid="26">
                                            <p:txEl>
                                              <p:pRg st="2" end="2"/>
                                            </p:txEl>
                                          </p:spTgt>
                                        </p:tgtEl>
                                        <p:attrNameLst>
                                          <p:attrName>style.visibility</p:attrName>
                                        </p:attrNameLst>
                                      </p:cBhvr>
                                      <p:to>
                                        <p:strVal val="visible"/>
                                      </p:to>
                                    </p:set>
                                    <p:animEffect transition="in" filter="fade">
                                      <p:cBhvr>
                                        <p:cTn id="16" dur="500"/>
                                        <p:tgtEl>
                                          <p:spTgt spid="26">
                                            <p:txEl>
                                              <p:pRg st="2" end="2"/>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26">
                                            <p:txEl>
                                              <p:pRg st="3" end="3"/>
                                            </p:txEl>
                                          </p:spTgt>
                                        </p:tgtEl>
                                        <p:attrNameLst>
                                          <p:attrName>style.visibility</p:attrName>
                                        </p:attrNameLst>
                                      </p:cBhvr>
                                      <p:to>
                                        <p:strVal val="visible"/>
                                      </p:to>
                                    </p:set>
                                    <p:animEffect transition="in" filter="fade">
                                      <p:cBhvr>
                                        <p:cTn id="19" dur="500"/>
                                        <p:tgtEl>
                                          <p:spTgt spid="26">
                                            <p:txEl>
                                              <p:pRg st="3" end="3"/>
                                            </p:txEl>
                                          </p:spTgt>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9" presetClass="entr" presetSubtype="0" fill="hold" grpId="0" nodeType="click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dissolve">
                                      <p:cBhvr>
                                        <p:cTn id="2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build="p" animBg="1"/>
      <p:bldP spid="6"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65760"/>
            <a:ext cx="6982690" cy="1691641"/>
          </a:xfrm>
        </p:spPr>
        <p:txBody>
          <a:bodyPr/>
          <a:lstStyle/>
          <a:p>
            <a:r>
              <a:rPr lang="en-US" b="1" dirty="0"/>
              <a:t>Chapter 4</a:t>
            </a:r>
            <a:br>
              <a:rPr lang="en-US" b="1" dirty="0"/>
            </a:br>
            <a:r>
              <a:rPr lang="en-US" b="1" dirty="0"/>
              <a:t>Probability: The Study of Randomness (Review)</a:t>
            </a:r>
          </a:p>
        </p:txBody>
      </p:sp>
      <p:sp>
        <p:nvSpPr>
          <p:cNvPr id="3" name="Content Placeholder 2"/>
          <p:cNvSpPr>
            <a:spLocks noGrp="1"/>
          </p:cNvSpPr>
          <p:nvPr>
            <p:ph idx="1"/>
          </p:nvPr>
        </p:nvSpPr>
        <p:spPr>
          <a:xfrm>
            <a:off x="457199" y="2587914"/>
            <a:ext cx="6982691" cy="2981614"/>
          </a:xfrm>
        </p:spPr>
        <p:txBody>
          <a:bodyPr/>
          <a:lstStyle/>
          <a:p>
            <a:pPr marL="0" indent="0" defTabSz="914400" eaLnBrk="1" hangingPunct="1">
              <a:spcBef>
                <a:spcPts val="0"/>
              </a:spcBef>
              <a:spcAft>
                <a:spcPts val="1800"/>
              </a:spcAft>
              <a:buNone/>
            </a:pPr>
            <a:r>
              <a:rPr lang="en-US" sz="2400" b="1" dirty="0">
                <a:solidFill>
                  <a:schemeClr val="accent1"/>
                </a:solidFill>
              </a:rPr>
              <a:t>4.1 Randomness</a:t>
            </a:r>
          </a:p>
          <a:p>
            <a:pPr marL="0" indent="0" defTabSz="914400" eaLnBrk="1" hangingPunct="1">
              <a:spcBef>
                <a:spcPts val="0"/>
              </a:spcBef>
              <a:spcAft>
                <a:spcPts val="1800"/>
              </a:spcAft>
              <a:buNone/>
            </a:pPr>
            <a:r>
              <a:rPr lang="en-US" sz="2400" b="1" dirty="0">
                <a:solidFill>
                  <a:schemeClr val="accent1"/>
                </a:solidFill>
              </a:rPr>
              <a:t>4.2 Probability Models</a:t>
            </a:r>
          </a:p>
          <a:p>
            <a:pPr marL="0" indent="0" defTabSz="914400" eaLnBrk="1" hangingPunct="1">
              <a:spcBef>
                <a:spcPts val="0"/>
              </a:spcBef>
              <a:spcAft>
                <a:spcPts val="1800"/>
              </a:spcAft>
              <a:buNone/>
            </a:pPr>
            <a:r>
              <a:rPr lang="en-US" sz="2400" b="1" dirty="0">
                <a:solidFill>
                  <a:schemeClr val="accent1"/>
                </a:solidFill>
              </a:rPr>
              <a:t>4.3 Random Variables</a:t>
            </a:r>
          </a:p>
          <a:p>
            <a:pPr marL="0" indent="0" defTabSz="914400" eaLnBrk="1" hangingPunct="1">
              <a:spcBef>
                <a:spcPts val="0"/>
              </a:spcBef>
              <a:spcAft>
                <a:spcPts val="1800"/>
              </a:spcAft>
              <a:buNone/>
            </a:pPr>
            <a:r>
              <a:rPr lang="en-US" sz="2400" b="1" dirty="0">
                <a:solidFill>
                  <a:schemeClr val="accent1"/>
                </a:solidFill>
              </a:rPr>
              <a:t>4.4 Means and Variances of Random Variables</a:t>
            </a:r>
          </a:p>
          <a:p>
            <a:pPr marL="0" indent="0" defTabSz="914400" eaLnBrk="1" hangingPunct="1">
              <a:spcBef>
                <a:spcPts val="0"/>
              </a:spcBef>
              <a:spcAft>
                <a:spcPts val="1800"/>
              </a:spcAft>
              <a:buNone/>
            </a:pPr>
            <a:r>
              <a:rPr lang="en-US" sz="2400" b="1" dirty="0">
                <a:solidFill>
                  <a:schemeClr val="accent1"/>
                </a:solidFill>
              </a:rPr>
              <a:t>4.5 General Probability Rules</a:t>
            </a:r>
          </a:p>
        </p:txBody>
      </p:sp>
      <p:sp>
        <p:nvSpPr>
          <p:cNvPr id="4" name="Slide Number Placeholder 3"/>
          <p:cNvSpPr>
            <a:spLocks noGrp="1"/>
          </p:cNvSpPr>
          <p:nvPr>
            <p:ph type="sldNum" sz="quarter" idx="10"/>
          </p:nvPr>
        </p:nvSpPr>
        <p:spPr/>
        <p:txBody>
          <a:bodyPr/>
          <a:lstStyle/>
          <a:p>
            <a:fld id="{455A1ED8-04CA-4908-B4EA-CA0DA15D048B}" type="slidenum">
              <a:rPr lang="en-US" smtClean="0"/>
              <a:pPr/>
              <a:t>46</a:t>
            </a:fld>
            <a:endParaRPr lang="en-US"/>
          </a:p>
        </p:txBody>
      </p:sp>
    </p:spTree>
    <p:extLst>
      <p:ext uri="{BB962C8B-B14F-4D97-AF65-F5344CB8AC3E}">
        <p14:creationId xmlns:p14="http://schemas.microsoft.com/office/powerpoint/2010/main" val="2463369123"/>
      </p:ext>
    </p:extLst>
  </p:cSld>
  <p:clrMapOvr>
    <a:masterClrMapping/>
  </p:clrMapOvr>
</p:sld>
</file>

<file path=ppt/theme/theme1.xml><?xml version="1.0" encoding="utf-8"?>
<a:theme xmlns:a="http://schemas.openxmlformats.org/drawingml/2006/main" name="Plaza">
  <a:themeElements>
    <a:clrScheme name="Sky">
      <a:dk1>
        <a:sysClr val="windowText" lastClr="000000"/>
      </a:dk1>
      <a:lt1>
        <a:sysClr val="window" lastClr="FFFFFF"/>
      </a:lt1>
      <a:dk2>
        <a:srgbClr val="1782BF"/>
      </a:dk2>
      <a:lt2>
        <a:srgbClr val="62BCE9"/>
      </a:lt2>
      <a:accent1>
        <a:srgbClr val="073779"/>
      </a:accent1>
      <a:accent2>
        <a:srgbClr val="8FD9FB"/>
      </a:accent2>
      <a:accent3>
        <a:srgbClr val="FFCC00"/>
      </a:accent3>
      <a:accent4>
        <a:srgbClr val="EB6615"/>
      </a:accent4>
      <a:accent5>
        <a:srgbClr val="C76402"/>
      </a:accent5>
      <a:accent6>
        <a:srgbClr val="B523B4"/>
      </a:accent6>
      <a:hlink>
        <a:srgbClr val="FFDE26"/>
      </a:hlink>
      <a:folHlink>
        <a:srgbClr val="DEBE0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Plaza">
      <a:fillStyleLst>
        <a:solidFill>
          <a:schemeClr val="phClr"/>
        </a:solidFill>
        <a:gradFill rotWithShape="1">
          <a:gsLst>
            <a:gs pos="0">
              <a:schemeClr val="phClr">
                <a:tint val="100000"/>
                <a:shade val="60000"/>
                <a:satMod val="135000"/>
              </a:schemeClr>
            </a:gs>
            <a:gs pos="100000">
              <a:schemeClr val="phClr">
                <a:tint val="100000"/>
                <a:shade val="100000"/>
                <a:satMod val="135000"/>
              </a:schemeClr>
            </a:gs>
          </a:gsLst>
          <a:lin ang="16200000" scaled="1"/>
        </a:gradFill>
        <a:gradFill rotWithShape="1">
          <a:gsLst>
            <a:gs pos="0">
              <a:schemeClr val="phClr">
                <a:shade val="70000"/>
                <a:satMod val="120000"/>
              </a:schemeClr>
            </a:gs>
            <a:gs pos="35000">
              <a:schemeClr val="phClr">
                <a:shade val="100000"/>
                <a:satMod val="150000"/>
              </a:schemeClr>
            </a:gs>
            <a:gs pos="70000">
              <a:schemeClr val="phClr">
                <a:tint val="100000"/>
                <a:shade val="100000"/>
                <a:satMod val="200000"/>
                <a:greenMod val="100000"/>
              </a:schemeClr>
            </a:gs>
            <a:gs pos="100000">
              <a:schemeClr val="phClr">
                <a:tint val="100000"/>
                <a:shade val="100000"/>
                <a:satMod val="250000"/>
                <a:greenMod val="100000"/>
              </a:schemeClr>
            </a:gs>
          </a:gsLst>
          <a:lin ang="16200000" scaled="1"/>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innerShdw blurRad="190500" dist="63500" dir="5400000">
              <a:srgbClr val="FFFFFF">
                <a:alpha val="65000"/>
              </a:srgbClr>
            </a:innerShdw>
          </a:effectLst>
          <a:scene3d>
            <a:camera prst="orthographicFront">
              <a:rot lat="0" lon="0" rev="0"/>
            </a:camera>
            <a:lightRig rig="twoPt" dir="r">
              <a:rot lat="0" lon="0" rev="6000000"/>
            </a:lightRig>
          </a:scene3d>
          <a:sp3d prstMaterial="matte">
            <a:bevelT w="0" h="0" prst="relaxedInset"/>
          </a:sp3d>
        </a:effectStyle>
        <a:effectStyle>
          <a:effectLst>
            <a:innerShdw blurRad="50800" dist="25400" dir="13500000">
              <a:srgbClr val="FFFFFF">
                <a:alpha val="75000"/>
              </a:srgbClr>
            </a:innerShdw>
            <a:outerShdw blurRad="88900" dist="38100" dir="6600000" sx="101000" sy="101000" rotWithShape="0">
              <a:srgbClr val="000000">
                <a:alpha val="50000"/>
              </a:srgbClr>
            </a:outerShdw>
          </a:effectLst>
          <a:scene3d>
            <a:camera prst="perspectiveFront" fov="3000000"/>
            <a:lightRig rig="morning" dir="tl">
              <a:rot lat="0" lon="0" rev="1800000"/>
            </a:lightRig>
          </a:scene3d>
          <a:sp3d contourW="38100" prstMaterial="softEdge">
            <a:bevelT w="25400" h="38100"/>
            <a:contourClr>
              <a:schemeClr val="phClr">
                <a:tint val="6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Plaza.thmx</Template>
  <TotalTime>4406</TotalTime>
  <Words>3932</Words>
  <Application>Microsoft Office PowerPoint</Application>
  <PresentationFormat>On-screen Show (4:3)</PresentationFormat>
  <Paragraphs>526</Paragraphs>
  <Slides>46</Slides>
  <Notes>6</Notes>
  <HiddenSlides>0</HiddenSlides>
  <MMClips>0</MMClips>
  <ScaleCrop>false</ScaleCrop>
  <HeadingPairs>
    <vt:vector size="8" baseType="variant">
      <vt:variant>
        <vt:lpstr>Fonts Used</vt:lpstr>
      </vt:variant>
      <vt:variant>
        <vt:i4>13</vt:i4>
      </vt:variant>
      <vt:variant>
        <vt:lpstr>Theme</vt:lpstr>
      </vt:variant>
      <vt:variant>
        <vt:i4>1</vt:i4>
      </vt:variant>
      <vt:variant>
        <vt:lpstr>Embedded OLE Servers</vt:lpstr>
      </vt:variant>
      <vt:variant>
        <vt:i4>2</vt:i4>
      </vt:variant>
      <vt:variant>
        <vt:lpstr>Slide Titles</vt:lpstr>
      </vt:variant>
      <vt:variant>
        <vt:i4>46</vt:i4>
      </vt:variant>
    </vt:vector>
  </HeadingPairs>
  <TitlesOfParts>
    <vt:vector size="62" baseType="lpstr">
      <vt:lpstr>ＭＳ Ｐゴシック</vt:lpstr>
      <vt:lpstr>Arial</vt:lpstr>
      <vt:lpstr>Calibri</vt:lpstr>
      <vt:lpstr>Cambria Math</vt:lpstr>
      <vt:lpstr>Garamond</vt:lpstr>
      <vt:lpstr>Monotype Sorts</vt:lpstr>
      <vt:lpstr>Symbol</vt:lpstr>
      <vt:lpstr>Times New Roman</vt:lpstr>
      <vt:lpstr>Tw Cen MT</vt:lpstr>
      <vt:lpstr>Wingdings</vt:lpstr>
      <vt:lpstr>Wingdings 2</vt:lpstr>
      <vt:lpstr>Zapf Dingbats</vt:lpstr>
      <vt:lpstr>ヒラギノ角ゴ Pro W3</vt:lpstr>
      <vt:lpstr>Plaza</vt:lpstr>
      <vt:lpstr>Equation</vt:lpstr>
      <vt:lpstr>MathType 6.0 Equation</vt:lpstr>
      <vt:lpstr>Chapter 4 Probability: The Study of Randomness   Lecture Slides</vt:lpstr>
      <vt:lpstr>Chapter 4 Probability: The Study of Randomness</vt:lpstr>
      <vt:lpstr>4.1 Randomness</vt:lpstr>
      <vt:lpstr>The Language of Probability</vt:lpstr>
      <vt:lpstr>Thinking about Randomness</vt:lpstr>
      <vt:lpstr>Uses of Probability</vt:lpstr>
      <vt:lpstr>4.2 Probability Models</vt:lpstr>
      <vt:lpstr>Probability Models 1</vt:lpstr>
      <vt:lpstr>Probability Models 2</vt:lpstr>
      <vt:lpstr>Probability Rules 1</vt:lpstr>
      <vt:lpstr>Probability Rules 2</vt:lpstr>
      <vt:lpstr>Venn Diagrams (1 of 2)</vt:lpstr>
      <vt:lpstr>Assigning Probability: Finite Probability Models</vt:lpstr>
      <vt:lpstr>Assigning Probability: Equally Likely Probabilities</vt:lpstr>
      <vt:lpstr>Independence and the Multiplication Rule</vt:lpstr>
      <vt:lpstr>Applying the Rules</vt:lpstr>
      <vt:lpstr>4.3 Random Variables</vt:lpstr>
      <vt:lpstr>Random Variables</vt:lpstr>
      <vt:lpstr>Discrete Random Variables 1</vt:lpstr>
      <vt:lpstr>Discrete Random Variable 2</vt:lpstr>
      <vt:lpstr>Continuous Random Variables</vt:lpstr>
      <vt:lpstr>Continuous Probability Models</vt:lpstr>
      <vt:lpstr>Normal Probability Models 1</vt:lpstr>
      <vt:lpstr>Normal Probability Models 2</vt:lpstr>
      <vt:lpstr>4.4 Means and Variances of Random Variables</vt:lpstr>
      <vt:lpstr>The Mean of a Random Variable</vt:lpstr>
      <vt:lpstr>Example: Babies’ Health at Birth</vt:lpstr>
      <vt:lpstr>Example: Apgar Scores―What’s Typical?</vt:lpstr>
      <vt:lpstr>Statistical Estimation</vt:lpstr>
      <vt:lpstr>The Law of Large Numbers</vt:lpstr>
      <vt:lpstr>Rules for Means</vt:lpstr>
      <vt:lpstr>Variance of a Random Variable</vt:lpstr>
      <vt:lpstr>Example: Apgar Scores―How Variable Are They?</vt:lpstr>
      <vt:lpstr>Rules for Variances</vt:lpstr>
      <vt:lpstr>4.5 General Probability Rules</vt:lpstr>
      <vt:lpstr>Probability Rules</vt:lpstr>
      <vt:lpstr>Venn Diagrams (2 of 2)</vt:lpstr>
      <vt:lpstr>The General Addition Rule</vt:lpstr>
      <vt:lpstr>Conditional Probability</vt:lpstr>
      <vt:lpstr>The General Multiplication Rule</vt:lpstr>
      <vt:lpstr>Tree Diagrams</vt:lpstr>
      <vt:lpstr>Tree Diagrams Example</vt:lpstr>
      <vt:lpstr>Bayes’s Rule</vt:lpstr>
      <vt:lpstr>Bayes’s Rule Example</vt:lpstr>
      <vt:lpstr>Independence Again</vt:lpstr>
      <vt:lpstr>Chapter 4 Probability: The Study of Randomness (Review)</vt:lpstr>
    </vt:vector>
  </TitlesOfParts>
  <Company>ISD 194</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4: Probability: The Study of Randomness</dc:title>
  <dc:creator>Jason Molesky</dc:creator>
  <cp:lastModifiedBy>Newton, Andy</cp:lastModifiedBy>
  <cp:revision>294</cp:revision>
  <dcterms:created xsi:type="dcterms:W3CDTF">2012-01-13T00:08:01Z</dcterms:created>
  <dcterms:modified xsi:type="dcterms:W3CDTF">2020-12-08T21:30:44Z</dcterms:modified>
</cp:coreProperties>
</file>